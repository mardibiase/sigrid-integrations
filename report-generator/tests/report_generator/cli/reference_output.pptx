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notesSlides/notesSlide3.xml" ContentType="application/vnd.openxmlformats-officedocument.presentationml.notesSlid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78" d="100"/>
          <a:sy n="78" d="100"/>
        </p:scale>
        <p:origin x="-176" y="1256"/>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bubble3D val="0"/>
            <c:spPr>
              <a:solidFill>
                <a:srgbClr val="E06C4F"/>
              </a:solidFill>
            </c:spPr>
            <c:extLst>
              <c:ext xmlns:c16="http://schemas.microsoft.com/office/drawing/2014/chart" uri="{C3380CC4-5D6E-409C-BE32-E72D297353CC}">
                <c16:uniqueId val="{00000009-A03A-2D41-97F0-47123EC09EB3}"/>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rPr lang="en-US"/>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39.700000000000003</c:v>
                </c:pt>
              </c:numCache>
            </c:numRef>
          </c:xVal>
          <c:yVal>
            <c:numRef>
              <c:f>Sheet1!$B$2:$B$2</c:f>
              <c:numCache>
                <c:formatCode>General</c:formatCode>
                <c:ptCount val="1"/>
                <c:pt idx="0">
                  <c:v>3.1088759386596374</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0</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c:v>
                </c:pt>
                <c:pt idx="1">
                  <c:v>0</c:v>
                </c:pt>
                <c:pt idx="2">
                  <c:v>0</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11</c:v>
                </c:pt>
                <c:pt idx="1">
                  <c:v>0</c:v>
                </c:pt>
                <c:pt idx="2">
                  <c:v>0</c:v>
                </c:pt>
                <c:pt idx="3">
                  <c:v>3</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5</c:v>
                </c:pt>
                <c:pt idx="1">
                  <c:v>0</c:v>
                </c:pt>
                <c:pt idx="2">
                  <c:v>0</c:v>
                </c:pt>
                <c:pt idx="3">
                  <c:v>7</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12/23/25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12/23/25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hyperlink" Target="https://wiki.sig.eu/confluence/x/JoDbC" TargetMode="Externa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20.emf"/><Relationship Id="rId5" Type="http://schemas.openxmlformats.org/officeDocument/2006/relationships/chart" Target="../charts/chart3.xml"/><Relationship Id="rId4" Type="http://schemas.openxmlformats.org/officeDocument/2006/relationships/image" Target="../media/image19.tif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p>
          <a:p>
            <a:pPr marL="0" indent="0">
              <a:lnSpc>
                <a:spcPct val="100000"/>
              </a:lnSpc>
              <a:buNone/>
            </a:pPr>
            <a:r>
              <a:rPr lang="en-US" sz="1800" b="1" dirty="0">
                <a:solidFill>
                  <a:schemeClr val="accent3"/>
                </a:solidFill>
              </a:rPr>
              <a:t>[Technology choice]</a:t>
            </a:r>
            <a:r>
              <a:rPr lang="en-US" sz="1800" dirty="0"/>
              <a:t> The system is 39.7 PY (292,704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681163907"/>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4618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292,704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err="1"/>
              <a:t>Twitter Algorithm scores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24192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1039875479"/>
              </p:ext>
            </p:extLst>
          </p:nvPr>
        </p:nvGraphicFramePr>
        <p:xfrm>
          <a:off x="8124539" y="3092432"/>
          <a:ext cx="3589609" cy="3099839"/>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7590437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37% of dependencies (15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515565" y="863629"/>
            <a:ext cx="314189" cy="539250"/>
          </a:xfrm>
          <a:prstGeom prst="rect">
            <a:avLst/>
          </a:prstGeom>
          <a:noFill/>
        </p:spPr>
        <p:txBody>
          <a:bodyPr wrap="none" lIns="0" rIns="0" rtlCol="0">
            <a:spAutoFit/>
          </a:bodyPr>
          <a:lstStyle/>
          <a:p>
            <a:pPr algn="ctr">
              <a:lnSpc>
                <a:spcPct val="80000"/>
              </a:lnSpc>
            </a:pPr>
            <a:r>
              <a:rPr lang="en-US" sz="1200" b="1" dirty="0">
                <a:solidFill>
                  <a:schemeClr val="tx2">
                    <a:alpha val="70000"/>
                  </a:schemeClr>
                </a:solidFill>
              </a:rPr>
              <a:t>08</a:t>
            </a:r>
          </a:p>
          <a:p>
            <a:pPr algn="ctr">
              <a:lnSpc>
                <a:spcPct val="80000"/>
              </a:lnSpc>
            </a:pPr>
            <a:r>
              <a:rPr lang="en-US" sz="1200" b="1" dirty="0" err="1">
                <a:solidFill>
                  <a:schemeClr val="tx2">
                    <a:alpha val="70000"/>
                  </a:schemeClr>
                </a:solidFill>
              </a:rPr>
              <a:t>OCT</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2025</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37% of dependencies (15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a:t>08</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2025</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OCT</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2068767665"/>
              </p:ext>
            </p:extLst>
          </p:nvPr>
        </p:nvGraphicFramePr>
        <p:xfrm>
          <a:off x="7984631" y="3243717"/>
          <a:ext cx="3755424" cy="15120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sz="1400" b="1" i="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sz="1400" b="1">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sz="1200" b="0" i="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sz="1200" b="0" i="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sz="1200" b="0" i="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sz="1200" b="0" i="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sz="1200" b="0" i="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sz="1200" b="0" i="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sz="1200" b="0" i="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sz="1200" b="0" i="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sz="1200" b="0" i="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sz="1200" b="0" i="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sz="1200" b="0" i="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i="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sz="1200" b="0" i="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sz="1200" b="0" i="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sz="1200" b="0" i="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sz="1200" b="0" i="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sz="1200" b="0" i="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Props1.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70928F0-D7CA-4732-B7F3-1F945720D0AA}">
  <ds:schemaRefs>
    <ds:schemaRef ds:uri="http://schemas.microsoft.com/sharepoint/v3/contenttype/forms"/>
  </ds:schemaRefs>
</ds:datastoreItem>
</file>

<file path=customXml/itemProps3.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22532</TotalTime>
  <Words>2921</Words>
  <Application>Microsoft Macintosh PowerPoint</Application>
  <PresentationFormat>Widescreen</PresentationFormat>
  <Paragraphs>733</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Arial</vt:lpstr>
      <vt:lpstr>Calibri</vt:lpstr>
      <vt:lpstr>Calibri Bold</vt:lpstr>
      <vt:lpstr>Calibri Light</vt:lpstr>
      <vt:lpstr>Calibri Regular</vt:lpstr>
      <vt:lpstr>TheSans B5 Plain</vt:lpstr>
      <vt:lpstr>TheSansMono M5</vt:lpstr>
      <vt:lpstr>Wingdings</vt:lpstr>
      <vt:lpstr>Office Theme</vt:lpstr>
      <vt:lpstr>PowerPoint Presentation</vt:lpstr>
      <vt:lpstr>Twitter Algorithm technical quality: management summary</vt:lpstr>
      <vt:lpstr>The system is large in size and is built primarily in Scala</vt:lpstr>
      <vt:lpstr>Twitter Algorithm has an below market average test/code ratio</vt:lpstr>
      <vt:lpstr>Twitter Algorithm is a large system of 39.7 PY which scores 3.1 for maintainability </vt:lpstr>
      <vt:lpstr>Twitter Algorithm scores average for maintainability</vt:lpstr>
      <vt:lpstr>Twitter Algorithm scores above average (3.9 ★) for Architecture Quality</vt:lpstr>
      <vt:lpstr>1 vulnerable 3rd party open-source dependencies were identified</vt:lpstr>
      <vt:lpstr>Twitter Algorithm rates above market average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Floris van Leeuwen</cp:lastModifiedBy>
  <cp:revision>124</cp:revision>
  <cp:lastPrinted>2020-07-02T15:41:27Z</cp:lastPrinted>
  <dcterms:created xsi:type="dcterms:W3CDTF">2024-01-03T15:04:34Z</dcterms:created>
  <dcterms:modified xsi:type="dcterms:W3CDTF">2025-12-23T14:04:06Z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