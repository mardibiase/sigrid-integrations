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72"/>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2/11/26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(292,692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2838761644"/>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0.5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1039875479"/>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515565" y="863629"/>
            <a:ext cx="314189" cy="539250"/>
          </a:xfrm>
          <a:prstGeom prst="rect">
            <a:avLst/>
          </a:prstGeom>
          <a:noFill/>
        </p:spPr>
        <p:txBody>
          <a:bodyPr wrap="none" lIns="0" rIns="0" rtlCol="0">
            <a:spAutoFit/>
          </a:bodyPr>
          <a:lstStyle/>
          <a:p>
            <a:pPr algn="ctr">
              <a:lnSpc>
                <a:spcPct val="80000"/>
              </a:lnSpc>
            </a:pPr>
            <a:r>
              <a:rPr lang="en-US" sz="1200" b="1" dirty="0">
                <a:solidFill>
                  <a:schemeClr val="tx2">
                    <a:alpha val="70000"/>
                  </a:schemeClr>
                </a:solidFill>
              </a:rPr>
              <a:t>11</a:t>
            </a: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590509890"/>
              </p:ext>
            </p:extLst>
          </p:nvPr>
        </p:nvGraphicFramePr>
        <p:xfrm>
          <a:off x="7984631" y="3243717"/>
          <a:ext cx="3755424" cy="15120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2.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3.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22534</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133</cp:revision>
  <cp:lastPrinted>2020-07-02T15:41:27Z</cp:lastPrinted>
  <dcterms:created xsi:type="dcterms:W3CDTF">2024-01-03T15:04:34Z</dcterms:created>
  <dcterms:modified xsi:type="dcterms:W3CDTF">2026-02-11T14:19:22Z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