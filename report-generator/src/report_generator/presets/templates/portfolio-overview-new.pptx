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3.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4.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5.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6.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7.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8.xml" ContentType="application/vnd.openxmlformats-officedocument.presentationml.notesSlid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notesSlides/notesSlide9.xml" ContentType="application/vnd.openxmlformats-officedocument.presentationml.notesSlid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 id="2147483722" r:id="rId5"/>
    <p:sldMasterId id="2147483743" r:id="rId6"/>
  </p:sldMasterIdLst>
  <p:notesMasterIdLst>
    <p:notesMasterId r:id="rId29"/>
  </p:notesMasterIdLst>
  <p:handoutMasterIdLst>
    <p:handoutMasterId r:id="rId30"/>
  </p:handoutMasterIdLst>
  <p:sldIdLst>
    <p:sldId id="1970" r:id="rId7"/>
    <p:sldId id="10724" r:id="rId8"/>
    <p:sldId id="598" r:id="rId9"/>
    <p:sldId id="605" r:id="rId10"/>
    <p:sldId id="606" r:id="rId11"/>
    <p:sldId id="604" r:id="rId12"/>
    <p:sldId id="599" r:id="rId13"/>
    <p:sldId id="600" r:id="rId14"/>
    <p:sldId id="603" r:id="rId15"/>
    <p:sldId id="602" r:id="rId16"/>
    <p:sldId id="601" r:id="rId17"/>
    <p:sldId id="10725" r:id="rId18"/>
    <p:sldId id="10726" r:id="rId19"/>
    <p:sldId id="10727" r:id="rId20"/>
    <p:sldId id="10728" r:id="rId21"/>
    <p:sldId id="10729" r:id="rId22"/>
    <p:sldId id="10731" r:id="rId23"/>
    <p:sldId id="10730" r:id="rId24"/>
    <p:sldId id="10733" r:id="rId25"/>
    <p:sldId id="10734" r:id="rId26"/>
    <p:sldId id="10732" r:id="rId27"/>
    <p:sldId id="1977"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74359739-ADAA-29C3-783C-D9B57E2ADDB5}" name="Tim Hemel" initials="" userId="S::tim.hemel@softwareimprovementgroup.com::11068282-940c-4e29-bf1b-b59b90666eb3" providerId="AD"/>
  <p188:author id="{3D97A144-B777-FD68-D7AB-3CD142D94AE5}" name="Cathal Boogerd" initials="" userId="S::cathal.boogerd@softwareimprovementgroup.com::dbb5a3ef-3cf9-4748-ac32-98f9c3baeb5b" providerId="AD"/>
  <p188:author id="{E5E0EE5C-8B63-32A2-9D2F-8352DF47097F}" name="Georges Elias" initials="" userId="S::georges.elias@softwareimprovementgroup.com::6139a130-5e49-4792-8e7b-0c9108a32bcb" providerId="AD"/>
  <p188:author id="{14C24185-38C8-53F4-6B25-1F37CA622275}" name="Koen Hanselman" initials="KH" userId="S::koen.hanselman@softwareimprovementgroup.com::5db663cf-586e-40d0-b19a-993566a64e50" providerId="AD"/>
  <p188:author id="{183DB49D-7ECF-D7E1-4C43-FB9D87383EAD}" name="Sylvan Rigal" initials="SR" userId="S::sylvan.rigal@softwareimprovementgroup.com::b1be0c31-8957-4e67-bfc4-5cd3c92b837e" providerId="AD"/>
  <p188:author id="{6C3551E2-2F50-52EC-DA49-DBE95072549A}" name="Koen Hanselman" initials="KH" userId="7d1800f64f1a7135" providerId="Windows Live"/>
  <p188:author id="{BBEAE1E7-4F6B-B092-BEC1-17EBE4860A28}" name="Feiyang Tang" initials="" userId="S::feiyang.tang@softwareimprovementgroup.com::7bc8dc39-7011-4932-87a8-1499417962c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E15735"/>
    <a:srgbClr val="E98C36"/>
    <a:srgbClr val="BFC855"/>
    <a:srgbClr val="BDC855"/>
    <a:srgbClr val="F8C716"/>
    <a:srgbClr val="F9C816"/>
    <a:srgbClr val="083595"/>
    <a:srgbClr val="093AA0"/>
    <a:srgbClr val="083695"/>
    <a:srgbClr val="00205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8799B23B-EC83-4686-B30A-512413B5E67A}" styleName="Stijl, licht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47"/>
    <p:restoredTop sz="95646"/>
  </p:normalViewPr>
  <p:slideViewPr>
    <p:cSldViewPr snapToGrid="0" snapToObjects="1" showGuides="1">
      <p:cViewPr varScale="1">
        <p:scale>
          <a:sx n="118" d="100"/>
          <a:sy n="118" d="100"/>
        </p:scale>
        <p:origin x="1344" y="200"/>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60" d="100"/>
        <a:sy n="60" d="100"/>
      </p:scale>
      <p:origin x="0" y="0"/>
    </p:cViewPr>
  </p:sorterViewPr>
  <p:notesViewPr>
    <p:cSldViewPr snapToGrid="0" snapToObjects="1">
      <p:cViewPr varScale="1">
        <p:scale>
          <a:sx n="157" d="100"/>
          <a:sy n="157" d="100"/>
        </p:scale>
        <p:origin x="5640" y="184"/>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tableStyles" Target="tableStyle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viewProps" Target="view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handoutMaster" Target="handoutMasters/handoutMaster1.xml"/><Relationship Id="rId35" Type="http://schemas.microsoft.com/office/2018/10/relationships/authors" Target="authors.xml"/><Relationship Id="rId8" Type="http://schemas.openxmlformats.org/officeDocument/2006/relationships/slide" Target="slides/slide2.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cat>
            <c:strRef>
              <c:f>Sheet1!$A$2</c:f>
              <c:strCache>
                <c:ptCount val="1"/>
                <c:pt idx="0">
                  <c:v>Overall</c:v>
                </c:pt>
              </c:strCache>
            </c:strRef>
          </c:cat>
          <c:val>
            <c:numRef>
              <c:f>Sheet1!$B$2</c:f>
              <c:numCache>
                <c:formatCode>0.0</c:formatCode>
                <c:ptCount val="1"/>
                <c:pt idx="0">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c:f>
              <c:strCache>
                <c:ptCount val="1"/>
                <c:pt idx="0">
                  <c:v>Overall</c:v>
                </c:pt>
              </c:strCache>
            </c:strRef>
          </c:cat>
          <c:val>
            <c:numRef>
              <c:f>Sheet1!$C$2</c:f>
              <c:numCache>
                <c:formatCode>0.0</c:formatCode>
                <c:ptCount val="1"/>
                <c:pt idx="0">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c:f>
              <c:strCache>
                <c:ptCount val="1"/>
                <c:pt idx="0">
                  <c:v>Overall</c:v>
                </c:pt>
              </c:strCache>
            </c:strRef>
          </c:cat>
          <c:val>
            <c:numRef>
              <c:f>Sheet1!$D$2</c:f>
              <c:numCache>
                <c:formatCode>General</c:formatCode>
                <c:ptCount val="1"/>
                <c:pt idx="0">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c:f>
              <c:strCache>
                <c:ptCount val="1"/>
                <c:pt idx="0">
                  <c:v>Overall</c:v>
                </c:pt>
              </c:strCache>
            </c:strRef>
          </c:cat>
          <c:val>
            <c:numRef>
              <c:f>Sheet1!$E$2</c:f>
              <c:numCache>
                <c:formatCode>General</c:formatCode>
                <c:ptCount val="1"/>
                <c:pt idx="0">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c:f>
              <c:strCache>
                <c:ptCount val="1"/>
                <c:pt idx="0">
                  <c:v>Overall</c:v>
                </c:pt>
              </c:strCache>
            </c:strRef>
          </c:cat>
          <c:val>
            <c:numRef>
              <c:f>Sheet1!$F$2</c:f>
              <c:numCache>
                <c:formatCode>General</c:formatCode>
                <c:ptCount val="1"/>
                <c:pt idx="0">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1"/>
        <c:axPos val="l"/>
        <c:numFmt formatCode="General" sourceLinked="1"/>
        <c:majorTickMark val="out"/>
        <c:minorTickMark val="none"/>
        <c:tickLblPos val="nextTo"/>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cat>
            <c:strRef>
              <c:f>Sheet1!$A$2:$A$11</c:f>
              <c:strCache>
                <c:ptCount val="10"/>
                <c:pt idx="0">
                  <c:v>Team 1</c:v>
                </c:pt>
                <c:pt idx="1">
                  <c:v>Team 2</c:v>
                </c:pt>
                <c:pt idx="2">
                  <c:v>Team 3</c:v>
                </c:pt>
                <c:pt idx="3">
                  <c:v>Team 4</c:v>
                </c:pt>
                <c:pt idx="4">
                  <c:v>Team 5</c:v>
                </c:pt>
                <c:pt idx="5">
                  <c:v>Team 6</c:v>
                </c:pt>
                <c:pt idx="6">
                  <c:v>Team 7</c:v>
                </c:pt>
                <c:pt idx="7">
                  <c:v>Team 8</c:v>
                </c:pt>
                <c:pt idx="8">
                  <c:v>Team 9</c:v>
                </c:pt>
                <c:pt idx="9">
                  <c:v>Team 10</c:v>
                </c:pt>
              </c:strCache>
            </c:strRef>
          </c:cat>
          <c:val>
            <c:numRef>
              <c:f>Sheet1!$B$2:$B$11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Sheet1!$A$2:$A$11</c:f>
              <c:strCache>
                <c:ptCount val="10"/>
                <c:pt idx="0">
                  <c:v>Team 1</c:v>
                </c:pt>
                <c:pt idx="1">
                  <c:v>Team 2</c:v>
                </c:pt>
                <c:pt idx="2">
                  <c:v>Team 3</c:v>
                </c:pt>
                <c:pt idx="3">
                  <c:v>Team 4</c:v>
                </c:pt>
                <c:pt idx="4">
                  <c:v>Team 5</c:v>
                </c:pt>
                <c:pt idx="5">
                  <c:v>Team 6</c:v>
                </c:pt>
                <c:pt idx="6">
                  <c:v>Team 7</c:v>
                </c:pt>
                <c:pt idx="7">
                  <c:v>Team 8</c:v>
                </c:pt>
                <c:pt idx="8">
                  <c:v>Team 9</c:v>
                </c:pt>
                <c:pt idx="9">
                  <c:v>Team 10</c:v>
                </c:pt>
              </c:strCache>
            </c:strRef>
          </c:cat>
          <c:val>
            <c:numRef>
              <c:f>Sheet1!$C$2:$C$11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Sheet1!$A$2:$A$11</c:f>
              <c:strCache>
                <c:ptCount val="10"/>
                <c:pt idx="0">
                  <c:v>Team 1</c:v>
                </c:pt>
                <c:pt idx="1">
                  <c:v>Team 2</c:v>
                </c:pt>
                <c:pt idx="2">
                  <c:v>Team 3</c:v>
                </c:pt>
                <c:pt idx="3">
                  <c:v>Team 4</c:v>
                </c:pt>
                <c:pt idx="4">
                  <c:v>Team 5</c:v>
                </c:pt>
                <c:pt idx="5">
                  <c:v>Team 6</c:v>
                </c:pt>
                <c:pt idx="6">
                  <c:v>Team 7</c:v>
                </c:pt>
                <c:pt idx="7">
                  <c:v>Team 8</c:v>
                </c:pt>
                <c:pt idx="8">
                  <c:v>Team 9</c:v>
                </c:pt>
                <c:pt idx="9">
                  <c:v>Team 10</c:v>
                </c:pt>
              </c:strCache>
            </c:strRef>
          </c:cat>
          <c:val>
            <c:numRef>
              <c:f>Sheet1!$D$2:$D$11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Sheet1!$A$2:$A$11</c:f>
              <c:strCache>
                <c:ptCount val="10"/>
                <c:pt idx="0">
                  <c:v>Team 1</c:v>
                </c:pt>
                <c:pt idx="1">
                  <c:v>Team 2</c:v>
                </c:pt>
                <c:pt idx="2">
                  <c:v>Team 3</c:v>
                </c:pt>
                <c:pt idx="3">
                  <c:v>Team 4</c:v>
                </c:pt>
                <c:pt idx="4">
                  <c:v>Team 5</c:v>
                </c:pt>
                <c:pt idx="5">
                  <c:v>Team 6</c:v>
                </c:pt>
                <c:pt idx="6">
                  <c:v>Team 7</c:v>
                </c:pt>
                <c:pt idx="7">
                  <c:v>Team 8</c:v>
                </c:pt>
                <c:pt idx="8">
                  <c:v>Team 9</c:v>
                </c:pt>
                <c:pt idx="9">
                  <c:v>Team 10</c:v>
                </c:pt>
              </c:strCache>
            </c:strRef>
          </c:cat>
          <c:val>
            <c:numRef>
              <c:f>Sheet1!$E$2:$E$11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Sheet1!$A$2:$A$11</c:f>
              <c:strCache>
                <c:ptCount val="10"/>
                <c:pt idx="0">
                  <c:v>Team 1</c:v>
                </c:pt>
                <c:pt idx="1">
                  <c:v>Team 2</c:v>
                </c:pt>
                <c:pt idx="2">
                  <c:v>Team 3</c:v>
                </c:pt>
                <c:pt idx="3">
                  <c:v>Team 4</c:v>
                </c:pt>
                <c:pt idx="4">
                  <c:v>Team 5</c:v>
                </c:pt>
                <c:pt idx="5">
                  <c:v>Team 6</c:v>
                </c:pt>
                <c:pt idx="6">
                  <c:v>Team 7</c:v>
                </c:pt>
                <c:pt idx="7">
                  <c:v>Team 8</c:v>
                </c:pt>
                <c:pt idx="8">
                  <c:v>Team 9</c:v>
                </c:pt>
                <c:pt idx="9">
                  <c:v>Team 10</c:v>
                </c:pt>
              </c:strCache>
            </c:strRef>
          </c:cat>
          <c:val>
            <c:numRef>
              <c:f>Sheet1!$F$2:$F$11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bar"/>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Sheet1!$B$2:$B$11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Sheet1!$C$2:$C$11</c:f>
              <c:numCache>
                <c:formatCode>0.0</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Sheet1!$D$2:$D$11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Sheet1!$E$2:$E$11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Sheet1!$A$2:$A$11</c:f>
              <c:strCache>
                <c:ptCount val="10"/>
                <c:pt idx="0">
                  <c:v>Capability 1</c:v>
                </c:pt>
                <c:pt idx="1">
                  <c:v>Capability 2</c:v>
                </c:pt>
                <c:pt idx="2">
                  <c:v>Capability 3</c:v>
                </c:pt>
                <c:pt idx="3">
                  <c:v>Capability 4</c:v>
                </c:pt>
                <c:pt idx="4">
                  <c:v>Capability 5</c:v>
                </c:pt>
                <c:pt idx="5">
                  <c:v>Capability 6</c:v>
                </c:pt>
                <c:pt idx="6">
                  <c:v>Capability 7</c:v>
                </c:pt>
                <c:pt idx="7">
                  <c:v>Capability 8</c:v>
                </c:pt>
                <c:pt idx="8">
                  <c:v>Capability 9</c:v>
                </c:pt>
                <c:pt idx="9">
                  <c:v>Capability 10</c:v>
                </c:pt>
              </c:strCache>
            </c:strRef>
          </c:cat>
          <c:val>
            <c:numRef>
              <c:f>Sheet1!$F$2:$F$11</c:f>
              <c:numCache>
                <c:formatCode>General</c:formatCode>
                <c:ptCount val="10"/>
                <c:pt idx="0">
                  <c:v>0.5</c:v>
                </c:pt>
                <c:pt idx="1">
                  <c:v>0.5</c:v>
                </c:pt>
                <c:pt idx="2">
                  <c:v>0.5</c:v>
                </c:pt>
                <c:pt idx="3">
                  <c:v>0.5</c:v>
                </c:pt>
                <c:pt idx="4">
                  <c:v>0.5</c:v>
                </c:pt>
                <c:pt idx="5">
                  <c:v>0.5</c:v>
                </c:pt>
                <c:pt idx="6">
                  <c:v>0.5</c:v>
                </c:pt>
                <c:pt idx="7">
                  <c:v>0.5</c:v>
                </c:pt>
                <c:pt idx="8">
                  <c:v>0.5</c:v>
                </c:pt>
                <c:pt idx="9">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accent1"/>
                </a:solidFill>
                <a:latin typeface="+mn-lt"/>
                <a:ea typeface="+mn-ea"/>
                <a:cs typeface="+mn-cs"/>
              </a:defRPr>
            </a:pPr>
            <a:endParaRPr lang="en-US"/>
          </a:p>
        </c:txPr>
        <c:crossAx val="477616192"/>
        <c:crosses val="autoZero"/>
        <c:auto val="1"/>
        <c:lblAlgn val="ctr"/>
        <c:lblOffset val="100"/>
        <c:noMultiLvlLbl val="0"/>
      </c:catAx>
      <c:valAx>
        <c:axId val="477616192"/>
        <c:scaling>
          <c:orientation val="minMax"/>
        </c:scaling>
        <c:delete val="0"/>
        <c:axPos val="b"/>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Sheet1!$B$2:$B$13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Sheet1!$C$2:$C$13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Sheet1!$D$2:$D$13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Sheet1!$E$2:$E$13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Sheet1!$F$2:$F$13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1-6147-E74A-AA7B-5531F0E4EE0C}"/>
              </c:ext>
            </c:extLst>
          </c:dPt>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Sheet1!$B$2:$B$13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Sheet1!$C$2:$C$13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Sheet1!$D$2:$D$13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Sheet1!$E$2:$E$13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Sheet1!$F$2:$F$13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w="http://schemas.openxmlformats.org/wordprocessingml/2006/main" xmlns:w15="http://schemas.microsoft.com/office/word/2012/wordml" xmlns:w14="http://schemas.microsoft.com/office/word/2010/wordml" xmlns:m="http://schemas.openxmlformats.org/officeDocument/2006/math" xmlns:wp="http://schemas.openxmlformats.org/drawingml/2006/wordprocessingDrawing" xmlns:wp14="http://schemas.microsoft.com/office/word/2010/wordprocessingDrawing" xmlns:mc="http://schemas.openxmlformats.org/markup-compatibility/2006" xmlns:sl="http://schemas.openxmlformats.org/schemaLibrary/2006/main" xmlns:wne="http://schemas.microsoft.com/office/word/2006/wordml" xmlns:cdr="http://schemas.openxmlformats.org/drawingml/2006/chartDrawing" xmlns:c14="http://schemas.microsoft.com/office/drawing/2007/8/2/chart" xmlns:dgm="http://schemas.openxmlformats.org/drawingml/2006/diagram" xmlns:pic="http://schemas.openxmlformats.org/drawingml/2006/picture" xmlns:xdr="http://schemas.openxmlformats.org/drawingml/2006/spreadsheetDrawing" xmlns:dsp="http://schemas.microsoft.com/office/drawing/2008/diagram" xmlns:xvml="urn:schemas-microsoft-com:office:excel" xmlns:o="urn:schemas-microsoft-com:office:office" xmlns:v="urn:schemas-microsoft-com:vml" xmlns:w10="urn:schemas-microsoft-com:office:word" xmlns:pvml="urn:schemas-microsoft-com:office:powerpoint" xmlns:cppr="http://schemas.microsoft.com/office/2006/coverPageProps" xmlns:odx="http://opendope.org/xpaths" xmlns:odc="http://opendope.org/conditions" xmlns:odq="http://opendope.org/questions" xmlns:oda="http://opendope.org/answers" xmlns:odi="http://opendope.org/components" xmlns:odgm="http://opendope.org/SmartArt/DataHierarchy" xmlns:b="http://schemas.openxmlformats.org/officeDocument/2006/bibliography" xmlns:wps="http://schemas.microsoft.com/office/word/2010/wordprocessingShape" xmlns:w16se="http://schemas.microsoft.com/office/word/2015/wordml/symex" xmlns:w16cid="http://schemas.microsoft.com/office/word/2016/wordml/cid" xmlns:wetp="http://schemas.microsoft.com/office/webextensions/taskpanes/2010/11" xmlns:we="http://schemas.microsoft.com/office/webextensions/webextension/2010/11" xmlns:comp="http://schemas.openxmlformats.org/drawingml/2006/compatibility" xmlns:lc="http://schemas.openxmlformats.org/drawingml/2006/lockedCanvas">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Sheet1!$B$2:$B$13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Sheet1!$C$2:$C$13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Sheet1!$D$2:$D$13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Sheet1!$E$2:$E$13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Sheet1!$F$2:$F$13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Sheet1!$B$2:$B$13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Sheet1!$C$2:$C$13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Sheet1!$D$2:$D$13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Sheet1!$E$2:$E$13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Sheet1!$F$2:$F$13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barChart>
        <c:barDir val="col"/>
        <c:grouping val="percentStacked"/>
        <c:varyColors val="0"/>
        <c:ser>
          <c:idx val="0"/>
          <c:order val="0"/>
          <c:tx>
            <c:strRef>
              <c:f>Sheet1!$B$1</c:f>
              <c:strCache>
                <c:ptCount val="1"/>
                <c:pt idx="0">
                  <c:v>Objective met</c:v>
                </c:pt>
              </c:strCache>
            </c:strRef>
          </c:tx>
          <c:spPr>
            <a:solidFill>
              <a:srgbClr val="0066FF"/>
            </a:solidFill>
            <a:ln w="19050">
              <a:noFill/>
            </a:ln>
            <a:effectLst>
              <a:outerShdw blurRad="241300" dist="38100" dir="2700000" algn="tl" rotWithShape="0">
                <a:prstClr val="black">
                  <a:alpha val="15000"/>
                </a:prstClr>
              </a:outerShdw>
            </a:effectLst>
          </c:spPr>
          <c:invertIfNegative val="0"/>
          <c:dPt>
            <c:idx val="0"/>
            <c:invertIfNegative val="0"/>
            <c:bubble3D val="0"/>
            <c:explosion val="6"/>
            <c:spPr>
              <a:solidFill>
                <a:srgbClr val="0066FF"/>
              </a:solidFill>
              <a:ln w="19050">
                <a:noFill/>
              </a:ln>
              <a:effectLst>
                <a:outerShdw blurRad="241300" dist="38100" dir="2700000" algn="tl" rotWithShape="0">
                  <a:prstClr val="black">
                    <a:alpha val="15000"/>
                  </a:prstClr>
                </a:outerShdw>
              </a:effectLst>
            </c:spPr>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1-6147-E74A-AA7B-5531F0E4EE0C}"/>
              </c:ext>
            </c:extLst>
          </c:dPt>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Sheet1!$B$2:$B$13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http://schemas.microsoft.com/office/drawing/2014/chart" uri="{C3380CC4-5D6E-409C-BE32-E72D297353CC}">
              <c16:uniqueId val="{00000002-6147-E74A-AA7B-5531F0E4EE0C}"/>
            </c:ext>
          </c:extLst>
        </c:ser>
        <c:ser>
          <c:idx val="1"/>
          <c:order val="1"/>
          <c:tx>
            <c:strRef>
              <c:f>Sheet1!$C$1</c:f>
              <c:strCache>
                <c:ptCount val="1"/>
                <c:pt idx="0">
                  <c:v>Improved</c:v>
                </c:pt>
              </c:strCache>
            </c:strRef>
          </c:tx>
          <c:spPr>
            <a:solidFill>
              <a:srgbClr val="67E77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Sheet1!$C$2:$C$13</c:f>
              <c:numCache>
                <c:formatCode>0.0</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3-6147-E74A-AA7B-5531F0E4EE0C}"/>
            </c:ext>
          </c:extLst>
        </c:ser>
        <c:ser>
          <c:idx val="2"/>
          <c:order val="2"/>
          <c:tx>
            <c:strRef>
              <c:f>Sheet1!$D$1</c:f>
              <c:strCache>
                <c:ptCount val="1"/>
                <c:pt idx="0">
                  <c:v>Unchanged</c:v>
                </c:pt>
              </c:strCache>
            </c:strRef>
          </c:tx>
          <c:spPr>
            <a:solidFill>
              <a:srgbClr val="BFC4CF"/>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Sheet1!$D$2:$D$13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4-6147-E74A-AA7B-5531F0E4EE0C}"/>
            </c:ext>
          </c:extLst>
        </c:ser>
        <c:ser>
          <c:idx val="3"/>
          <c:order val="3"/>
          <c:tx>
            <c:strRef>
              <c:f>Sheet1!$E$1</c:f>
              <c:strCache>
                <c:ptCount val="1"/>
                <c:pt idx="0">
                  <c:v>Worsened</c:v>
                </c:pt>
              </c:strCache>
            </c:strRef>
          </c:tx>
          <c:spPr>
            <a:solidFill>
              <a:srgbClr val="F06241"/>
            </a:solidFill>
            <a:ln w="19050">
              <a:no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Sheet1!$E$2:$E$13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5-6147-E74A-AA7B-5531F0E4EE0C}"/>
            </c:ext>
          </c:extLst>
        </c:ser>
        <c:ser>
          <c:idx val="4"/>
          <c:order val="4"/>
          <c:tx>
            <c:strRef>
              <c:f>Sheet1!$F$1</c:f>
              <c:strCache>
                <c:ptCount val="1"/>
                <c:pt idx="0">
                  <c:v>Unknown</c:v>
                </c:pt>
              </c:strCache>
            </c:strRef>
          </c:tx>
          <c:spPr>
            <a:solidFill>
              <a:schemeClr val="bg1"/>
            </a:solidFill>
            <a:ln w="19050">
              <a:solidFill>
                <a:schemeClr val="lt1"/>
              </a:solidFill>
            </a:ln>
            <a:effectLst/>
          </c:spPr>
          <c:invertIfNegative val="0"/>
          <c:cat>
            <c:strRef>
              <c:f>Sheet1!$A$2:$A$13</c:f>
              <c:strCache>
                <c:ptCount val="12"/>
                <c:pt idx="0">
                  <c:v>Month 1</c:v>
                </c:pt>
                <c:pt idx="1">
                  <c:v>Month 2</c:v>
                </c:pt>
                <c:pt idx="2">
                  <c:v>Month 3</c:v>
                </c:pt>
                <c:pt idx="3">
                  <c:v>Month 4</c:v>
                </c:pt>
                <c:pt idx="4">
                  <c:v>Month 5</c:v>
                </c:pt>
                <c:pt idx="5">
                  <c:v>Month 6</c:v>
                </c:pt>
                <c:pt idx="6">
                  <c:v>Month 7</c:v>
                </c:pt>
                <c:pt idx="7">
                  <c:v>Month 8</c:v>
                </c:pt>
                <c:pt idx="8">
                  <c:v>Month 9</c:v>
                </c:pt>
                <c:pt idx="9">
                  <c:v>Month 10</c:v>
                </c:pt>
                <c:pt idx="10">
                  <c:v>Month 11</c:v>
                </c:pt>
                <c:pt idx="11">
                  <c:v>Month 12</c:v>
                </c:pt>
              </c:strCache>
            </c:strRef>
          </c:cat>
          <c:val>
            <c:numRef>
              <c:f>Sheet1!$F$2:$F$13</c:f>
              <c:numCache>
                <c:formatCode>General</c:formatCode>
                <c:ptCount val="12"/>
                <c:pt idx="0">
                  <c:v>0.5</c:v>
                </c:pt>
                <c:pt idx="1">
                  <c:v>0.5</c:v>
                </c:pt>
                <c:pt idx="2">
                  <c:v>0.5</c:v>
                </c:pt>
                <c:pt idx="3">
                  <c:v>0.5</c:v>
                </c:pt>
                <c:pt idx="4">
                  <c:v>0.5</c:v>
                </c:pt>
                <c:pt idx="5">
                  <c:v>0.5</c:v>
                </c:pt>
                <c:pt idx="6">
                  <c:v>0.5</c:v>
                </c:pt>
                <c:pt idx="7">
                  <c:v>0.5</c:v>
                </c:pt>
                <c:pt idx="8">
                  <c:v>0.5</c:v>
                </c:pt>
                <c:pt idx="9">
                  <c:v>0.5</c:v>
                </c:pt>
                <c:pt idx="10">
                  <c:v>0.5</c:v>
                </c:pt>
                <c:pt idx="11">
                  <c:v>0.5</c:v>
                </c:pt>
              </c:numCache>
            </c:numRef>
          </c:val>
          <c:extLst>
            <c:ext xmlns:c16="http://schemas.microsoft.com/office/drawing/2014/chart" uri="{C3380CC4-5D6E-409C-BE32-E72D297353CC}">
              <c16:uniqueId val="{00000006-6147-E74A-AA7B-5531F0E4EE0C}"/>
            </c:ext>
          </c:extLst>
        </c:ser>
        <c:dLbls>
          <c:showLegendKey val="0"/>
          <c:showVal val="0"/>
          <c:showCatName val="0"/>
          <c:showSerName val="0"/>
          <c:showPercent val="0"/>
          <c:showBubbleSize val="0"/>
        </c:dLbls>
        <c:gapWidth val="20"/>
        <c:overlap val="100"/>
        <c:axId val="476387520"/>
        <c:axId val="477616192"/>
      </c:barChart>
      <c:catAx>
        <c:axId val="4763875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400" b="0" i="0" u="none" strike="noStrike" kern="1200" baseline="0">
                <a:solidFill>
                  <a:schemeClr val="tx2"/>
                </a:solidFill>
                <a:latin typeface="+mn-lt"/>
                <a:ea typeface="+mn-ea"/>
                <a:cs typeface="+mn-cs"/>
              </a:defRPr>
            </a:pPr>
            <a:endParaRPr lang="en-NL"/>
          </a:p>
        </c:txPr>
        <c:crossAx val="477616192"/>
        <c:crosses val="autoZero"/>
        <c:auto val="1"/>
        <c:lblAlgn val="ctr"/>
        <c:lblOffset val="100"/>
        <c:noMultiLvlLbl val="0"/>
      </c:catAx>
      <c:valAx>
        <c:axId val="477616192"/>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0"/>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2"/>
                </a:solidFill>
                <a:latin typeface="+mn-lt"/>
                <a:ea typeface="+mn-ea"/>
                <a:cs typeface="+mn-cs"/>
              </a:defRPr>
            </a:pPr>
            <a:endParaRPr lang="en-US"/>
          </a:p>
        </c:txPr>
        <c:crossAx val="476387520"/>
        <c:crosses val="autoZero"/>
        <c:crossBetween val="between"/>
      </c:valAx>
      <c:spPr>
        <a:solidFill>
          <a:srgbClr val="F0F4F8"/>
        </a:solidFill>
        <a:ln>
          <a:noFill/>
        </a:ln>
        <a:effectLst/>
      </c:spPr>
    </c:plotArea>
    <c:plotVisOnly val="1"/>
    <c:dispBlanksAs val="gap"/>
    <c:showDLblsOverMax val="0"/>
    <c:extLst xmlns:lc="http://schemas.openxmlformats.org/drawingml/2006/lockedCanvas" xmlns:comp="http://schemas.openxmlformats.org/drawingml/2006/compatibility" xmlns:we="http://schemas.microsoft.com/office/webextensions/webextension/2010/11" xmlns:wetp="http://schemas.microsoft.com/office/webextensions/taskpanes/2010/11" xmlns:w16cid="http://schemas.microsoft.com/office/word/2016/wordml/cid" xmlns:w16se="http://schemas.microsoft.com/office/word/2015/wordml/symex" xmlns:wps="http://schemas.microsoft.com/office/word/2010/wordprocessingShape" xmlns:b="http://schemas.openxmlformats.org/officeDocument/2006/bibliography" xmlns:odgm="http://opendope.org/SmartArt/DataHierarchy" xmlns:odi="http://opendope.org/components" xmlns:oda="http://opendope.org/answers" xmlns:odq="http://opendope.org/questions" xmlns:odc="http://opendope.org/conditions" xmlns:odx="http://opendope.org/xpaths" xmlns:cppr="http://schemas.microsoft.com/office/2006/coverPageProps" xmlns:pvml="urn:schemas-microsoft-com:office:powerpoint" xmlns:w10="urn:schemas-microsoft-com:office:word" xmlns:v="urn:schemas-microsoft-com:vml" xmlns:o="urn:schemas-microsoft-com:office:office" xmlns:xvml="urn:schemas-microsoft-com:office:excel" xmlns:dsp="http://schemas.microsoft.com/office/drawing/2008/diagram" xmlns:xdr="http://schemas.openxmlformats.org/drawingml/2006/spreadsheetDrawing" xmlns:pic="http://schemas.openxmlformats.org/drawingml/2006/picture" xmlns:dgm="http://schemas.openxmlformats.org/drawingml/2006/diagram" xmlns:c14="http://schemas.microsoft.com/office/drawing/2007/8/2/chart" xmlns:cdr="http://schemas.openxmlformats.org/drawingml/2006/chartDrawing" xmlns:wne="http://schemas.microsoft.com/office/word/2006/wordml" xmlns:sl="http://schemas.openxmlformats.org/schemaLibrary/2006/main" xmlns:mc="http://schemas.openxmlformats.org/markup-compatibility/2006" xmlns:wp14="http://schemas.microsoft.com/office/word/2010/wordprocessingDrawing" xmlns:wp="http://schemas.openxmlformats.org/drawingml/2006/wordprocessingDrawing" xmlns:m="http://schemas.openxmlformats.org/officeDocument/2006/math" xmlns:w14="http://schemas.microsoft.com/office/word/2010/wordml" xmlns:w15="http://schemas.microsoft.com/office/word/2012/wordml" xmlns:w="http://schemas.openxmlformats.org/wordprocessingml/2006/main">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NL"/>
    </a:p>
  </c:txPr>
  <c:externalData r:id="rId3">
    <c:autoUpdate val="0"/>
  </c:externalData>
</c:chartSpace>
</file>

<file path=ppt/charts/colors1.xml><?xml version="1.0" encoding="utf-8"?>
<cs:colorStyle xmlns:cs="http://schemas.microsoft.com/office/drawing/2012/chartStyle" xmlns:a="http://schemas.openxmlformats.org/drawingml/2006/main" meth="withinLinear" id="15">
  <a:schemeClr val="accent2"/>
</cs:colorStyle>
</file>

<file path=ppt/charts/colors2.xml><?xml version="1.0" encoding="utf-8"?>
<cs:colorStyle xmlns:cs="http://schemas.microsoft.com/office/drawing/2012/chartStyle" xmlns:a="http://schemas.openxmlformats.org/drawingml/2006/main" meth="withinLinear" id="15">
  <a:schemeClr val="accent2"/>
</cs:colorStyle>
</file>

<file path=ppt/charts/colors3.xml><?xml version="1.0" encoding="utf-8"?>
<cs:colorStyle xmlns:cs="http://schemas.microsoft.com/office/drawing/2012/chartStyle" xmlns:a="http://schemas.openxmlformats.org/drawingml/2006/main" meth="withinLinear" id="15">
  <a:schemeClr val="accent2"/>
</cs:colorStyle>
</file>

<file path=ppt/charts/colors4.xml><?xml version="1.0" encoding="utf-8"?>
<cs:colorStyle xmlns:cs="http://schemas.microsoft.com/office/drawing/2012/chartStyle" xmlns:a="http://schemas.openxmlformats.org/drawingml/2006/main" meth="withinLinear" id="15">
  <a:schemeClr val="accent2"/>
</cs:colorStyle>
</file>

<file path=ppt/charts/colors5.xml><?xml version="1.0" encoding="utf-8"?>
<cs:colorStyle xmlns:cs="http://schemas.microsoft.com/office/drawing/2012/chartStyle" xmlns:a="http://schemas.openxmlformats.org/drawingml/2006/main" meth="withinLinear" id="15">
  <a:schemeClr val="accent2"/>
</cs:colorStyle>
</file>

<file path=ppt/charts/colors6.xml><?xml version="1.0" encoding="utf-8"?>
<cs:colorStyle xmlns:cs="http://schemas.microsoft.com/office/drawing/2012/chartStyle" xmlns:a="http://schemas.openxmlformats.org/drawingml/2006/main" meth="withinLinear" id="15">
  <a:schemeClr val="accent2"/>
</cs:colorStyle>
</file>

<file path=ppt/charts/colors7.xml><?xml version="1.0" encoding="utf-8"?>
<cs:colorStyle xmlns:cs="http://schemas.microsoft.com/office/drawing/2012/chartStyle" xmlns:a="http://schemas.openxmlformats.org/drawingml/2006/main" meth="withinLinear" id="15">
  <a:schemeClr val="accent2"/>
</cs:colorStyle>
</file>

<file path=ppt/charts/colors8.xml><?xml version="1.0" encoding="utf-8"?>
<cs:colorStyle xmlns:cs="http://schemas.microsoft.com/office/drawing/2012/chartStyle" xmlns:a="http://schemas.openxmlformats.org/drawingml/2006/main" meth="withinLinear" id="15">
  <a:schemeClr val="accent2"/>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AF400D1-FA8E-6548-A590-873477C843F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6B4962C3-51DB-5B49-AE33-9436051173E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1255C68-584F-174D-BB81-51BF91708794}" type="datetimeFigureOut">
              <a:rPr lang="en-US" smtClean="0"/>
              <a:t>8/26/25</a:t>
            </a:fld>
            <a:endParaRPr lang="en-US"/>
          </a:p>
        </p:txBody>
      </p:sp>
      <p:sp>
        <p:nvSpPr>
          <p:cNvPr id="4" name="Footer Placeholder 3">
            <a:extLst>
              <a:ext uri="{FF2B5EF4-FFF2-40B4-BE49-F238E27FC236}">
                <a16:creationId xmlns:a16="http://schemas.microsoft.com/office/drawing/2014/main" id="{64633DF3-39D0-BC4B-8900-A41729E59CD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B4D735CF-6CE3-3041-89CE-FA86F745DE4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3A955B2-A2D5-2846-95B1-99C033D9F488}" type="slidenum">
              <a:rPr lang="en-US" smtClean="0"/>
              <a:t>‹#›</a:t>
            </a:fld>
            <a:endParaRPr lang="en-US"/>
          </a:p>
        </p:txBody>
      </p:sp>
    </p:spTree>
    <p:extLst>
      <p:ext uri="{BB962C8B-B14F-4D97-AF65-F5344CB8AC3E}">
        <p14:creationId xmlns:p14="http://schemas.microsoft.com/office/powerpoint/2010/main" val="176890166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EDAAC4-819D-C544-9EA1-C73624CFD70B}" type="datetimeFigureOut">
              <a:rPr lang="en-US" smtClean="0"/>
              <a:t>8/26/25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408DED6-61EF-5240-95D8-926F20A98C89}" type="slidenum">
              <a:rPr lang="en-US" smtClean="0"/>
              <a:t>‹#›</a:t>
            </a:fld>
            <a:endParaRPr lang="en-US"/>
          </a:p>
        </p:txBody>
      </p:sp>
    </p:spTree>
    <p:extLst>
      <p:ext uri="{BB962C8B-B14F-4D97-AF65-F5344CB8AC3E}">
        <p14:creationId xmlns:p14="http://schemas.microsoft.com/office/powerpoint/2010/main" val="1307998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dirty="0"/>
          </a:p>
        </p:txBody>
      </p:sp>
      <p:sp>
        <p:nvSpPr>
          <p:cNvPr id="4" name="Tijdelijke aanduiding voor dianummer 3"/>
          <p:cNvSpPr>
            <a:spLocks noGrp="1"/>
          </p:cNvSpPr>
          <p:nvPr>
            <p:ph type="sldNum" sz="quarter" idx="5"/>
          </p:nvPr>
        </p:nvSpPr>
        <p:spPr/>
        <p:txBody>
          <a:bodyPr/>
          <a:lstStyle/>
          <a:p>
            <a:fld id="{4408DED6-61EF-5240-95D8-926F20A98C89}" type="slidenum">
              <a:rPr lang="en-US" smtClean="0"/>
              <a:t>1</a:t>
            </a:fld>
            <a:endParaRPr lang="en-US" dirty="0"/>
          </a:p>
        </p:txBody>
      </p:sp>
    </p:spTree>
    <p:extLst>
      <p:ext uri="{BB962C8B-B14F-4D97-AF65-F5344CB8AC3E}">
        <p14:creationId xmlns:p14="http://schemas.microsoft.com/office/powerpoint/2010/main" val="35907200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4408DED6-61EF-5240-95D8-926F20A98C89}" type="slidenum">
              <a:rPr lang="en-US" smtClean="0"/>
              <a:t>3</a:t>
            </a:fld>
            <a:endParaRPr lang="en-US"/>
          </a:p>
        </p:txBody>
      </p:sp>
    </p:spTree>
    <p:extLst>
      <p:ext uri="{BB962C8B-B14F-4D97-AF65-F5344CB8AC3E}">
        <p14:creationId xmlns:p14="http://schemas.microsoft.com/office/powerpoint/2010/main" val="36544830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563206-5A0F-6590-5CC2-8128E2972D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635E41-5775-0107-E6CF-D4AEE682D0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D9C8D-B649-9612-CD2B-DCF6CEA0AA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4F1303-806E-A123-9657-CCEC8C32C759}"/>
              </a:ext>
            </a:extLst>
          </p:cNvPr>
          <p:cNvSpPr>
            <a:spLocks noGrp="1"/>
          </p:cNvSpPr>
          <p:nvPr>
            <p:ph type="sldNum" sz="quarter" idx="5"/>
          </p:nvPr>
        </p:nvSpPr>
        <p:spPr/>
        <p:txBody>
          <a:bodyPr/>
          <a:lstStyle/>
          <a:p>
            <a:fld id="{4408DED6-61EF-5240-95D8-926F20A98C89}" type="slidenum">
              <a:rPr lang="en-US" smtClean="0"/>
              <a:t>4</a:t>
            </a:fld>
            <a:endParaRPr lang="en-US"/>
          </a:p>
        </p:txBody>
      </p:sp>
    </p:spTree>
    <p:extLst>
      <p:ext uri="{BB962C8B-B14F-4D97-AF65-F5344CB8AC3E}">
        <p14:creationId xmlns:p14="http://schemas.microsoft.com/office/powerpoint/2010/main" val="34795205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82D2F1-F27E-F008-D28F-A80C65A791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FE20B-AC68-A715-1904-A8997A7407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C90C4E-EA51-177C-42BA-46AF20D0BD4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69E6F7B-6012-765E-DCF5-2558BB00D944}"/>
              </a:ext>
            </a:extLst>
          </p:cNvPr>
          <p:cNvSpPr>
            <a:spLocks noGrp="1"/>
          </p:cNvSpPr>
          <p:nvPr>
            <p:ph type="sldNum" sz="quarter" idx="5"/>
          </p:nvPr>
        </p:nvSpPr>
        <p:spPr/>
        <p:txBody>
          <a:bodyPr/>
          <a:lstStyle/>
          <a:p>
            <a:fld id="{4408DED6-61EF-5240-95D8-926F20A98C89}" type="slidenum">
              <a:rPr lang="en-US" smtClean="0"/>
              <a:t>5</a:t>
            </a:fld>
            <a:endParaRPr lang="en-US"/>
          </a:p>
        </p:txBody>
      </p:sp>
    </p:spTree>
    <p:extLst>
      <p:ext uri="{BB962C8B-B14F-4D97-AF65-F5344CB8AC3E}">
        <p14:creationId xmlns:p14="http://schemas.microsoft.com/office/powerpoint/2010/main" val="18632382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71DC2-F944-34DD-B764-85BED2F0879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3AABBC-4283-B289-4871-B4E7AF2C71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EA979-5454-3EEC-CBC8-37F698F3143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55A1BD-6926-2626-8E5D-55F3DAC16D65}"/>
              </a:ext>
            </a:extLst>
          </p:cNvPr>
          <p:cNvSpPr>
            <a:spLocks noGrp="1"/>
          </p:cNvSpPr>
          <p:nvPr>
            <p:ph type="sldNum" sz="quarter" idx="5"/>
          </p:nvPr>
        </p:nvSpPr>
        <p:spPr/>
        <p:txBody>
          <a:bodyPr/>
          <a:lstStyle/>
          <a:p>
            <a:fld id="{4408DED6-61EF-5240-95D8-926F20A98C89}" type="slidenum">
              <a:rPr lang="en-US" smtClean="0"/>
              <a:t>6</a:t>
            </a:fld>
            <a:endParaRPr lang="en-US"/>
          </a:p>
        </p:txBody>
      </p:sp>
    </p:spTree>
    <p:extLst>
      <p:ext uri="{BB962C8B-B14F-4D97-AF65-F5344CB8AC3E}">
        <p14:creationId xmlns:p14="http://schemas.microsoft.com/office/powerpoint/2010/main" val="379258964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6A897-55A7-2447-F783-128B0CFBBD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9104CF-C963-7F07-8CBB-81BC53752AB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676AC3-E364-BACE-9255-7FEDBC1065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8BDFFB-1DE8-A17E-1199-64339F16E5D0}"/>
              </a:ext>
            </a:extLst>
          </p:cNvPr>
          <p:cNvSpPr>
            <a:spLocks noGrp="1"/>
          </p:cNvSpPr>
          <p:nvPr>
            <p:ph type="sldNum" sz="quarter" idx="5"/>
          </p:nvPr>
        </p:nvSpPr>
        <p:spPr/>
        <p:txBody>
          <a:bodyPr/>
          <a:lstStyle/>
          <a:p>
            <a:fld id="{4408DED6-61EF-5240-95D8-926F20A98C89}" type="slidenum">
              <a:rPr lang="en-US" smtClean="0"/>
              <a:t>8</a:t>
            </a:fld>
            <a:endParaRPr lang="en-US"/>
          </a:p>
        </p:txBody>
      </p:sp>
    </p:spTree>
    <p:extLst>
      <p:ext uri="{BB962C8B-B14F-4D97-AF65-F5344CB8AC3E}">
        <p14:creationId xmlns:p14="http://schemas.microsoft.com/office/powerpoint/2010/main" val="19438946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2BE28-66CD-D44C-0C55-AC9782C012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EA4409-553C-FD5A-DFB7-7323806337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8D879E-AF06-1362-CB5F-F90FA686573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BAFB8AC-ED1E-0E2E-5AF2-507128B54A79}"/>
              </a:ext>
            </a:extLst>
          </p:cNvPr>
          <p:cNvSpPr>
            <a:spLocks noGrp="1"/>
          </p:cNvSpPr>
          <p:nvPr>
            <p:ph type="sldNum" sz="quarter" idx="5"/>
          </p:nvPr>
        </p:nvSpPr>
        <p:spPr/>
        <p:txBody>
          <a:bodyPr/>
          <a:lstStyle/>
          <a:p>
            <a:fld id="{4408DED6-61EF-5240-95D8-926F20A98C89}" type="slidenum">
              <a:rPr lang="en-US" smtClean="0"/>
              <a:t>9</a:t>
            </a:fld>
            <a:endParaRPr lang="en-US"/>
          </a:p>
        </p:txBody>
      </p:sp>
    </p:spTree>
    <p:extLst>
      <p:ext uri="{BB962C8B-B14F-4D97-AF65-F5344CB8AC3E}">
        <p14:creationId xmlns:p14="http://schemas.microsoft.com/office/powerpoint/2010/main" val="10194925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3862A-F09F-91B5-B819-242958E8BC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0E31BB-F827-E21D-B159-D85EAFD8E9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D7BD65-F7D4-27E5-1285-CD1B365EC4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35E97A5-3B47-5DA4-12BE-7F0013740B5E}"/>
              </a:ext>
            </a:extLst>
          </p:cNvPr>
          <p:cNvSpPr>
            <a:spLocks noGrp="1"/>
          </p:cNvSpPr>
          <p:nvPr>
            <p:ph type="sldNum" sz="quarter" idx="5"/>
          </p:nvPr>
        </p:nvSpPr>
        <p:spPr/>
        <p:txBody>
          <a:bodyPr/>
          <a:lstStyle/>
          <a:p>
            <a:fld id="{4408DED6-61EF-5240-95D8-926F20A98C89}" type="slidenum">
              <a:rPr lang="en-US" smtClean="0"/>
              <a:t>10</a:t>
            </a:fld>
            <a:endParaRPr lang="en-US"/>
          </a:p>
        </p:txBody>
      </p:sp>
    </p:spTree>
    <p:extLst>
      <p:ext uri="{BB962C8B-B14F-4D97-AF65-F5344CB8AC3E}">
        <p14:creationId xmlns:p14="http://schemas.microsoft.com/office/powerpoint/2010/main" val="346838968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2525A-77B9-4F45-8B5F-B3F774D899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455FC7-AD94-D9A7-D34B-DADFAE57C9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E22277-C214-6DF7-231D-6BEE9F1E0B8A}"/>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A992DA4-1468-1278-5185-5DACC01D123C}"/>
              </a:ext>
            </a:extLst>
          </p:cNvPr>
          <p:cNvSpPr>
            <a:spLocks noGrp="1"/>
          </p:cNvSpPr>
          <p:nvPr>
            <p:ph type="sldNum" sz="quarter" idx="5"/>
          </p:nvPr>
        </p:nvSpPr>
        <p:spPr/>
        <p:txBody>
          <a:bodyPr/>
          <a:lstStyle/>
          <a:p>
            <a:fld id="{4408DED6-61EF-5240-95D8-926F20A98C89}" type="slidenum">
              <a:rPr lang="en-US" smtClean="0"/>
              <a:t>11</a:t>
            </a:fld>
            <a:endParaRPr lang="en-US"/>
          </a:p>
        </p:txBody>
      </p:sp>
    </p:spTree>
    <p:extLst>
      <p:ext uri="{BB962C8B-B14F-4D97-AF65-F5344CB8AC3E}">
        <p14:creationId xmlns:p14="http://schemas.microsoft.com/office/powerpoint/2010/main" val="159087835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US"/>
          </a:p>
        </p:txBody>
      </p:sp>
      <p:sp>
        <p:nvSpPr>
          <p:cNvPr id="4" name="Tijdelijke aanduiding voor dianummer 3"/>
          <p:cNvSpPr>
            <a:spLocks noGrp="1"/>
          </p:cNvSpPr>
          <p:nvPr>
            <p:ph type="sldNum" sz="quarter" idx="5"/>
          </p:nvPr>
        </p:nvSpPr>
        <p:spPr/>
        <p:txBody>
          <a:bodyPr/>
          <a:lstStyle/>
          <a:p>
            <a:fld id="{4408DED6-61EF-5240-95D8-926F20A98C89}" type="slidenum">
              <a:rPr lang="en-US" smtClean="0"/>
              <a:t>22</a:t>
            </a:fld>
            <a:endParaRPr lang="en-US"/>
          </a:p>
        </p:txBody>
      </p:sp>
    </p:spTree>
    <p:extLst>
      <p:ext uri="{BB962C8B-B14F-4D97-AF65-F5344CB8AC3E}">
        <p14:creationId xmlns:p14="http://schemas.microsoft.com/office/powerpoint/2010/main" val="176498099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emf"/></Relationships>
</file>

<file path=ppt/slideLayouts/_rels/slideLayout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em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0.jp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image" Target="../media/image11.jp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6.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emf"/></Relationships>
</file>

<file path=ppt/slideLayouts/_rels/slideLayout7.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emf"/></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1.xml"/><Relationship Id="rId5" Type="http://schemas.openxmlformats.org/officeDocument/2006/relationships/image" Target="../media/image7.svg"/><Relationship Id="rId4"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4.png"/><Relationship Id="rId1" Type="http://schemas.openxmlformats.org/officeDocument/2006/relationships/slideMaster" Target="../slideMasters/slideMaster1.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17.emf"/></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emf"/><Relationship Id="rId1" Type="http://schemas.openxmlformats.org/officeDocument/2006/relationships/slideMaster" Target="../slideMasters/slideMaster1.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7.svg"/></Relationships>
</file>

<file path=ppt/slideLayouts/_rels/slideLayout29.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21.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30.xml.rels><?xml version="1.0" encoding="UTF-8" standalone="yes"?>
<Relationships xmlns="http://schemas.openxmlformats.org/package/2006/relationships"><Relationship Id="rId3" Type="http://schemas.microsoft.com/office/2007/relationships/hdphoto" Target="../media/hdphoto4.wdp"/><Relationship Id="rId7" Type="http://schemas.openxmlformats.org/officeDocument/2006/relationships/image" Target="../media/image21.svg"/><Relationship Id="rId2" Type="http://schemas.openxmlformats.org/officeDocument/2006/relationships/image" Target="../media/image12.png"/><Relationship Id="rId1" Type="http://schemas.openxmlformats.org/officeDocument/2006/relationships/slideMaster" Target="../slideMasters/slideMaster1.xml"/><Relationship Id="rId6" Type="http://schemas.openxmlformats.org/officeDocument/2006/relationships/image" Target="../media/image20.png"/><Relationship Id="rId5" Type="http://schemas.openxmlformats.org/officeDocument/2006/relationships/image" Target="../media/image15.svg"/><Relationship Id="rId4" Type="http://schemas.openxmlformats.org/officeDocument/2006/relationships/image" Target="../media/image14.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0.png"/><Relationship Id="rId1" Type="http://schemas.openxmlformats.org/officeDocument/2006/relationships/slideMaster" Target="../slideMasters/slideMaster1.xml"/><Relationship Id="rId4" Type="http://schemas.openxmlformats.org/officeDocument/2006/relationships/image" Target="../media/image5.emf"/></Relationships>
</file>

<file path=ppt/slideLayouts/_rels/slideLayout33.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33.svg"/><Relationship Id="rId3" Type="http://schemas.microsoft.com/office/2007/relationships/hdphoto" Target="../media/hdphoto6.wdp"/><Relationship Id="rId7" Type="http://schemas.openxmlformats.org/officeDocument/2006/relationships/image" Target="../media/image27.svg"/><Relationship Id="rId12" Type="http://schemas.openxmlformats.org/officeDocument/2006/relationships/image" Target="../media/image32.png"/><Relationship Id="rId2" Type="http://schemas.openxmlformats.org/officeDocument/2006/relationships/image" Target="../media/image23.png"/><Relationship Id="rId1" Type="http://schemas.openxmlformats.org/officeDocument/2006/relationships/slideMaster" Target="../slideMasters/slideMaster1.xml"/><Relationship Id="rId6" Type="http://schemas.openxmlformats.org/officeDocument/2006/relationships/image" Target="../media/image26.png"/><Relationship Id="rId11" Type="http://schemas.openxmlformats.org/officeDocument/2006/relationships/image" Target="../media/image31.svg"/><Relationship Id="rId5" Type="http://schemas.openxmlformats.org/officeDocument/2006/relationships/image" Target="../media/image25.svg"/><Relationship Id="rId15" Type="http://schemas.openxmlformats.org/officeDocument/2006/relationships/image" Target="../media/image35.sv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svg"/><Relationship Id="rId14" Type="http://schemas.openxmlformats.org/officeDocument/2006/relationships/image" Target="../media/image34.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36.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40.png"/><Relationship Id="rId1" Type="http://schemas.openxmlformats.org/officeDocument/2006/relationships/slideMaster" Target="../slideMasters/slideMaster3.xml"/><Relationship Id="rId4" Type="http://schemas.openxmlformats.org/officeDocument/2006/relationships/image" Target="../media/image41.sv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Front cover Default">
    <p:bg>
      <p:bgPr>
        <a:solidFill>
          <a:schemeClr val="bg1"/>
        </a:soli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F6E94B9C-731B-A6C0-F38A-EC613D003E57}"/>
              </a:ext>
            </a:extLst>
          </p:cNvPr>
          <p:cNvSpPr/>
          <p:nvPr userDrawn="1"/>
        </p:nvSpPr>
        <p:spPr>
          <a:xfrm>
            <a:off x="0" y="0"/>
            <a:ext cx="12192000" cy="4184374"/>
          </a:xfrm>
          <a:prstGeom prst="rect">
            <a:avLst/>
          </a:prstGeom>
          <a:gradFill>
            <a:gsLst>
              <a:gs pos="0">
                <a:schemeClr val="tx1"/>
              </a:gs>
              <a:gs pos="99000">
                <a:srgbClr val="1764FF"/>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5" name="Rechthoek 4">
            <a:extLst>
              <a:ext uri="{FF2B5EF4-FFF2-40B4-BE49-F238E27FC236}">
                <a16:creationId xmlns:a16="http://schemas.microsoft.com/office/drawing/2014/main" id="{9A117983-53B1-62CE-BC5F-B1B65FAC6A45}"/>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3E0F1A55-AB3F-0EE3-7864-3AEE7EED9AAE}"/>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31B15FB7-8A1B-6A4C-426D-CEFCA9B85A56}"/>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0991CD43-2A10-0FFF-842C-3A129B9E0A16}"/>
              </a:ext>
            </a:extLst>
          </p:cNvPr>
          <p:cNvCxnSpPr>
            <a:cxnSpLocks/>
          </p:cNvCxnSpPr>
          <p:nvPr userDrawn="1"/>
        </p:nvCxnSpPr>
        <p:spPr>
          <a:xfrm>
            <a:off x="3672841" y="6278577"/>
            <a:ext cx="7895435" cy="0"/>
          </a:xfrm>
          <a:prstGeom prst="line">
            <a:avLst/>
          </a:prstGeom>
          <a:ln w="9525">
            <a:solidFill>
              <a:srgbClr val="D3D3D3">
                <a:alpha val="59216"/>
              </a:srgbClr>
            </a:solidFill>
            <a:prstDash val="sysDot"/>
          </a:ln>
        </p:spPr>
        <p:style>
          <a:lnRef idx="1">
            <a:schemeClr val="accent1"/>
          </a:lnRef>
          <a:fillRef idx="0">
            <a:schemeClr val="accent1"/>
          </a:fillRef>
          <a:effectRef idx="0">
            <a:schemeClr val="accent1"/>
          </a:effectRef>
          <a:fontRef idx="minor">
            <a:schemeClr val="tx1"/>
          </a:fontRef>
        </p:style>
      </p:cxnSp>
      <p:pic>
        <p:nvPicPr>
          <p:cNvPr id="9" name="Picture 21">
            <a:extLst>
              <a:ext uri="{FF2B5EF4-FFF2-40B4-BE49-F238E27FC236}">
                <a16:creationId xmlns:a16="http://schemas.microsoft.com/office/drawing/2014/main" id="{718325A2-462B-E148-5749-834328CDDC43}"/>
              </a:ext>
            </a:extLst>
          </p:cNvPr>
          <p:cNvPicPr>
            <a:picLocks noChangeAspect="1"/>
          </p:cNvPicPr>
          <p:nvPr userDrawn="1"/>
        </p:nvPicPr>
        <p:blipFill>
          <a:blip r:embed="rId2"/>
          <a:stretch>
            <a:fillRect/>
          </a:stretch>
        </p:blipFill>
        <p:spPr>
          <a:xfrm>
            <a:off x="632091" y="565174"/>
            <a:ext cx="1567770" cy="464862"/>
          </a:xfrm>
          <a:prstGeom prst="rect">
            <a:avLst/>
          </a:prstGeom>
        </p:spPr>
      </p:pic>
      <p:pic>
        <p:nvPicPr>
          <p:cNvPr id="10" name="Graphic 9">
            <a:extLst>
              <a:ext uri="{FF2B5EF4-FFF2-40B4-BE49-F238E27FC236}">
                <a16:creationId xmlns:a16="http://schemas.microsoft.com/office/drawing/2014/main" id="{CEE2205B-5459-0FDE-92DD-08BE332E9DF2}"/>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10492372" y="270105"/>
            <a:ext cx="1441556" cy="1282314"/>
          </a:xfrm>
          <a:prstGeom prst="rect">
            <a:avLst/>
          </a:prstGeom>
        </p:spPr>
      </p:pic>
      <p:sp>
        <p:nvSpPr>
          <p:cNvPr id="18" name="Text Placeholder 5">
            <a:extLst>
              <a:ext uri="{FF2B5EF4-FFF2-40B4-BE49-F238E27FC236}">
                <a16:creationId xmlns:a16="http://schemas.microsoft.com/office/drawing/2014/main" id="{5648C43D-9536-3244-A506-6A5A30871372}"/>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9" name="Text Placeholder 7">
            <a:extLst>
              <a:ext uri="{FF2B5EF4-FFF2-40B4-BE49-F238E27FC236}">
                <a16:creationId xmlns:a16="http://schemas.microsoft.com/office/drawing/2014/main" id="{29341155-439A-954C-9C3F-3CD221DB2628}"/>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0" name="Text Placeholder 9">
            <a:extLst>
              <a:ext uri="{FF2B5EF4-FFF2-40B4-BE49-F238E27FC236}">
                <a16:creationId xmlns:a16="http://schemas.microsoft.com/office/drawing/2014/main" id="{779D46CA-D77B-744F-8CB5-2D8D9F9D2191}"/>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3" name="Text Placeholder 11">
            <a:extLst>
              <a:ext uri="{FF2B5EF4-FFF2-40B4-BE49-F238E27FC236}">
                <a16:creationId xmlns:a16="http://schemas.microsoft.com/office/drawing/2014/main" id="{04561D11-806F-6D40-80EC-9ED0215E12E6}"/>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16" name="Text Placeholder 8">
            <a:extLst>
              <a:ext uri="{FF2B5EF4-FFF2-40B4-BE49-F238E27FC236}">
                <a16:creationId xmlns:a16="http://schemas.microsoft.com/office/drawing/2014/main" id="{586E0EA2-3155-D54F-90C0-1D3AD9238F51}"/>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11" name="Tijdelijke aanduiding voor voettekst 10">
            <a:extLst>
              <a:ext uri="{FF2B5EF4-FFF2-40B4-BE49-F238E27FC236}">
                <a16:creationId xmlns:a16="http://schemas.microsoft.com/office/drawing/2014/main" id="{46D77637-E026-4F76-C4E3-DEEFB34A004C}"/>
              </a:ext>
            </a:extLst>
          </p:cNvPr>
          <p:cNvSpPr>
            <a:spLocks noGrp="1"/>
          </p:cNvSpPr>
          <p:nvPr>
            <p:ph type="ftr" sz="quarter" idx="44"/>
          </p:nvPr>
        </p:nvSpPr>
        <p:spPr>
          <a:xfrm>
            <a:off x="9854418" y="6429600"/>
            <a:ext cx="1712382" cy="237600"/>
          </a:xfrm>
        </p:spPr>
        <p:txBody>
          <a:bodyPr lIns="251999" rIns="180000" bIns="46800">
            <a:noAutofit/>
          </a:bodyPr>
          <a:lstStyle>
            <a:lvl1pPr algn="r">
              <a:defRPr sz="1000">
                <a:solidFill>
                  <a:srgbClr val="FFFFFF"/>
                </a:solidFill>
              </a:defRPr>
            </a:lvl1pPr>
          </a:lstStyle>
          <a:p>
            <a:r>
              <a:rPr lang="nl-NL"/>
              <a:t>Confidential</a:t>
            </a:r>
          </a:p>
        </p:txBody>
      </p:sp>
    </p:spTree>
    <p:extLst>
      <p:ext uri="{BB962C8B-B14F-4D97-AF65-F5344CB8AC3E}">
        <p14:creationId xmlns:p14="http://schemas.microsoft.com/office/powerpoint/2010/main" val="346815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ront cover Tech">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7347C396-4E04-5438-3588-DA4459F358A5}"/>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4747"/>
                    </a14:imgEffect>
                    <a14:imgEffect>
                      <a14:brightnessContrast bright="-19000"/>
                    </a14:imgEffect>
                  </a14:imgLayer>
                </a14:imgProps>
              </a:ext>
              <a:ext uri="{28A0092B-C50C-407E-A947-70E740481C1C}">
                <a14:useLocalDpi xmlns:a14="http://schemas.microsoft.com/office/drawing/2010/main"/>
              </a:ext>
            </a:extLst>
          </a:blip>
          <a:srcRect/>
          <a:stretch/>
        </p:blipFill>
        <p:spPr>
          <a:xfrm>
            <a:off x="-736" y="1"/>
            <a:ext cx="12192736" cy="4788650"/>
          </a:xfrm>
          <a:prstGeom prst="rect">
            <a:avLst/>
          </a:prstGeom>
        </p:spPr>
      </p:pic>
      <p:sp>
        <p:nvSpPr>
          <p:cNvPr id="5" name="Rechthoek 4">
            <a:extLst>
              <a:ext uri="{FF2B5EF4-FFF2-40B4-BE49-F238E27FC236}">
                <a16:creationId xmlns:a16="http://schemas.microsoft.com/office/drawing/2014/main" id="{3711BFBD-7D49-8987-E8A2-D4E4D95700E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13">
            <a:extLst>
              <a:ext uri="{FF2B5EF4-FFF2-40B4-BE49-F238E27FC236}">
                <a16:creationId xmlns:a16="http://schemas.microsoft.com/office/drawing/2014/main" id="{F980E156-820D-6279-257C-1179FF494665}"/>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7" name="Rectangle 14">
            <a:extLst>
              <a:ext uri="{FF2B5EF4-FFF2-40B4-BE49-F238E27FC236}">
                <a16:creationId xmlns:a16="http://schemas.microsoft.com/office/drawing/2014/main" id="{C197F95C-A1BB-C2C6-50E0-3639B39F8A87}"/>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8" name="Straight Connector 16">
            <a:extLst>
              <a:ext uri="{FF2B5EF4-FFF2-40B4-BE49-F238E27FC236}">
                <a16:creationId xmlns:a16="http://schemas.microsoft.com/office/drawing/2014/main" id="{30FCF230-7996-DE1F-6C0D-58B99665047D}"/>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9" name="Picture 21">
            <a:extLst>
              <a:ext uri="{FF2B5EF4-FFF2-40B4-BE49-F238E27FC236}">
                <a16:creationId xmlns:a16="http://schemas.microsoft.com/office/drawing/2014/main" id="{6CF357FC-33B2-3E70-BF03-1610A06F734C}"/>
              </a:ext>
            </a:extLst>
          </p:cNvPr>
          <p:cNvPicPr>
            <a:picLocks noChangeAspect="1"/>
          </p:cNvPicPr>
          <p:nvPr userDrawn="1"/>
        </p:nvPicPr>
        <p:blipFill>
          <a:blip r:embed="rId4"/>
          <a:stretch>
            <a:fillRect/>
          </a:stretch>
        </p:blipFill>
        <p:spPr>
          <a:xfrm>
            <a:off x="632091" y="565174"/>
            <a:ext cx="1567770" cy="464862"/>
          </a:xfrm>
          <a:prstGeom prst="rect">
            <a:avLst/>
          </a:prstGeom>
        </p:spPr>
      </p:pic>
      <p:pic>
        <p:nvPicPr>
          <p:cNvPr id="10" name="Graphic 9">
            <a:extLst>
              <a:ext uri="{FF2B5EF4-FFF2-40B4-BE49-F238E27FC236}">
                <a16:creationId xmlns:a16="http://schemas.microsoft.com/office/drawing/2014/main" id="{13E1A4A9-C505-7479-7012-3F807BCFF4F3}"/>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492372" y="270105"/>
            <a:ext cx="1441556" cy="1282314"/>
          </a:xfrm>
          <a:prstGeom prst="rect">
            <a:avLst/>
          </a:prstGeom>
        </p:spPr>
      </p:pic>
      <p:sp>
        <p:nvSpPr>
          <p:cNvPr id="14" name="Text Placeholder 5">
            <a:extLst>
              <a:ext uri="{FF2B5EF4-FFF2-40B4-BE49-F238E27FC236}">
                <a16:creationId xmlns:a16="http://schemas.microsoft.com/office/drawing/2014/main" id="{811FEE32-F393-744E-EBFD-1C14BB1094DB}"/>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CC7910BC-58A3-14A8-3CB9-E7BE52B4B489}"/>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2" name="Text Placeholder 9">
            <a:extLst>
              <a:ext uri="{FF2B5EF4-FFF2-40B4-BE49-F238E27FC236}">
                <a16:creationId xmlns:a16="http://schemas.microsoft.com/office/drawing/2014/main" id="{76D8D5D2-5556-C988-863B-FEF6596D372E}"/>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6" name="Text Placeholder 11">
            <a:extLst>
              <a:ext uri="{FF2B5EF4-FFF2-40B4-BE49-F238E27FC236}">
                <a16:creationId xmlns:a16="http://schemas.microsoft.com/office/drawing/2014/main" id="{1C6B49C7-FC72-15CE-7B79-FA680860ADCB}"/>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A93ED98E-A35F-4458-542C-7C4AC54E55A6}"/>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25913A94-10DF-8D91-7C37-CE090F12EB19}"/>
              </a:ext>
            </a:extLst>
          </p:cNvPr>
          <p:cNvSpPr>
            <a:spLocks noGrp="1"/>
          </p:cNvSpPr>
          <p:nvPr>
            <p:ph type="ftr" sz="quarter" idx="44"/>
          </p:nvPr>
        </p:nvSpPr>
        <p:spPr>
          <a:xfrm>
            <a:off x="9854418" y="6429600"/>
            <a:ext cx="1712382" cy="237600"/>
          </a:xfr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361521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Front cover Logistics">
    <p:bg>
      <p:bgPr>
        <a:solidFill>
          <a:schemeClr val="bg1"/>
        </a:solidFill>
        <a:effectLst/>
      </p:bgPr>
    </p:bg>
    <p:spTree>
      <p:nvGrpSpPr>
        <p:cNvPr id="1" name=""/>
        <p:cNvGrpSpPr/>
        <p:nvPr/>
      </p:nvGrpSpPr>
      <p:grpSpPr>
        <a:xfrm>
          <a:off x="0" y="0"/>
          <a:ext cx="0" cy="0"/>
          <a:chOff x="0" y="0"/>
          <a:chExt cx="0" cy="0"/>
        </a:xfrm>
      </p:grpSpPr>
      <p:pic>
        <p:nvPicPr>
          <p:cNvPr id="30" name="Picture 38">
            <a:extLst>
              <a:ext uri="{FF2B5EF4-FFF2-40B4-BE49-F238E27FC236}">
                <a16:creationId xmlns:a16="http://schemas.microsoft.com/office/drawing/2014/main" id="{DF3D568E-10C4-E195-E924-2D04E31381AA}"/>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brightnessContrast bright="-46000" contrast="1000"/>
                    </a14:imgEffect>
                  </a14:imgLayer>
                </a14:imgProps>
              </a:ext>
              <a:ext uri="{28A0092B-C50C-407E-A947-70E740481C1C}">
                <a14:useLocalDpi xmlns:a14="http://schemas.microsoft.com/office/drawing/2010/main"/>
              </a:ext>
            </a:extLst>
          </a:blip>
          <a:srcRect/>
          <a:stretch/>
        </p:blipFill>
        <p:spPr>
          <a:xfrm>
            <a:off x="0" y="0"/>
            <a:ext cx="12192736" cy="4788650"/>
          </a:xfrm>
          <a:prstGeom prst="rect">
            <a:avLst/>
          </a:prstGeom>
          <a:noFill/>
        </p:spPr>
      </p:pic>
      <p:sp>
        <p:nvSpPr>
          <p:cNvPr id="2" name="Rechthoek 4">
            <a:extLst>
              <a:ext uri="{FF2B5EF4-FFF2-40B4-BE49-F238E27FC236}">
                <a16:creationId xmlns:a16="http://schemas.microsoft.com/office/drawing/2014/main" id="{AC32777C-550F-DBA1-B9CB-BCAF61BB9AA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3">
            <a:extLst>
              <a:ext uri="{FF2B5EF4-FFF2-40B4-BE49-F238E27FC236}">
                <a16:creationId xmlns:a16="http://schemas.microsoft.com/office/drawing/2014/main" id="{97BD6947-E92D-BDBD-F509-253B9017D297}"/>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1" name="Rectangle 14">
            <a:extLst>
              <a:ext uri="{FF2B5EF4-FFF2-40B4-BE49-F238E27FC236}">
                <a16:creationId xmlns:a16="http://schemas.microsoft.com/office/drawing/2014/main" id="{6ECDE087-F9E2-2F82-309D-DFCC6ECB94B9}"/>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2" name="Straight Connector 16">
            <a:extLst>
              <a:ext uri="{FF2B5EF4-FFF2-40B4-BE49-F238E27FC236}">
                <a16:creationId xmlns:a16="http://schemas.microsoft.com/office/drawing/2014/main" id="{83C4210F-9C3E-B58D-B90D-118F18561F6A}"/>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13" name="Picture 21">
            <a:extLst>
              <a:ext uri="{FF2B5EF4-FFF2-40B4-BE49-F238E27FC236}">
                <a16:creationId xmlns:a16="http://schemas.microsoft.com/office/drawing/2014/main" id="{A83EB2F6-CE35-234A-857E-F01BE6C599E6}"/>
              </a:ext>
            </a:extLst>
          </p:cNvPr>
          <p:cNvPicPr>
            <a:picLocks noChangeAspect="1"/>
          </p:cNvPicPr>
          <p:nvPr userDrawn="1"/>
        </p:nvPicPr>
        <p:blipFill>
          <a:blip r:embed="rId4"/>
          <a:stretch>
            <a:fillRect/>
          </a:stretch>
        </p:blipFill>
        <p:spPr>
          <a:xfrm>
            <a:off x="632091" y="565174"/>
            <a:ext cx="1567770" cy="464862"/>
          </a:xfrm>
          <a:prstGeom prst="rect">
            <a:avLst/>
          </a:prstGeom>
        </p:spPr>
      </p:pic>
      <p:pic>
        <p:nvPicPr>
          <p:cNvPr id="16" name="Graphic 15">
            <a:extLst>
              <a:ext uri="{FF2B5EF4-FFF2-40B4-BE49-F238E27FC236}">
                <a16:creationId xmlns:a16="http://schemas.microsoft.com/office/drawing/2014/main" id="{2B88601D-C149-904D-A85D-974F292FAB1B}"/>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492372" y="270105"/>
            <a:ext cx="1441556" cy="1282314"/>
          </a:xfrm>
          <a:prstGeom prst="rect">
            <a:avLst/>
          </a:prstGeom>
        </p:spPr>
      </p:pic>
      <p:sp>
        <p:nvSpPr>
          <p:cNvPr id="10" name="Text Placeholder 5">
            <a:extLst>
              <a:ext uri="{FF2B5EF4-FFF2-40B4-BE49-F238E27FC236}">
                <a16:creationId xmlns:a16="http://schemas.microsoft.com/office/drawing/2014/main" id="{E33D02E6-1CDE-24AC-3CA1-BEC40EC6D15D}"/>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4" name="Text Placeholder 7">
            <a:extLst>
              <a:ext uri="{FF2B5EF4-FFF2-40B4-BE49-F238E27FC236}">
                <a16:creationId xmlns:a16="http://schemas.microsoft.com/office/drawing/2014/main" id="{31E2C345-24FE-054F-93A6-50964E47A35D}"/>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15" name="Text Placeholder 9">
            <a:extLst>
              <a:ext uri="{FF2B5EF4-FFF2-40B4-BE49-F238E27FC236}">
                <a16:creationId xmlns:a16="http://schemas.microsoft.com/office/drawing/2014/main" id="{2AF5D91D-B03C-B557-5F4D-AB68E53AD4D2}"/>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3" name="Text Placeholder 11">
            <a:extLst>
              <a:ext uri="{FF2B5EF4-FFF2-40B4-BE49-F238E27FC236}">
                <a16:creationId xmlns:a16="http://schemas.microsoft.com/office/drawing/2014/main" id="{F6265FC2-BF98-50B3-10DB-50F8213EA4AB}"/>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3F7D77C3-B13F-CDB9-9D25-54B8D7D2D209}"/>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22D4DB1C-4E2E-402F-5EBE-D008C95298C8}"/>
              </a:ext>
            </a:extLst>
          </p:cNvPr>
          <p:cNvSpPr>
            <a:spLocks noGrp="1"/>
          </p:cNvSpPr>
          <p:nvPr>
            <p:ph type="ftr" sz="quarter" idx="44"/>
          </p:nvPr>
        </p:nvSpPr>
        <p:spPr>
          <a:xfrm>
            <a:off x="9854418" y="6429600"/>
            <a:ext cx="1712382" cy="237600"/>
          </a:xfr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1094707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Front cover Energy">
    <p:bg>
      <p:bgPr>
        <a:solidFill>
          <a:schemeClr val="bg1"/>
        </a:solidFill>
        <a:effectLst/>
      </p:bgPr>
    </p:bg>
    <p:spTree>
      <p:nvGrpSpPr>
        <p:cNvPr id="1" name=""/>
        <p:cNvGrpSpPr/>
        <p:nvPr/>
      </p:nvGrpSpPr>
      <p:grpSpPr>
        <a:xfrm>
          <a:off x="0" y="0"/>
          <a:ext cx="0" cy="0"/>
          <a:chOff x="0" y="0"/>
          <a:chExt cx="0" cy="0"/>
        </a:xfrm>
      </p:grpSpPr>
      <p:pic>
        <p:nvPicPr>
          <p:cNvPr id="31" name="Afbeelding 30">
            <a:extLst>
              <a:ext uri="{FF2B5EF4-FFF2-40B4-BE49-F238E27FC236}">
                <a16:creationId xmlns:a16="http://schemas.microsoft.com/office/drawing/2014/main" id="{30B3004A-B5DC-D206-50F9-23849725B367}"/>
              </a:ext>
            </a:extLst>
          </p:cNvPr>
          <p:cNvPicPr>
            <a:picLocks noChangeAspect="1"/>
          </p:cNvPicPr>
          <p:nvPr userDrawn="1"/>
        </p:nvPicPr>
        <p:blipFill rotWithShape="1">
          <a:blip r:embed="rId2">
            <a:alphaModFix/>
          </a:blip>
          <a:srcRect l="1383" t="35004"/>
          <a:stretch/>
        </p:blipFill>
        <p:spPr>
          <a:xfrm>
            <a:off x="0" y="0"/>
            <a:ext cx="12192000" cy="4464486"/>
          </a:xfrm>
          <a:custGeom>
            <a:avLst/>
            <a:gdLst>
              <a:gd name="connsiteX0" fmla="*/ 0 w 12192000"/>
              <a:gd name="connsiteY0" fmla="*/ 0 h 4464486"/>
              <a:gd name="connsiteX1" fmla="*/ 12192000 w 12192000"/>
              <a:gd name="connsiteY1" fmla="*/ 0 h 4464486"/>
              <a:gd name="connsiteX2" fmla="*/ 12192000 w 12192000"/>
              <a:gd name="connsiteY2" fmla="*/ 4464486 h 4464486"/>
              <a:gd name="connsiteX3" fmla="*/ 0 w 12192000"/>
              <a:gd name="connsiteY3" fmla="*/ 4464486 h 4464486"/>
            </a:gdLst>
            <a:ahLst/>
            <a:cxnLst>
              <a:cxn ang="0">
                <a:pos x="connsiteX0" y="connsiteY0"/>
              </a:cxn>
              <a:cxn ang="0">
                <a:pos x="connsiteX1" y="connsiteY1"/>
              </a:cxn>
              <a:cxn ang="0">
                <a:pos x="connsiteX2" y="connsiteY2"/>
              </a:cxn>
              <a:cxn ang="0">
                <a:pos x="connsiteX3" y="connsiteY3"/>
              </a:cxn>
            </a:cxnLst>
            <a:rect l="l" t="t" r="r" b="b"/>
            <a:pathLst>
              <a:path w="12192000" h="4464486">
                <a:moveTo>
                  <a:pt x="0" y="0"/>
                </a:moveTo>
                <a:lnTo>
                  <a:pt x="12192000" y="0"/>
                </a:lnTo>
                <a:lnTo>
                  <a:pt x="12192000" y="4464486"/>
                </a:lnTo>
                <a:lnTo>
                  <a:pt x="0" y="4464486"/>
                </a:lnTo>
                <a:close/>
              </a:path>
            </a:pathLst>
          </a:custGeom>
        </p:spPr>
      </p:pic>
      <p:sp>
        <p:nvSpPr>
          <p:cNvPr id="2" name="Rechthoek 4">
            <a:extLst>
              <a:ext uri="{FF2B5EF4-FFF2-40B4-BE49-F238E27FC236}">
                <a16:creationId xmlns:a16="http://schemas.microsoft.com/office/drawing/2014/main" id="{858BEB1E-3742-29F8-9DD2-E78A1E6DBC13}"/>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3">
            <a:extLst>
              <a:ext uri="{FF2B5EF4-FFF2-40B4-BE49-F238E27FC236}">
                <a16:creationId xmlns:a16="http://schemas.microsoft.com/office/drawing/2014/main" id="{355DEDE9-881D-0F0C-81E2-C88CFFA8620E}"/>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1" name="Rectangle 14">
            <a:extLst>
              <a:ext uri="{FF2B5EF4-FFF2-40B4-BE49-F238E27FC236}">
                <a16:creationId xmlns:a16="http://schemas.microsoft.com/office/drawing/2014/main" id="{368FE41F-D0FE-7D34-D928-1CC490D3CB34}"/>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2" name="Straight Connector 16">
            <a:extLst>
              <a:ext uri="{FF2B5EF4-FFF2-40B4-BE49-F238E27FC236}">
                <a16:creationId xmlns:a16="http://schemas.microsoft.com/office/drawing/2014/main" id="{73CABF8C-944F-433F-2945-FEFF2C8C6CBE}"/>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13" name="Picture 21">
            <a:extLst>
              <a:ext uri="{FF2B5EF4-FFF2-40B4-BE49-F238E27FC236}">
                <a16:creationId xmlns:a16="http://schemas.microsoft.com/office/drawing/2014/main" id="{B65F8E61-36E1-5890-E1A3-FD803BCC3ACC}"/>
              </a:ext>
            </a:extLst>
          </p:cNvPr>
          <p:cNvPicPr>
            <a:picLocks noChangeAspect="1"/>
          </p:cNvPicPr>
          <p:nvPr userDrawn="1"/>
        </p:nvPicPr>
        <p:blipFill>
          <a:blip r:embed="rId3"/>
          <a:stretch>
            <a:fillRect/>
          </a:stretch>
        </p:blipFill>
        <p:spPr>
          <a:xfrm>
            <a:off x="632091" y="565174"/>
            <a:ext cx="1567770" cy="464862"/>
          </a:xfrm>
          <a:prstGeom prst="rect">
            <a:avLst/>
          </a:prstGeom>
        </p:spPr>
      </p:pic>
      <p:pic>
        <p:nvPicPr>
          <p:cNvPr id="16" name="Graphic 15">
            <a:extLst>
              <a:ext uri="{FF2B5EF4-FFF2-40B4-BE49-F238E27FC236}">
                <a16:creationId xmlns:a16="http://schemas.microsoft.com/office/drawing/2014/main" id="{8C2F9EA7-134E-00FC-D3BC-0CB6641EB67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492372" y="270105"/>
            <a:ext cx="1441556" cy="1282314"/>
          </a:xfrm>
          <a:prstGeom prst="rect">
            <a:avLst/>
          </a:prstGeom>
        </p:spPr>
      </p:pic>
      <p:sp>
        <p:nvSpPr>
          <p:cNvPr id="10" name="Text Placeholder 5">
            <a:extLst>
              <a:ext uri="{FF2B5EF4-FFF2-40B4-BE49-F238E27FC236}">
                <a16:creationId xmlns:a16="http://schemas.microsoft.com/office/drawing/2014/main" id="{4074295F-EB2D-11DE-C6C2-62BA79FC8C4E}"/>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4" name="Text Placeholder 7">
            <a:extLst>
              <a:ext uri="{FF2B5EF4-FFF2-40B4-BE49-F238E27FC236}">
                <a16:creationId xmlns:a16="http://schemas.microsoft.com/office/drawing/2014/main" id="{85FA8EAD-A27D-4833-85DC-635D7A5B9C8D}"/>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15" name="Text Placeholder 9">
            <a:extLst>
              <a:ext uri="{FF2B5EF4-FFF2-40B4-BE49-F238E27FC236}">
                <a16:creationId xmlns:a16="http://schemas.microsoft.com/office/drawing/2014/main" id="{90A52219-2C0F-DE89-B16B-1802A2A92F93}"/>
              </a:ext>
            </a:extLst>
          </p:cNvPr>
          <p:cNvSpPr>
            <a:spLocks noGrp="1"/>
          </p:cNvSpPr>
          <p:nvPr>
            <p:ph type="body" sz="quarter" idx="15" hasCustomPrompt="1"/>
          </p:nvPr>
        </p:nvSpPr>
        <p:spPr>
          <a:xfrm>
            <a:off x="3034800" y="3697200"/>
            <a:ext cx="9158400" cy="349200"/>
          </a:xfrm>
          <a:prstGeom prst="rect">
            <a:avLst/>
          </a:prstGeom>
          <a:gradFill>
            <a:gsLst>
              <a:gs pos="14000">
                <a:srgbClr val="DE6737"/>
              </a:gs>
              <a:gs pos="98000">
                <a:srgbClr val="F8C818"/>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3" name="Text Placeholder 11">
            <a:extLst>
              <a:ext uri="{FF2B5EF4-FFF2-40B4-BE49-F238E27FC236}">
                <a16:creationId xmlns:a16="http://schemas.microsoft.com/office/drawing/2014/main" id="{914EEEBD-D0A0-D060-948A-FBB205DE3957}"/>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BB830284-0C97-D989-BC07-B8D8279BAEAF}"/>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AD8780E5-7187-019D-AAB5-589CC830A469}"/>
              </a:ext>
            </a:extLst>
          </p:cNvPr>
          <p:cNvSpPr>
            <a:spLocks noGrp="1"/>
          </p:cNvSpPr>
          <p:nvPr>
            <p:ph type="ftr" sz="quarter" idx="44"/>
          </p:nvPr>
        </p:nvSpPr>
        <p:spPr>
          <a:xfrm>
            <a:off x="9854418" y="6429600"/>
            <a:ext cx="1712382" cy="237600"/>
          </a:xfr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3768431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ront cover Public">
    <p:bg>
      <p:bgPr>
        <a:solidFill>
          <a:schemeClr val="bg1"/>
        </a:solidFill>
        <a:effectLst/>
      </p:bgPr>
    </p:bg>
    <p:spTree>
      <p:nvGrpSpPr>
        <p:cNvPr id="1" name=""/>
        <p:cNvGrpSpPr/>
        <p:nvPr/>
      </p:nvGrpSpPr>
      <p:grpSpPr>
        <a:xfrm>
          <a:off x="0" y="0"/>
          <a:ext cx="0" cy="0"/>
          <a:chOff x="0" y="0"/>
          <a:chExt cx="0" cy="0"/>
        </a:xfrm>
      </p:grpSpPr>
      <p:pic>
        <p:nvPicPr>
          <p:cNvPr id="31" name="Afbeelding 30">
            <a:extLst>
              <a:ext uri="{FF2B5EF4-FFF2-40B4-BE49-F238E27FC236}">
                <a16:creationId xmlns:a16="http://schemas.microsoft.com/office/drawing/2014/main" id="{785903F5-6242-2586-CF0E-4FA3226CE913}"/>
              </a:ext>
            </a:extLst>
          </p:cNvPr>
          <p:cNvPicPr>
            <a:picLocks noChangeAspect="1"/>
          </p:cNvPicPr>
          <p:nvPr userDrawn="1"/>
        </p:nvPicPr>
        <p:blipFill rotWithShape="1">
          <a:blip r:embed="rId2">
            <a:alphaModFix/>
          </a:blip>
          <a:srcRect l="1409" t="2936" b="31677"/>
          <a:stretch/>
        </p:blipFill>
        <p:spPr>
          <a:xfrm>
            <a:off x="0" y="0"/>
            <a:ext cx="12192000" cy="4491318"/>
          </a:xfrm>
          <a:custGeom>
            <a:avLst/>
            <a:gdLst>
              <a:gd name="connsiteX0" fmla="*/ 0 w 12192000"/>
              <a:gd name="connsiteY0" fmla="*/ 0 h 4491318"/>
              <a:gd name="connsiteX1" fmla="*/ 12192000 w 12192000"/>
              <a:gd name="connsiteY1" fmla="*/ 0 h 4491318"/>
              <a:gd name="connsiteX2" fmla="*/ 12192000 w 12192000"/>
              <a:gd name="connsiteY2" fmla="*/ 4491318 h 4491318"/>
              <a:gd name="connsiteX3" fmla="*/ 0 w 12192000"/>
              <a:gd name="connsiteY3" fmla="*/ 4491318 h 4491318"/>
            </a:gdLst>
            <a:ahLst/>
            <a:cxnLst>
              <a:cxn ang="0">
                <a:pos x="connsiteX0" y="connsiteY0"/>
              </a:cxn>
              <a:cxn ang="0">
                <a:pos x="connsiteX1" y="connsiteY1"/>
              </a:cxn>
              <a:cxn ang="0">
                <a:pos x="connsiteX2" y="connsiteY2"/>
              </a:cxn>
              <a:cxn ang="0">
                <a:pos x="connsiteX3" y="connsiteY3"/>
              </a:cxn>
            </a:cxnLst>
            <a:rect l="l" t="t" r="r" b="b"/>
            <a:pathLst>
              <a:path w="12192000" h="4491318">
                <a:moveTo>
                  <a:pt x="0" y="0"/>
                </a:moveTo>
                <a:lnTo>
                  <a:pt x="12192000" y="0"/>
                </a:lnTo>
                <a:lnTo>
                  <a:pt x="12192000" y="4491318"/>
                </a:lnTo>
                <a:lnTo>
                  <a:pt x="0" y="4491318"/>
                </a:lnTo>
                <a:close/>
              </a:path>
            </a:pathLst>
          </a:custGeom>
        </p:spPr>
      </p:pic>
      <p:sp>
        <p:nvSpPr>
          <p:cNvPr id="2" name="Rechthoek 4">
            <a:extLst>
              <a:ext uri="{FF2B5EF4-FFF2-40B4-BE49-F238E27FC236}">
                <a16:creationId xmlns:a16="http://schemas.microsoft.com/office/drawing/2014/main" id="{8248C83A-84D9-8BFA-B25E-E7B10A79D69D}"/>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3">
            <a:extLst>
              <a:ext uri="{FF2B5EF4-FFF2-40B4-BE49-F238E27FC236}">
                <a16:creationId xmlns:a16="http://schemas.microsoft.com/office/drawing/2014/main" id="{BEFBB23D-08CC-03E8-F6FA-3360B1B0CDF3}"/>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1" name="Rectangle 14">
            <a:extLst>
              <a:ext uri="{FF2B5EF4-FFF2-40B4-BE49-F238E27FC236}">
                <a16:creationId xmlns:a16="http://schemas.microsoft.com/office/drawing/2014/main" id="{7AB28C65-85C9-BD3C-50B7-D04492BE14C5}"/>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2" name="Straight Connector 16">
            <a:extLst>
              <a:ext uri="{FF2B5EF4-FFF2-40B4-BE49-F238E27FC236}">
                <a16:creationId xmlns:a16="http://schemas.microsoft.com/office/drawing/2014/main" id="{92E98578-DA00-33E3-4FA3-09C56D5E5A7A}"/>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13" name="Picture 21">
            <a:extLst>
              <a:ext uri="{FF2B5EF4-FFF2-40B4-BE49-F238E27FC236}">
                <a16:creationId xmlns:a16="http://schemas.microsoft.com/office/drawing/2014/main" id="{8846BD21-3312-D5E0-815C-EC8C80737DD4}"/>
              </a:ext>
            </a:extLst>
          </p:cNvPr>
          <p:cNvPicPr>
            <a:picLocks noChangeAspect="1"/>
          </p:cNvPicPr>
          <p:nvPr userDrawn="1"/>
        </p:nvPicPr>
        <p:blipFill>
          <a:blip r:embed="rId3"/>
          <a:stretch>
            <a:fillRect/>
          </a:stretch>
        </p:blipFill>
        <p:spPr>
          <a:xfrm>
            <a:off x="632091" y="565174"/>
            <a:ext cx="1567770" cy="464862"/>
          </a:xfrm>
          <a:prstGeom prst="rect">
            <a:avLst/>
          </a:prstGeom>
        </p:spPr>
      </p:pic>
      <p:pic>
        <p:nvPicPr>
          <p:cNvPr id="15" name="Graphic 14">
            <a:extLst>
              <a:ext uri="{FF2B5EF4-FFF2-40B4-BE49-F238E27FC236}">
                <a16:creationId xmlns:a16="http://schemas.microsoft.com/office/drawing/2014/main" id="{58F8F442-837A-793E-7BA8-1AAF616B7F18}"/>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492372" y="270105"/>
            <a:ext cx="1441556" cy="1282314"/>
          </a:xfrm>
          <a:prstGeom prst="rect">
            <a:avLst/>
          </a:prstGeom>
        </p:spPr>
      </p:pic>
      <p:sp>
        <p:nvSpPr>
          <p:cNvPr id="10" name="Text Placeholder 5">
            <a:extLst>
              <a:ext uri="{FF2B5EF4-FFF2-40B4-BE49-F238E27FC236}">
                <a16:creationId xmlns:a16="http://schemas.microsoft.com/office/drawing/2014/main" id="{64C2A121-56A2-8302-D8E9-A7E7FA876C5F}"/>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4" name="Text Placeholder 7">
            <a:extLst>
              <a:ext uri="{FF2B5EF4-FFF2-40B4-BE49-F238E27FC236}">
                <a16:creationId xmlns:a16="http://schemas.microsoft.com/office/drawing/2014/main" id="{8CF074D3-9357-22C0-A851-424B518245E1}"/>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3" name="Text Placeholder 9">
            <a:extLst>
              <a:ext uri="{FF2B5EF4-FFF2-40B4-BE49-F238E27FC236}">
                <a16:creationId xmlns:a16="http://schemas.microsoft.com/office/drawing/2014/main" id="{D3717693-CA3E-051A-3D09-51BF4F59EE89}"/>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6" name="Text Placeholder 11">
            <a:extLst>
              <a:ext uri="{FF2B5EF4-FFF2-40B4-BE49-F238E27FC236}">
                <a16:creationId xmlns:a16="http://schemas.microsoft.com/office/drawing/2014/main" id="{F85D7EF2-FADC-DA0F-0ADA-5E364D92C134}"/>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86A5E938-155A-7321-47AE-4FCA6F3EA0FF}"/>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C4A594D3-C1A9-AB89-936E-4BDE86A9A8EE}"/>
              </a:ext>
            </a:extLst>
          </p:cNvPr>
          <p:cNvSpPr>
            <a:spLocks noGrp="1"/>
          </p:cNvSpPr>
          <p:nvPr>
            <p:ph type="ftr" sz="quarter" idx="44"/>
          </p:nvPr>
        </p:nvSpPr>
        <p:spPr>
          <a:xfrm>
            <a:off x="9854418" y="6429600"/>
            <a:ext cx="1712382" cy="237600"/>
          </a:xfr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1375607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Front cover Offices">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3C3CF80A-0EA5-665B-5247-AA4855DF0FAC}"/>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5948"/>
                    </a14:imgEffect>
                    <a14:imgEffect>
                      <a14:saturation sat="89000"/>
                    </a14:imgEffect>
                    <a14:imgEffect>
                      <a14:brightnessContrast bright="-30000" contrast="13000"/>
                    </a14:imgEffect>
                  </a14:imgLayer>
                </a14:imgProps>
              </a:ext>
              <a:ext uri="{28A0092B-C50C-407E-A947-70E740481C1C}">
                <a14:useLocalDpi xmlns:a14="http://schemas.microsoft.com/office/drawing/2010/main"/>
              </a:ext>
            </a:extLst>
          </a:blip>
          <a:srcRect/>
          <a:stretch/>
        </p:blipFill>
        <p:spPr>
          <a:xfrm flipH="1">
            <a:off x="-368" y="1"/>
            <a:ext cx="12192736" cy="4788650"/>
          </a:xfrm>
          <a:prstGeom prst="rect">
            <a:avLst/>
          </a:prstGeom>
        </p:spPr>
      </p:pic>
      <p:sp>
        <p:nvSpPr>
          <p:cNvPr id="2" name="Rechthoek 4">
            <a:extLst>
              <a:ext uri="{FF2B5EF4-FFF2-40B4-BE49-F238E27FC236}">
                <a16:creationId xmlns:a16="http://schemas.microsoft.com/office/drawing/2014/main" id="{7ECB1F26-C705-8BB8-E02E-A2C35B9F8B52}"/>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13">
            <a:extLst>
              <a:ext uri="{FF2B5EF4-FFF2-40B4-BE49-F238E27FC236}">
                <a16:creationId xmlns:a16="http://schemas.microsoft.com/office/drawing/2014/main" id="{AAEB1E13-8FD5-84E6-2301-FEF453AFF96A}"/>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5" name="Rectangle 14">
            <a:extLst>
              <a:ext uri="{FF2B5EF4-FFF2-40B4-BE49-F238E27FC236}">
                <a16:creationId xmlns:a16="http://schemas.microsoft.com/office/drawing/2014/main" id="{24F0ED9A-BBC7-C3AF-5407-F9FF5897DB08}"/>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11" name="Straight Connector 16">
            <a:extLst>
              <a:ext uri="{FF2B5EF4-FFF2-40B4-BE49-F238E27FC236}">
                <a16:creationId xmlns:a16="http://schemas.microsoft.com/office/drawing/2014/main" id="{8D8868F2-247E-E2A7-0110-33181B58CA6E}"/>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12" name="Picture 21">
            <a:extLst>
              <a:ext uri="{FF2B5EF4-FFF2-40B4-BE49-F238E27FC236}">
                <a16:creationId xmlns:a16="http://schemas.microsoft.com/office/drawing/2014/main" id="{496B2807-8E0B-4E10-EC4D-96A42A140AD6}"/>
              </a:ext>
            </a:extLst>
          </p:cNvPr>
          <p:cNvPicPr>
            <a:picLocks noChangeAspect="1"/>
          </p:cNvPicPr>
          <p:nvPr userDrawn="1"/>
        </p:nvPicPr>
        <p:blipFill>
          <a:blip r:embed="rId4"/>
          <a:stretch>
            <a:fillRect/>
          </a:stretch>
        </p:blipFill>
        <p:spPr>
          <a:xfrm>
            <a:off x="632091" y="565174"/>
            <a:ext cx="1567770" cy="464862"/>
          </a:xfrm>
          <a:prstGeom prst="rect">
            <a:avLst/>
          </a:prstGeom>
        </p:spPr>
      </p:pic>
      <p:pic>
        <p:nvPicPr>
          <p:cNvPr id="13" name="Graphic 12">
            <a:extLst>
              <a:ext uri="{FF2B5EF4-FFF2-40B4-BE49-F238E27FC236}">
                <a16:creationId xmlns:a16="http://schemas.microsoft.com/office/drawing/2014/main" id="{FAA4BB50-0F61-180C-3FFC-E3B525C66E7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492372" y="270105"/>
            <a:ext cx="1441556" cy="1282314"/>
          </a:xfrm>
          <a:prstGeom prst="rect">
            <a:avLst/>
          </a:prstGeom>
        </p:spPr>
      </p:pic>
      <p:sp>
        <p:nvSpPr>
          <p:cNvPr id="14" name="Text Placeholder 5">
            <a:extLst>
              <a:ext uri="{FF2B5EF4-FFF2-40B4-BE49-F238E27FC236}">
                <a16:creationId xmlns:a16="http://schemas.microsoft.com/office/drawing/2014/main" id="{207B0C43-A168-0971-498F-1F84CA6CA2FF}"/>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5" name="Text Placeholder 7">
            <a:extLst>
              <a:ext uri="{FF2B5EF4-FFF2-40B4-BE49-F238E27FC236}">
                <a16:creationId xmlns:a16="http://schemas.microsoft.com/office/drawing/2014/main" id="{545E56F7-E270-3132-5A24-1BDDC748858A}"/>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22" name="Text Placeholder 9">
            <a:extLst>
              <a:ext uri="{FF2B5EF4-FFF2-40B4-BE49-F238E27FC236}">
                <a16:creationId xmlns:a16="http://schemas.microsoft.com/office/drawing/2014/main" id="{C4D30FC2-3FCA-822C-4DB0-38927C9018A8}"/>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6" name="Text Placeholder 11">
            <a:extLst>
              <a:ext uri="{FF2B5EF4-FFF2-40B4-BE49-F238E27FC236}">
                <a16:creationId xmlns:a16="http://schemas.microsoft.com/office/drawing/2014/main" id="{D1321534-00C3-B9E6-9BE2-7A897FB26F32}"/>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B13CE576-E339-A6A1-4EAE-49CBEEF6050B}"/>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A5EDBA28-F987-4EDE-950A-9299C38A5539}"/>
              </a:ext>
            </a:extLst>
          </p:cNvPr>
          <p:cNvSpPr>
            <a:spLocks noGrp="1"/>
          </p:cNvSpPr>
          <p:nvPr>
            <p:ph type="ftr" sz="quarter" idx="44"/>
          </p:nvPr>
        </p:nvSpPr>
        <p:spPr>
          <a:xfrm>
            <a:off x="9854418" y="6429600"/>
            <a:ext cx="1712382" cy="237600"/>
          </a:xfrm>
        </p:spPr>
        <p:txBody>
          <a:bodyPr lIns="251999" rIns="180000" bIns="46800">
            <a:noAutofit/>
          </a:bodyPr>
          <a:lstStyle>
            <a:lvl1pPr algn="r">
              <a:defRPr sz="1000">
                <a:solidFill>
                  <a:srgbClr val="FFFFFF"/>
                </a:solidFill>
              </a:defRPr>
            </a:lvl1pPr>
          </a:lstStyle>
          <a:p>
            <a:r>
              <a:rPr lang="nl-NL"/>
              <a:t>Confidential</a:t>
            </a:r>
          </a:p>
        </p:txBody>
      </p:sp>
    </p:spTree>
    <p:extLst>
      <p:ext uri="{BB962C8B-B14F-4D97-AF65-F5344CB8AC3E}">
        <p14:creationId xmlns:p14="http://schemas.microsoft.com/office/powerpoint/2010/main" val="17963904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Front cover Telecom">
    <p:bg>
      <p:bgPr>
        <a:solidFill>
          <a:schemeClr val="bg1"/>
        </a:solidFill>
        <a:effectLst/>
      </p:bgPr>
    </p:bg>
    <p:spTree>
      <p:nvGrpSpPr>
        <p:cNvPr id="1" name=""/>
        <p:cNvGrpSpPr/>
        <p:nvPr/>
      </p:nvGrpSpPr>
      <p:grpSpPr>
        <a:xfrm>
          <a:off x="0" y="0"/>
          <a:ext cx="0" cy="0"/>
          <a:chOff x="0" y="0"/>
          <a:chExt cx="0" cy="0"/>
        </a:xfrm>
      </p:grpSpPr>
      <p:pic>
        <p:nvPicPr>
          <p:cNvPr id="29" name="Picture 38">
            <a:extLst>
              <a:ext uri="{FF2B5EF4-FFF2-40B4-BE49-F238E27FC236}">
                <a16:creationId xmlns:a16="http://schemas.microsoft.com/office/drawing/2014/main" id="{DE808754-551D-ABB0-9762-2E1ACF8D271C}"/>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3876"/>
                    </a14:imgEffect>
                    <a14:imgEffect>
                      <a14:brightnessContrast bright="-39000" contrast="2000"/>
                    </a14:imgEffect>
                  </a14:imgLayer>
                </a14:imgProps>
              </a:ext>
              <a:ext uri="{28A0092B-C50C-407E-A947-70E740481C1C}">
                <a14:useLocalDpi xmlns:a14="http://schemas.microsoft.com/office/drawing/2010/main"/>
              </a:ext>
            </a:extLst>
          </a:blip>
          <a:srcRect/>
          <a:stretch/>
        </p:blipFill>
        <p:spPr>
          <a:xfrm>
            <a:off x="-369" y="1"/>
            <a:ext cx="12192736" cy="4788650"/>
          </a:xfrm>
          <a:prstGeom prst="rect">
            <a:avLst/>
          </a:prstGeom>
        </p:spPr>
      </p:pic>
      <p:sp>
        <p:nvSpPr>
          <p:cNvPr id="17" name="Rechthoek 4">
            <a:extLst>
              <a:ext uri="{FF2B5EF4-FFF2-40B4-BE49-F238E27FC236}">
                <a16:creationId xmlns:a16="http://schemas.microsoft.com/office/drawing/2014/main" id="{7DB411C2-84A8-555C-434E-1765035FBDED}"/>
              </a:ext>
            </a:extLst>
          </p:cNvPr>
          <p:cNvSpPr/>
          <p:nvPr userDrawn="1"/>
        </p:nvSpPr>
        <p:spPr>
          <a:xfrm>
            <a:off x="0" y="0"/>
            <a:ext cx="12192000" cy="4119763"/>
          </a:xfrm>
          <a:prstGeom prst="rect">
            <a:avLst/>
          </a:prstGeom>
          <a:gradFill>
            <a:gsLst>
              <a:gs pos="0">
                <a:srgbClr val="162353"/>
              </a:gs>
              <a:gs pos="99000">
                <a:srgbClr val="1864FF">
                  <a:alpha val="32941"/>
                </a:srgb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3">
            <a:extLst>
              <a:ext uri="{FF2B5EF4-FFF2-40B4-BE49-F238E27FC236}">
                <a16:creationId xmlns:a16="http://schemas.microsoft.com/office/drawing/2014/main" id="{A1854AE8-E7BF-3156-683D-EBF45C5B5061}"/>
              </a:ext>
            </a:extLst>
          </p:cNvPr>
          <p:cNvSpPr/>
          <p:nvPr userDrawn="1"/>
        </p:nvSpPr>
        <p:spPr>
          <a:xfrm>
            <a:off x="0" y="4047849"/>
            <a:ext cx="3033486" cy="2810151"/>
          </a:xfrm>
          <a:prstGeom prst="rect">
            <a:avLst/>
          </a:prstGeom>
          <a:gradFill>
            <a:gsLst>
              <a:gs pos="0">
                <a:srgbClr val="09204F"/>
              </a:gs>
              <a:gs pos="99000">
                <a:srgbClr val="18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9" name="Rectangle 14">
            <a:extLst>
              <a:ext uri="{FF2B5EF4-FFF2-40B4-BE49-F238E27FC236}">
                <a16:creationId xmlns:a16="http://schemas.microsoft.com/office/drawing/2014/main" id="{4CEA8E79-7418-AC05-FC5D-1C1106F69BDE}"/>
              </a:ext>
            </a:extLst>
          </p:cNvPr>
          <p:cNvSpPr/>
          <p:nvPr userDrawn="1"/>
        </p:nvSpPr>
        <p:spPr>
          <a:xfrm>
            <a:off x="3033486" y="4047849"/>
            <a:ext cx="9158514" cy="2810151"/>
          </a:xfrm>
          <a:prstGeom prst="rect">
            <a:avLst/>
          </a:prstGeom>
          <a:gradFill>
            <a:gsLst>
              <a:gs pos="0">
                <a:srgbClr val="162353"/>
              </a:gs>
              <a:gs pos="99000">
                <a:srgbClr val="18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cxnSp>
        <p:nvCxnSpPr>
          <p:cNvPr id="20" name="Straight Connector 16">
            <a:extLst>
              <a:ext uri="{FF2B5EF4-FFF2-40B4-BE49-F238E27FC236}">
                <a16:creationId xmlns:a16="http://schemas.microsoft.com/office/drawing/2014/main" id="{B5DE2478-8666-FB34-F504-54E856BD71BA}"/>
              </a:ext>
            </a:extLst>
          </p:cNvPr>
          <p:cNvCxnSpPr>
            <a:cxnSpLocks/>
          </p:cNvCxnSpPr>
          <p:nvPr userDrawn="1"/>
        </p:nvCxnSpPr>
        <p:spPr>
          <a:xfrm>
            <a:off x="3672841" y="6278577"/>
            <a:ext cx="7895435" cy="0"/>
          </a:xfrm>
          <a:prstGeom prst="line">
            <a:avLst/>
          </a:prstGeom>
          <a:ln w="9525">
            <a:solidFill>
              <a:schemeClr val="bg2">
                <a:lumMod val="90000"/>
                <a:alpha val="59579"/>
              </a:schemeClr>
            </a:solidFill>
            <a:prstDash val="sysDot"/>
          </a:ln>
        </p:spPr>
        <p:style>
          <a:lnRef idx="1">
            <a:schemeClr val="accent1"/>
          </a:lnRef>
          <a:fillRef idx="0">
            <a:schemeClr val="accent1"/>
          </a:fillRef>
          <a:effectRef idx="0">
            <a:schemeClr val="accent1"/>
          </a:effectRef>
          <a:fontRef idx="minor">
            <a:schemeClr val="tx1"/>
          </a:fontRef>
        </p:style>
      </p:cxnSp>
      <p:pic>
        <p:nvPicPr>
          <p:cNvPr id="21" name="Picture 21">
            <a:extLst>
              <a:ext uri="{FF2B5EF4-FFF2-40B4-BE49-F238E27FC236}">
                <a16:creationId xmlns:a16="http://schemas.microsoft.com/office/drawing/2014/main" id="{326D8536-9539-9F9B-DCF6-865D1CD8830E}"/>
              </a:ext>
            </a:extLst>
          </p:cNvPr>
          <p:cNvPicPr>
            <a:picLocks noChangeAspect="1"/>
          </p:cNvPicPr>
          <p:nvPr userDrawn="1"/>
        </p:nvPicPr>
        <p:blipFill>
          <a:blip r:embed="rId4"/>
          <a:stretch>
            <a:fillRect/>
          </a:stretch>
        </p:blipFill>
        <p:spPr>
          <a:xfrm>
            <a:off x="632091" y="565174"/>
            <a:ext cx="1567770" cy="464862"/>
          </a:xfrm>
          <a:prstGeom prst="rect">
            <a:avLst/>
          </a:prstGeom>
        </p:spPr>
      </p:pic>
      <p:pic>
        <p:nvPicPr>
          <p:cNvPr id="23" name="Graphic 22">
            <a:extLst>
              <a:ext uri="{FF2B5EF4-FFF2-40B4-BE49-F238E27FC236}">
                <a16:creationId xmlns:a16="http://schemas.microsoft.com/office/drawing/2014/main" id="{E53AC99C-D583-B5CB-A165-4C615114592E}"/>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10492372" y="270105"/>
            <a:ext cx="1441556" cy="1282314"/>
          </a:xfrm>
          <a:prstGeom prst="rect">
            <a:avLst/>
          </a:prstGeom>
        </p:spPr>
      </p:pic>
      <p:sp>
        <p:nvSpPr>
          <p:cNvPr id="9" name="Text Placeholder 5">
            <a:extLst>
              <a:ext uri="{FF2B5EF4-FFF2-40B4-BE49-F238E27FC236}">
                <a16:creationId xmlns:a16="http://schemas.microsoft.com/office/drawing/2014/main" id="{6A5B5A35-0ADF-6BD3-2874-1C0CC4831500}"/>
              </a:ext>
            </a:extLst>
          </p:cNvPr>
          <p:cNvSpPr>
            <a:spLocks noGrp="1"/>
          </p:cNvSpPr>
          <p:nvPr>
            <p:ph type="body" sz="quarter" idx="13" hasCustomPrompt="1"/>
          </p:nvPr>
        </p:nvSpPr>
        <p:spPr>
          <a:xfrm>
            <a:off x="395999" y="1670400"/>
            <a:ext cx="11174400" cy="450000"/>
          </a:xfrm>
          <a:prstGeom prst="rect">
            <a:avLst/>
          </a:prstGeom>
        </p:spPr>
        <p:txBody>
          <a:bodyPr wrap="none" tIns="46800" rIns="234000" bIns="46800" anchor="ctr" anchorCtr="0">
            <a:noAutofit/>
          </a:bodyPr>
          <a:lstStyle>
            <a:lvl1pPr marL="0" indent="0">
              <a:lnSpc>
                <a:spcPct val="100000"/>
              </a:lnSpc>
              <a:spcAft>
                <a:spcPts val="0"/>
              </a:spcAft>
              <a:buNone/>
              <a:defRPr sz="2800" b="0" i="0" spc="-30" baseline="0">
                <a:solidFill>
                  <a:srgbClr val="D1E0FF">
                    <a:alpha val="80000"/>
                  </a:srgbClr>
                </a:solidFill>
                <a:latin typeface="Noir Pro" pitchFamily="2" charset="0"/>
                <a:cs typeface="Calibri Light" panose="020F0302020204030204" pitchFamily="34" charset="0"/>
              </a:defRPr>
            </a:lvl1pPr>
            <a:lvl2pPr marL="457200" indent="0">
              <a:buNone/>
              <a:defRPr>
                <a:solidFill>
                  <a:srgbClr val="DFC123"/>
                </a:solidFill>
              </a:defRPr>
            </a:lvl2pPr>
            <a:lvl3pPr marL="914400" indent="0">
              <a:buNone/>
              <a:defRPr>
                <a:solidFill>
                  <a:srgbClr val="DFC123"/>
                </a:solidFill>
              </a:defRPr>
            </a:lvl3pPr>
            <a:lvl4pPr marL="1371600" indent="0">
              <a:buNone/>
              <a:defRPr>
                <a:solidFill>
                  <a:srgbClr val="DFC123"/>
                </a:solidFill>
              </a:defRPr>
            </a:lvl4pPr>
            <a:lvl5pPr marL="1828800" indent="0">
              <a:buNone/>
              <a:defRPr>
                <a:solidFill>
                  <a:srgbClr val="DFC123"/>
                </a:solidFill>
              </a:defRPr>
            </a:lvl5pPr>
          </a:lstStyle>
          <a:p>
            <a:pPr lvl="0"/>
            <a:r>
              <a:rPr lang="en-US" dirty="0"/>
              <a:t>Client name - System name</a:t>
            </a:r>
          </a:p>
        </p:txBody>
      </p:sp>
      <p:sp>
        <p:nvSpPr>
          <p:cNvPr id="10" name="Text Placeholder 7">
            <a:extLst>
              <a:ext uri="{FF2B5EF4-FFF2-40B4-BE49-F238E27FC236}">
                <a16:creationId xmlns:a16="http://schemas.microsoft.com/office/drawing/2014/main" id="{E3388418-3187-D47B-266B-D8BECC93B640}"/>
              </a:ext>
            </a:extLst>
          </p:cNvPr>
          <p:cNvSpPr>
            <a:spLocks noGrp="1"/>
          </p:cNvSpPr>
          <p:nvPr>
            <p:ph type="body" sz="quarter" idx="14" hasCustomPrompt="1"/>
          </p:nvPr>
        </p:nvSpPr>
        <p:spPr>
          <a:xfrm>
            <a:off x="396000" y="2145600"/>
            <a:ext cx="11174400" cy="788400"/>
          </a:xfrm>
          <a:prstGeom prst="rect">
            <a:avLst/>
          </a:prstGeom>
        </p:spPr>
        <p:txBody>
          <a:bodyPr tIns="0" rIns="0" bIns="46800" anchor="t">
            <a:noAutofit/>
          </a:bodyPr>
          <a:lstStyle>
            <a:lvl1pPr marL="0" indent="0">
              <a:lnSpc>
                <a:spcPct val="100000"/>
              </a:lnSpc>
              <a:spcAft>
                <a:spcPts val="0"/>
              </a:spcAft>
              <a:buNone/>
              <a:defRPr sz="6000" b="1" i="0">
                <a:solidFill>
                  <a:srgbClr val="FFFFFF"/>
                </a:solidFill>
                <a:latin typeface="Noir Pro Semi Bold" pitchFamily="2" charset="0"/>
                <a:cs typeface="Calibri" panose="020F0502020204030204" pitchFamily="34" charset="0"/>
              </a:defRPr>
            </a:lvl1pPr>
            <a:lvl2pPr marL="457200" indent="0">
              <a:buNone/>
              <a:defRPr>
                <a:solidFill>
                  <a:schemeClr val="bg1"/>
                </a:solidFill>
              </a:defRPr>
            </a:lvl2pPr>
            <a:lvl3pPr marL="914400" indent="0">
              <a:buNone/>
              <a:defRPr>
                <a:solidFill>
                  <a:schemeClr val="bg1"/>
                </a:solidFill>
              </a:defRPr>
            </a:lvl3pPr>
            <a:lvl4pPr marL="1371600" indent="0">
              <a:buNone/>
              <a:defRPr>
                <a:solidFill>
                  <a:schemeClr val="bg1"/>
                </a:solidFill>
              </a:defRPr>
            </a:lvl4pPr>
            <a:lvl5pPr marL="1828800" indent="0">
              <a:buNone/>
              <a:defRPr>
                <a:solidFill>
                  <a:schemeClr val="bg1"/>
                </a:solidFill>
              </a:defRPr>
            </a:lvl5pPr>
          </a:lstStyle>
          <a:p>
            <a:pPr lvl="0"/>
            <a:r>
              <a:rPr lang="en-US" dirty="0"/>
              <a:t>Insert presentation subject</a:t>
            </a:r>
          </a:p>
        </p:txBody>
      </p:sp>
      <p:sp>
        <p:nvSpPr>
          <p:cNvPr id="14" name="Text Placeholder 9">
            <a:extLst>
              <a:ext uri="{FF2B5EF4-FFF2-40B4-BE49-F238E27FC236}">
                <a16:creationId xmlns:a16="http://schemas.microsoft.com/office/drawing/2014/main" id="{F8A5F429-BDB4-ECFA-5DB5-BE82BDE12201}"/>
              </a:ext>
            </a:extLst>
          </p:cNvPr>
          <p:cNvSpPr>
            <a:spLocks noGrp="1"/>
          </p:cNvSpPr>
          <p:nvPr>
            <p:ph type="body" sz="quarter" idx="15" hasCustomPrompt="1"/>
          </p:nvPr>
        </p:nvSpPr>
        <p:spPr>
          <a:xfrm>
            <a:off x="3034800" y="3697200"/>
            <a:ext cx="9158400" cy="349200"/>
          </a:xfrm>
          <a:prstGeom prst="rect">
            <a:avLst/>
          </a:prstGeom>
          <a:gradFill>
            <a:gsLst>
              <a:gs pos="14000">
                <a:srgbClr val="DF6838"/>
              </a:gs>
              <a:gs pos="98000">
                <a:srgbClr val="F8C716"/>
              </a:gs>
            </a:gsLst>
            <a:lin ang="0" scaled="0"/>
          </a:gradFill>
        </p:spPr>
        <p:txBody>
          <a:bodyPr wrap="square" lIns="144000" tIns="61200" rIns="827999" bIns="72000" anchor="b" anchorCtr="0">
            <a:spAutoFit/>
          </a:bodyPr>
          <a:lstStyle>
            <a:lvl1pPr marL="0" indent="0" algn="r">
              <a:lnSpc>
                <a:spcPct val="100000"/>
              </a:lnSpc>
              <a:spcAft>
                <a:spcPts val="0"/>
              </a:spcAft>
              <a:buNone/>
              <a:defRPr sz="1400" b="0" i="0" spc="20" baseline="0">
                <a:solidFill>
                  <a:srgbClr val="000000"/>
                </a:solidFill>
                <a:latin typeface="Noir Pro Medium" pitchFamily="2" charset="0"/>
                <a:cs typeface="Calibri" panose="020F0502020204030204" pitchFamily="34" charset="0"/>
              </a:defRPr>
            </a:lvl1pPr>
            <a:lvl2pPr marL="457200" indent="0">
              <a:buNone/>
              <a:defRPr sz="1200" b="1">
                <a:solidFill>
                  <a:srgbClr val="70CDD9"/>
                </a:solidFill>
              </a:defRPr>
            </a:lvl2pPr>
            <a:lvl3pPr marL="914400" indent="0">
              <a:buNone/>
              <a:defRPr sz="1100" b="1">
                <a:solidFill>
                  <a:srgbClr val="70CDD9"/>
                </a:solidFill>
              </a:defRPr>
            </a:lvl3pPr>
            <a:lvl4pPr marL="1371600" indent="0">
              <a:buNone/>
              <a:defRPr sz="1050" b="1">
                <a:solidFill>
                  <a:srgbClr val="70CDD9"/>
                </a:solidFill>
              </a:defRPr>
            </a:lvl4pPr>
            <a:lvl5pPr marL="1828800" indent="0">
              <a:buNone/>
              <a:defRPr sz="1050" b="1">
                <a:solidFill>
                  <a:srgbClr val="70CDD9"/>
                </a:solidFill>
              </a:defRPr>
            </a:lvl5pPr>
          </a:lstStyle>
          <a:p>
            <a:pPr lvl="0"/>
            <a:r>
              <a:rPr lang="en-US" dirty="0"/>
              <a:t>Insert presenters</a:t>
            </a:r>
          </a:p>
        </p:txBody>
      </p:sp>
      <p:sp>
        <p:nvSpPr>
          <p:cNvPr id="22" name="Text Placeholder 11">
            <a:extLst>
              <a:ext uri="{FF2B5EF4-FFF2-40B4-BE49-F238E27FC236}">
                <a16:creationId xmlns:a16="http://schemas.microsoft.com/office/drawing/2014/main" id="{5E0B1CC0-4619-8400-3C27-07F414FF2A76}"/>
              </a:ext>
            </a:extLst>
          </p:cNvPr>
          <p:cNvSpPr>
            <a:spLocks noGrp="1"/>
          </p:cNvSpPr>
          <p:nvPr>
            <p:ph type="body" sz="quarter" idx="16" hasCustomPrompt="1"/>
          </p:nvPr>
        </p:nvSpPr>
        <p:spPr>
          <a:xfrm>
            <a:off x="5799600" y="4104000"/>
            <a:ext cx="5767200" cy="280800"/>
          </a:xfrm>
          <a:prstGeom prst="rect">
            <a:avLst/>
          </a:prstGeom>
          <a:effectLst/>
        </p:spPr>
        <p:txBody>
          <a:bodyPr wrap="square" tIns="46800" rIns="180000" bIns="46800">
            <a:noAutofit/>
          </a:bodyPr>
          <a:lstStyle>
            <a:lvl1pPr marL="0" indent="0" algn="r">
              <a:buNone/>
              <a:defRPr sz="1200" b="0" cap="none" baseline="0">
                <a:solidFill>
                  <a:srgbClr val="F8C716"/>
                </a:solidFill>
                <a:effectLst/>
                <a:latin typeface="Azeret Mono" pitchFamily="2" charset="77"/>
                <a:cs typeface="Azeret Mono" pitchFamily="2" charset="77"/>
              </a:defRPr>
            </a:lvl1pPr>
            <a:lvl2pPr>
              <a:defRPr sz="1400" b="1">
                <a:solidFill>
                  <a:schemeClr val="bg1"/>
                </a:solidFill>
              </a:defRPr>
            </a:lvl2pPr>
            <a:lvl3pPr>
              <a:defRPr sz="1400" b="1">
                <a:solidFill>
                  <a:schemeClr val="bg1"/>
                </a:solidFill>
              </a:defRPr>
            </a:lvl3pPr>
            <a:lvl4pPr>
              <a:defRPr sz="1400" b="1">
                <a:solidFill>
                  <a:schemeClr val="bg1"/>
                </a:solidFill>
              </a:defRPr>
            </a:lvl4pPr>
            <a:lvl5pPr>
              <a:defRPr sz="1400" b="1">
                <a:solidFill>
                  <a:schemeClr val="bg1"/>
                </a:solidFill>
              </a:defRPr>
            </a:lvl5pPr>
          </a:lstStyle>
          <a:p>
            <a:pPr lvl="0"/>
            <a:r>
              <a:rPr lang="en-US" dirty="0"/>
              <a:t>Insert report date (# &lt;full month name&gt; 20##)</a:t>
            </a:r>
          </a:p>
        </p:txBody>
      </p:sp>
      <p:sp>
        <p:nvSpPr>
          <p:cNvPr id="27" name="Text Placeholder 8">
            <a:extLst>
              <a:ext uri="{FF2B5EF4-FFF2-40B4-BE49-F238E27FC236}">
                <a16:creationId xmlns:a16="http://schemas.microsoft.com/office/drawing/2014/main" id="{91EC8C09-D4A8-BA9F-41EF-13EDE8E729FF}"/>
              </a:ext>
            </a:extLst>
          </p:cNvPr>
          <p:cNvSpPr>
            <a:spLocks noGrp="1"/>
          </p:cNvSpPr>
          <p:nvPr>
            <p:ph type="body" sz="quarter" idx="43" hasCustomPrompt="1"/>
          </p:nvPr>
        </p:nvSpPr>
        <p:spPr>
          <a:xfrm>
            <a:off x="3672000" y="6429600"/>
            <a:ext cx="5816658" cy="237600"/>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wrap="none" lIns="144000" tIns="46800" rIns="251999" bIns="46800" rtlCol="0" anchor="ctr">
            <a:noAutofit/>
          </a:bodyPr>
          <a:lstStyle>
            <a:lvl1pPr marL="0" indent="0" algn="l">
              <a:lnSpc>
                <a:spcPct val="100000"/>
              </a:lnSpc>
              <a:spcAft>
                <a:spcPts val="0"/>
              </a:spcAft>
              <a:buFont typeface="Arial" panose="020B0604020202020204" pitchFamily="34" charset="0"/>
              <a:buNone/>
              <a:defRPr lang="en-US" sz="1000" b="0" i="0" cap="none" spc="10" baseline="0" dirty="0">
                <a:solidFill>
                  <a:srgbClr val="FFFFFF">
                    <a:alpha val="80000"/>
                  </a:srgbClr>
                </a:solidFill>
                <a:effectLst/>
                <a:latin typeface="Azeret Mono" pitchFamily="2" charset="77"/>
                <a:cs typeface="Azeret Mono" pitchFamily="2" charset="77"/>
              </a:defRPr>
            </a:lvl1pPr>
          </a:lstStyle>
          <a:p>
            <a:pPr lvl="0"/>
            <a:r>
              <a:rPr lang="en-US" dirty="0"/>
              <a:t>If applicable, insert Quality Officer (“QA performed by &lt;QA name&gt;”)</a:t>
            </a:r>
          </a:p>
        </p:txBody>
      </p:sp>
      <p:sp>
        <p:nvSpPr>
          <p:cNvPr id="28" name="Tijdelijke aanduiding voor voettekst 10">
            <a:extLst>
              <a:ext uri="{FF2B5EF4-FFF2-40B4-BE49-F238E27FC236}">
                <a16:creationId xmlns:a16="http://schemas.microsoft.com/office/drawing/2014/main" id="{2913503F-54BF-BF5B-F9EE-9059FB428027}"/>
              </a:ext>
            </a:extLst>
          </p:cNvPr>
          <p:cNvSpPr>
            <a:spLocks noGrp="1"/>
          </p:cNvSpPr>
          <p:nvPr>
            <p:ph type="ftr" sz="quarter" idx="44"/>
          </p:nvPr>
        </p:nvSpPr>
        <p:spPr>
          <a:xfrm>
            <a:off x="9854418" y="6429600"/>
            <a:ext cx="1712382" cy="237600"/>
          </a:xfrm>
        </p:spPr>
        <p:txBody>
          <a:bodyPr lIns="251999" rIns="180000" bIns="46800">
            <a:noAutofit/>
          </a:bodyPr>
          <a:lstStyle>
            <a:lvl1pPr algn="r">
              <a:defRPr sz="1000">
                <a:solidFill>
                  <a:srgbClr val="FFFFFF"/>
                </a:solidFill>
              </a:defRPr>
            </a:lvl1pPr>
          </a:lstStyle>
          <a:p>
            <a:r>
              <a:rPr lang="nl-NL"/>
              <a:t>Confidential</a:t>
            </a:r>
            <a:endParaRPr lang="nl-NL" dirty="0"/>
          </a:p>
        </p:txBody>
      </p:sp>
    </p:spTree>
    <p:extLst>
      <p:ext uri="{BB962C8B-B14F-4D97-AF65-F5344CB8AC3E}">
        <p14:creationId xmlns:p14="http://schemas.microsoft.com/office/powerpoint/2010/main" val="41823633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able of contents">
    <p:spTree>
      <p:nvGrpSpPr>
        <p:cNvPr id="1" name=""/>
        <p:cNvGrpSpPr/>
        <p:nvPr/>
      </p:nvGrpSpPr>
      <p:grpSpPr>
        <a:xfrm>
          <a:off x="0" y="0"/>
          <a:ext cx="0" cy="0"/>
          <a:chOff x="0" y="0"/>
          <a:chExt cx="0" cy="0"/>
        </a:xfrm>
      </p:grpSpPr>
      <p:sp>
        <p:nvSpPr>
          <p:cNvPr id="9" name="Rechthoek 8">
            <a:extLst>
              <a:ext uri="{FF2B5EF4-FFF2-40B4-BE49-F238E27FC236}">
                <a16:creationId xmlns:a16="http://schemas.microsoft.com/office/drawing/2014/main" id="{7360B52C-32F4-6286-9606-BADD4B6FCD5D}"/>
              </a:ext>
            </a:extLst>
          </p:cNvPr>
          <p:cNvSpPr/>
          <p:nvPr userDrawn="1"/>
        </p:nvSpPr>
        <p:spPr>
          <a:xfrm>
            <a:off x="0" y="0"/>
            <a:ext cx="5275742" cy="6858000"/>
          </a:xfrm>
          <a:prstGeom prst="rect">
            <a:avLst/>
          </a:prstGeom>
          <a:gradFill>
            <a:gsLst>
              <a:gs pos="0">
                <a:srgbClr val="09204F"/>
              </a:gs>
              <a:gs pos="89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0" name="Rechthoek 9">
            <a:extLst>
              <a:ext uri="{FF2B5EF4-FFF2-40B4-BE49-F238E27FC236}">
                <a16:creationId xmlns:a16="http://schemas.microsoft.com/office/drawing/2014/main" id="{F37031E7-C6CA-7F68-A55A-E44BEE6BB348}"/>
              </a:ext>
            </a:extLst>
          </p:cNvPr>
          <p:cNvSpPr/>
          <p:nvPr userDrawn="1"/>
        </p:nvSpPr>
        <p:spPr>
          <a:xfrm>
            <a:off x="0" y="2794000"/>
            <a:ext cx="5275742" cy="4064000"/>
          </a:xfrm>
          <a:prstGeom prst="rect">
            <a:avLst/>
          </a:prstGeom>
          <a:gradFill>
            <a:gsLst>
              <a:gs pos="4000">
                <a:srgbClr val="09204F"/>
              </a:gs>
              <a:gs pos="100000">
                <a:srgbClr val="155AE7"/>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1" name="Rounded Rectangle 11">
            <a:extLst>
              <a:ext uri="{FF2B5EF4-FFF2-40B4-BE49-F238E27FC236}">
                <a16:creationId xmlns:a16="http://schemas.microsoft.com/office/drawing/2014/main" id="{9697A4FE-2004-288A-38E2-D3C6A3D27B8D}"/>
              </a:ext>
            </a:extLst>
          </p:cNvPr>
          <p:cNvSpPr/>
          <p:nvPr userDrawn="1"/>
        </p:nvSpPr>
        <p:spPr>
          <a:xfrm>
            <a:off x="158400" y="6255515"/>
            <a:ext cx="3927438" cy="522162"/>
          </a:xfrm>
          <a:prstGeom prst="roundRect">
            <a:avLst>
              <a:gd name="adj" fmla="val 25380"/>
            </a:avLst>
          </a:prstGeom>
          <a:gradFill>
            <a:gsLst>
              <a:gs pos="0">
                <a:srgbClr val="1864FF">
                  <a:alpha val="67843"/>
                </a:srgbClr>
              </a:gs>
              <a:gs pos="19000">
                <a:srgbClr val="1864F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17" name="Graphic 16">
            <a:extLst>
              <a:ext uri="{FF2B5EF4-FFF2-40B4-BE49-F238E27FC236}">
                <a16:creationId xmlns:a16="http://schemas.microsoft.com/office/drawing/2014/main" id="{1FEB58FD-BA90-97DE-007F-894009F72B6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1663" y="6471870"/>
            <a:ext cx="325232" cy="216821"/>
          </a:xfrm>
          <a:prstGeom prst="rect">
            <a:avLst/>
          </a:prstGeom>
        </p:spPr>
      </p:pic>
      <p:sp>
        <p:nvSpPr>
          <p:cNvPr id="18" name="Rounded Rectangle 22">
            <a:extLst>
              <a:ext uri="{FF2B5EF4-FFF2-40B4-BE49-F238E27FC236}">
                <a16:creationId xmlns:a16="http://schemas.microsoft.com/office/drawing/2014/main" id="{1874D254-A955-E9A7-E82C-B778BABA2283}"/>
              </a:ext>
            </a:extLst>
          </p:cNvPr>
          <p:cNvSpPr/>
          <p:nvPr userDrawn="1"/>
        </p:nvSpPr>
        <p:spPr>
          <a:xfrm>
            <a:off x="154317" y="130173"/>
            <a:ext cx="7998165" cy="6125341"/>
          </a:xfrm>
          <a:prstGeom prst="roundRect">
            <a:avLst>
              <a:gd name="adj" fmla="val 3106"/>
            </a:avLst>
          </a:prstGeom>
          <a:gradFill flip="none" rotWithShape="1">
            <a:gsLst>
              <a:gs pos="18000">
                <a:srgbClr val="1663FF">
                  <a:alpha val="0"/>
                </a:srgbClr>
              </a:gs>
              <a:gs pos="37000">
                <a:srgbClr val="1663FF">
                  <a:alpha val="0"/>
                </a:srgbClr>
              </a:gs>
              <a:gs pos="5000">
                <a:srgbClr val="1764FF">
                  <a:alpha val="53000"/>
                </a:srgbClr>
              </a:gs>
              <a:gs pos="48000">
                <a:srgbClr val="1663FF">
                  <a:alpha val="18000"/>
                </a:srgbClr>
              </a:gs>
              <a:gs pos="58000">
                <a:srgbClr val="1764FF">
                  <a:alpha val="0"/>
                </a:srgbClr>
              </a:gs>
            </a:gsLst>
            <a:lin ang="4200000" scaled="0"/>
            <a:tileRect/>
          </a:gradFill>
          <a:ln>
            <a:noFill/>
          </a:ln>
          <a:effectLst>
            <a:outerShdw blurRad="810119" dist="424344" dir="2700000" algn="tl" rotWithShape="0">
              <a:srgbClr val="F9C816">
                <a:alpha val="15616"/>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9" name="Rechthoek 18">
            <a:extLst>
              <a:ext uri="{FF2B5EF4-FFF2-40B4-BE49-F238E27FC236}">
                <a16:creationId xmlns:a16="http://schemas.microsoft.com/office/drawing/2014/main" id="{1AEEA1A0-88B9-9217-C726-6B0B21E8A2C9}"/>
              </a:ext>
            </a:extLst>
          </p:cNvPr>
          <p:cNvSpPr/>
          <p:nvPr userDrawn="1"/>
        </p:nvSpPr>
        <p:spPr>
          <a:xfrm>
            <a:off x="5263376" y="0"/>
            <a:ext cx="6928627" cy="6858000"/>
          </a:xfrm>
          <a:prstGeom prst="rect">
            <a:avLst/>
          </a:prstGeom>
          <a:gradFill>
            <a:gsLst>
              <a:gs pos="0">
                <a:srgbClr val="D1E0FF"/>
              </a:gs>
              <a:gs pos="9000">
                <a:srgbClr val="FFFF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0" name="Vrije vorm 19">
            <a:extLst>
              <a:ext uri="{FF2B5EF4-FFF2-40B4-BE49-F238E27FC236}">
                <a16:creationId xmlns:a16="http://schemas.microsoft.com/office/drawing/2014/main" id="{A5642A5C-52C9-D296-D7B8-2757BDAD49FD}"/>
              </a:ext>
            </a:extLst>
          </p:cNvPr>
          <p:cNvSpPr/>
          <p:nvPr userDrawn="1"/>
        </p:nvSpPr>
        <p:spPr>
          <a:xfrm>
            <a:off x="160978" y="136357"/>
            <a:ext cx="1103615" cy="228602"/>
          </a:xfrm>
          <a:custGeom>
            <a:avLst/>
            <a:gdLst>
              <a:gd name="connsiteX0" fmla="*/ 133269 w 1103615"/>
              <a:gd name="connsiteY0" fmla="*/ 0 h 228602"/>
              <a:gd name="connsiteX1" fmla="*/ 970346 w 1103615"/>
              <a:gd name="connsiteY1" fmla="*/ 0 h 228602"/>
              <a:gd name="connsiteX2" fmla="*/ 1103615 w 1103615"/>
              <a:gd name="connsiteY2" fmla="*/ 133269 h 228602"/>
              <a:gd name="connsiteX3" fmla="*/ 1103615 w 1103615"/>
              <a:gd name="connsiteY3" fmla="*/ 228602 h 228602"/>
              <a:gd name="connsiteX4" fmla="*/ 0 w 1103615"/>
              <a:gd name="connsiteY4" fmla="*/ 228602 h 228602"/>
              <a:gd name="connsiteX5" fmla="*/ 0 w 1103615"/>
              <a:gd name="connsiteY5" fmla="*/ 133269 h 228602"/>
              <a:gd name="connsiteX6" fmla="*/ 133269 w 1103615"/>
              <a:gd name="connsiteY6" fmla="*/ 0 h 22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3615" h="228602">
                <a:moveTo>
                  <a:pt x="133269" y="0"/>
                </a:moveTo>
                <a:lnTo>
                  <a:pt x="970346" y="0"/>
                </a:lnTo>
                <a:cubicBezTo>
                  <a:pt x="1043948" y="0"/>
                  <a:pt x="1103615" y="59667"/>
                  <a:pt x="1103615" y="133269"/>
                </a:cubicBezTo>
                <a:lnTo>
                  <a:pt x="1103615" y="228602"/>
                </a:lnTo>
                <a:lnTo>
                  <a:pt x="0" y="228602"/>
                </a:lnTo>
                <a:lnTo>
                  <a:pt x="0" y="133269"/>
                </a:lnTo>
                <a:cubicBezTo>
                  <a:pt x="0" y="59667"/>
                  <a:pt x="59667" y="0"/>
                  <a:pt x="133269" y="0"/>
                </a:cubicBezTo>
                <a:close/>
              </a:path>
            </a:pathLst>
          </a:custGeom>
          <a:gradFill>
            <a:gsLst>
              <a:gs pos="6000">
                <a:srgbClr val="F9C816">
                  <a:alpha val="46000"/>
                </a:srgbClr>
              </a:gs>
              <a:gs pos="41000">
                <a:srgbClr val="F9C816">
                  <a:alpha val="0"/>
                </a:srgbClr>
              </a:gs>
              <a:gs pos="30000">
                <a:srgbClr val="F9C816">
                  <a:alpha val="17000"/>
                </a:srgbClr>
              </a:gs>
            </a:gsLst>
            <a:lin ang="4200000" scaled="0"/>
          </a:gradFill>
          <a:ln w="9525">
            <a:gradFill>
              <a:gsLst>
                <a:gs pos="6000">
                  <a:srgbClr val="E88B36"/>
                </a:gs>
                <a:gs pos="46000">
                  <a:srgbClr val="F9C816">
                    <a:alpha val="0"/>
                  </a:srgbClr>
                </a:gs>
                <a:gs pos="23000">
                  <a:srgbClr val="F9C816"/>
                </a:gs>
              </a:gsLst>
              <a:lin ang="468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pic>
        <p:nvPicPr>
          <p:cNvPr id="21" name="Graphic 20">
            <a:extLst>
              <a:ext uri="{FF2B5EF4-FFF2-40B4-BE49-F238E27FC236}">
                <a16:creationId xmlns:a16="http://schemas.microsoft.com/office/drawing/2014/main" id="{253155A7-FBFB-7857-39F4-B154332A836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942109" y="3377887"/>
            <a:ext cx="2638288" cy="2346849"/>
          </a:xfrm>
          <a:prstGeom prst="rect">
            <a:avLst/>
          </a:prstGeom>
        </p:spPr>
      </p:pic>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p:txBody>
          <a:bodyPr/>
          <a:lstStyle>
            <a:lvl1pPr>
              <a:defRPr>
                <a:solidFill>
                  <a:srgbClr val="FFFFFF"/>
                </a:solidFill>
              </a:defRPr>
            </a:lvl1pPr>
          </a:lstStyle>
          <a:p>
            <a:r>
              <a:rPr lang="nl-NL"/>
              <a:t>Confidential</a:t>
            </a:r>
            <a:endParaRPr lang="nl-NL" dirty="0"/>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687600" y="1220743"/>
            <a:ext cx="3560400" cy="609398"/>
          </a:xfrm>
        </p:spPr>
        <p:txBody>
          <a:bodyPr tIns="0" bIns="0" anchor="t"/>
          <a:lstStyle>
            <a:lvl1pPr>
              <a:lnSpc>
                <a:spcPct val="90000"/>
              </a:lnSpc>
              <a:defRPr sz="4400" b="1" i="0">
                <a:solidFill>
                  <a:srgbClr val="FFFFFF"/>
                </a:solidFill>
                <a:latin typeface="Noir Pro Semi Bold" pitchFamily="2" charset="0"/>
              </a:defRPr>
            </a:lvl1pPr>
          </a:lstStyle>
          <a:p>
            <a:r>
              <a:rPr lang="nl-NL" dirty="0" err="1"/>
              <a:t>Insert</a:t>
            </a:r>
            <a:r>
              <a:rPr lang="nl-NL" dirty="0"/>
              <a:t> </a:t>
            </a:r>
            <a:r>
              <a:rPr lang="nl-NL" dirty="0" err="1"/>
              <a:t>title</a:t>
            </a:r>
            <a:endParaRPr lang="en-US" dirty="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467600" y="738000"/>
            <a:ext cx="7092000" cy="2484274"/>
          </a:xfrm>
          <a:gradFill>
            <a:gsLst>
              <a:gs pos="0">
                <a:srgbClr val="A3C1FF">
                  <a:alpha val="89804"/>
                </a:srgbClr>
              </a:gs>
              <a:gs pos="8000">
                <a:srgbClr val="7FAAFF">
                  <a:alpha val="25000"/>
                </a:srgbClr>
              </a:gs>
              <a:gs pos="53000">
                <a:srgbClr val="FFFFFF">
                  <a:alpha val="14902"/>
                </a:srgbClr>
              </a:gs>
            </a:gsLst>
            <a:lin ang="3600000" scaled="0"/>
          </a:gradFill>
        </p:spPr>
        <p:txBody>
          <a:bodyPr lIns="324000" tIns="251999" rIns="288000" bIns="216000">
            <a:spAutoFit/>
          </a:bodyPr>
          <a:lstStyle>
            <a:lvl1pPr marL="900000" indent="-900000">
              <a:lnSpc>
                <a:spcPct val="100000"/>
              </a:lnSpc>
              <a:spcBef>
                <a:spcPts val="1500"/>
              </a:spcBef>
              <a:spcAft>
                <a:spcPts val="1500"/>
              </a:spcAft>
              <a:buClr>
                <a:schemeClr val="bg1"/>
              </a:buClr>
              <a:buSzPct val="120000"/>
              <a:buFont typeface="+mj-lt"/>
              <a:buAutoNum type="arabicPeriod"/>
              <a:defRPr sz="1800" b="0" i="0">
                <a:latin typeface="Noir Pro Medium" pitchFamily="2" charset="0"/>
              </a:defRPr>
            </a:lvl1pPr>
            <a:lvl2pPr marL="1114425" indent="-217488">
              <a:buClr>
                <a:schemeClr val="bg2">
                  <a:lumMod val="50000"/>
                </a:schemeClr>
              </a:buClr>
              <a:buFont typeface="Helvetica Neue Bold" panose="02000503000000020004" pitchFamily="2" charset="0"/>
              <a:buChar char="⤷"/>
              <a:tabLst/>
              <a:defRPr/>
            </a:lvl2pPr>
            <a:lvl3pPr marL="1341438" indent="-227013">
              <a:buClr>
                <a:schemeClr val="bg2">
                  <a:lumMod val="50000"/>
                </a:schemeClr>
              </a:buClr>
              <a:buFont typeface="Helvetica Neue Bold" panose="02000503000000020004" pitchFamily="2" charset="0"/>
              <a:buChar char="⤷"/>
              <a:tabLst/>
              <a:defRPr/>
            </a:lvl3pPr>
            <a:lvl4pPr marL="1600200" indent="-258763">
              <a:buClr>
                <a:schemeClr val="bg2">
                  <a:lumMod val="50000"/>
                </a:schemeClr>
              </a:buClr>
              <a:buFont typeface="Helvetica Neue Bold" panose="02000503000000020004" pitchFamily="2" charset="0"/>
              <a:buChar char="⤷"/>
              <a:tabLst/>
              <a:defRPr/>
            </a:lvl4pPr>
          </a:lstStyle>
          <a:p>
            <a:pPr lvl="0"/>
            <a:r>
              <a:rPr lang="nl-NL" dirty="0" err="1"/>
              <a:t>Insert</a:t>
            </a:r>
            <a:r>
              <a:rPr lang="nl-NL" dirty="0"/>
              <a:t> </a:t>
            </a:r>
            <a:r>
              <a:rPr lang="nl-NL" dirty="0" err="1"/>
              <a:t>presentation</a:t>
            </a:r>
            <a:r>
              <a:rPr lang="nl-NL" dirty="0"/>
              <a:t> </a:t>
            </a:r>
            <a:r>
              <a:rPr lang="nl-NL" dirty="0" err="1"/>
              <a:t>sections</a:t>
            </a:r>
            <a:r>
              <a:rPr lang="nl-NL" dirty="0"/>
              <a:t>/topics</a:t>
            </a:r>
          </a:p>
          <a:p>
            <a:pPr lvl="1"/>
            <a:r>
              <a:rPr lang="nl-NL" dirty="0" err="1"/>
              <a:t>Indented</a:t>
            </a:r>
            <a:r>
              <a:rPr lang="nl-NL" dirty="0"/>
              <a:t> </a:t>
            </a:r>
            <a:r>
              <a:rPr lang="nl-NL" dirty="0" err="1"/>
              <a:t>bullet</a:t>
            </a:r>
            <a:r>
              <a:rPr lang="nl-NL" dirty="0"/>
              <a:t> level 1</a:t>
            </a:r>
          </a:p>
          <a:p>
            <a:pPr lvl="2"/>
            <a:r>
              <a:rPr lang="nl-NL" dirty="0" err="1"/>
              <a:t>Indented</a:t>
            </a:r>
            <a:r>
              <a:rPr lang="nl-NL" dirty="0"/>
              <a:t> </a:t>
            </a:r>
            <a:r>
              <a:rPr lang="nl-NL" dirty="0" err="1"/>
              <a:t>bullet</a:t>
            </a:r>
            <a:r>
              <a:rPr lang="nl-NL" dirty="0"/>
              <a:t> level 2	</a:t>
            </a:r>
          </a:p>
          <a:p>
            <a:pPr lvl="3"/>
            <a:r>
              <a:rPr lang="nl-NL" dirty="0" err="1"/>
              <a:t>Indented</a:t>
            </a:r>
            <a:r>
              <a:rPr lang="nl-NL" dirty="0"/>
              <a:t> </a:t>
            </a:r>
            <a:r>
              <a:rPr lang="nl-NL" dirty="0" err="1"/>
              <a:t>bullet</a:t>
            </a:r>
            <a:r>
              <a:rPr lang="nl-NL" dirty="0"/>
              <a:t> level 3	</a:t>
            </a:r>
          </a:p>
          <a:p>
            <a:pPr lvl="0"/>
            <a:r>
              <a:rPr lang="en-US" dirty="0"/>
              <a:t>This is a second base-level item</a:t>
            </a:r>
          </a:p>
        </p:txBody>
      </p:sp>
    </p:spTree>
    <p:extLst>
      <p:ext uri="{BB962C8B-B14F-4D97-AF65-F5344CB8AC3E}">
        <p14:creationId xmlns:p14="http://schemas.microsoft.com/office/powerpoint/2010/main" val="25265752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Section intro page">
    <p:spTree>
      <p:nvGrpSpPr>
        <p:cNvPr id="1" name=""/>
        <p:cNvGrpSpPr/>
        <p:nvPr/>
      </p:nvGrpSpPr>
      <p:grpSpPr>
        <a:xfrm>
          <a:off x="0" y="0"/>
          <a:ext cx="0" cy="0"/>
          <a:chOff x="0" y="0"/>
          <a:chExt cx="0" cy="0"/>
        </a:xfrm>
      </p:grpSpPr>
      <p:sp>
        <p:nvSpPr>
          <p:cNvPr id="80" name="Rechthoek 79">
            <a:extLst>
              <a:ext uri="{FF2B5EF4-FFF2-40B4-BE49-F238E27FC236}">
                <a16:creationId xmlns:a16="http://schemas.microsoft.com/office/drawing/2014/main" id="{433E1BA8-E8A2-3CAD-E0FD-57DEED7404CF}"/>
              </a:ext>
            </a:extLst>
          </p:cNvPr>
          <p:cNvSpPr/>
          <p:nvPr userDrawn="1"/>
        </p:nvSpPr>
        <p:spPr>
          <a:xfrm>
            <a:off x="0" y="0"/>
            <a:ext cx="12192000" cy="6858000"/>
          </a:xfrm>
          <a:prstGeom prst="rect">
            <a:avLst/>
          </a:prstGeom>
          <a:gradFill>
            <a:gsLst>
              <a:gs pos="10000">
                <a:srgbClr val="09204F"/>
              </a:gs>
              <a:gs pos="92000">
                <a:srgbClr val="1864FF"/>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21" name="Rechthoek 120">
            <a:extLst>
              <a:ext uri="{FF2B5EF4-FFF2-40B4-BE49-F238E27FC236}">
                <a16:creationId xmlns:a16="http://schemas.microsoft.com/office/drawing/2014/main" id="{7FF3DE78-E5E2-666E-09A4-F1DD384F4761}"/>
              </a:ext>
            </a:extLst>
          </p:cNvPr>
          <p:cNvSpPr/>
          <p:nvPr userDrawn="1"/>
        </p:nvSpPr>
        <p:spPr>
          <a:xfrm>
            <a:off x="4354691" y="0"/>
            <a:ext cx="7837308" cy="6858000"/>
          </a:xfrm>
          <a:prstGeom prst="rect">
            <a:avLst/>
          </a:prstGeom>
          <a:gradFill>
            <a:gsLst>
              <a:gs pos="0">
                <a:srgbClr val="09204F"/>
              </a:gs>
              <a:gs pos="100000">
                <a:srgbClr val="1964FF"/>
              </a:gs>
              <a:gs pos="61000">
                <a:srgbClr val="1250CA"/>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6" name="Rectangle 2">
            <a:extLst>
              <a:ext uri="{FF2B5EF4-FFF2-40B4-BE49-F238E27FC236}">
                <a16:creationId xmlns:a16="http://schemas.microsoft.com/office/drawing/2014/main" id="{83B7B6F9-D091-0851-026F-C9AC3544347B}"/>
              </a:ext>
            </a:extLst>
          </p:cNvPr>
          <p:cNvSpPr/>
          <p:nvPr userDrawn="1"/>
        </p:nvSpPr>
        <p:spPr>
          <a:xfrm>
            <a:off x="0" y="1"/>
            <a:ext cx="1381059" cy="358202"/>
          </a:xfrm>
          <a:prstGeom prst="rect">
            <a:avLst/>
          </a:prstGeom>
          <a:gradFill>
            <a:gsLst>
              <a:gs pos="0">
                <a:srgbClr val="F8C716">
                  <a:alpha val="49529"/>
                </a:srgbClr>
              </a:gs>
              <a:gs pos="18000">
                <a:srgbClr val="F8C716">
                  <a:alpha val="21357"/>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24" name="Rounded Rectangle 11">
            <a:extLst>
              <a:ext uri="{FF2B5EF4-FFF2-40B4-BE49-F238E27FC236}">
                <a16:creationId xmlns:a16="http://schemas.microsoft.com/office/drawing/2014/main" id="{8C7786E7-9850-928F-CE8F-A60038656162}"/>
              </a:ext>
            </a:extLst>
          </p:cNvPr>
          <p:cNvSpPr/>
          <p:nvPr userDrawn="1"/>
        </p:nvSpPr>
        <p:spPr>
          <a:xfrm>
            <a:off x="154800" y="6255515"/>
            <a:ext cx="3927438" cy="522162"/>
          </a:xfrm>
          <a:prstGeom prst="roundRect">
            <a:avLst>
              <a:gd name="adj" fmla="val 25380"/>
            </a:avLst>
          </a:prstGeom>
          <a:gradFill>
            <a:gsLst>
              <a:gs pos="0">
                <a:srgbClr val="1764FF">
                  <a:alpha val="56000"/>
                </a:srgbClr>
              </a:gs>
              <a:gs pos="19000">
                <a:srgbClr val="084ED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32" name="Graphic 31">
            <a:extLst>
              <a:ext uri="{FF2B5EF4-FFF2-40B4-BE49-F238E27FC236}">
                <a16:creationId xmlns:a16="http://schemas.microsoft.com/office/drawing/2014/main" id="{1990862F-EC1A-9359-8F48-5E42474356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1663" y="6471870"/>
            <a:ext cx="325232" cy="216821"/>
          </a:xfrm>
          <a:prstGeom prst="rect">
            <a:avLst/>
          </a:prstGeom>
        </p:spPr>
      </p:pic>
      <p:sp>
        <p:nvSpPr>
          <p:cNvPr id="15" name="Rounded Rectangle 11">
            <a:extLst>
              <a:ext uri="{FF2B5EF4-FFF2-40B4-BE49-F238E27FC236}">
                <a16:creationId xmlns:a16="http://schemas.microsoft.com/office/drawing/2014/main" id="{E946E871-1F65-9509-BCA1-E0E7543295CB}"/>
              </a:ext>
            </a:extLst>
          </p:cNvPr>
          <p:cNvSpPr/>
          <p:nvPr userDrawn="1"/>
        </p:nvSpPr>
        <p:spPr>
          <a:xfrm>
            <a:off x="154318" y="6255515"/>
            <a:ext cx="3927438" cy="522162"/>
          </a:xfrm>
          <a:prstGeom prst="roundRect">
            <a:avLst>
              <a:gd name="adj" fmla="val 20951"/>
            </a:avLst>
          </a:prstGeom>
          <a:no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2" name="Tijdelijke aanduiding voor voettekst 1">
            <a:extLst>
              <a:ext uri="{FF2B5EF4-FFF2-40B4-BE49-F238E27FC236}">
                <a16:creationId xmlns:a16="http://schemas.microsoft.com/office/drawing/2014/main" id="{D962B193-53CA-0D19-0118-C61D7DEBCFE8}"/>
              </a:ext>
            </a:extLst>
          </p:cNvPr>
          <p:cNvSpPr>
            <a:spLocks noGrp="1"/>
          </p:cNvSpPr>
          <p:nvPr>
            <p:ph type="ftr" sz="quarter" idx="14"/>
          </p:nvPr>
        </p:nvSpPr>
        <p:spPr/>
        <p:txBody>
          <a:bodyPr/>
          <a:lstStyle>
            <a:lvl1pPr>
              <a:defRPr>
                <a:solidFill>
                  <a:schemeClr val="bg1"/>
                </a:solidFill>
              </a:defRPr>
            </a:lvl1pPr>
          </a:lstStyle>
          <a:p>
            <a:r>
              <a:rPr lang="nl-NL"/>
              <a:t>Confidential</a:t>
            </a:r>
            <a:endParaRPr lang="nl-NL" dirty="0"/>
          </a:p>
        </p:txBody>
      </p:sp>
      <p:sp>
        <p:nvSpPr>
          <p:cNvPr id="14" name="Rounded Rectangle 22">
            <a:extLst>
              <a:ext uri="{FF2B5EF4-FFF2-40B4-BE49-F238E27FC236}">
                <a16:creationId xmlns:a16="http://schemas.microsoft.com/office/drawing/2014/main" id="{FB45DAA8-FD07-71AD-5E49-117634C548B1}"/>
              </a:ext>
            </a:extLst>
          </p:cNvPr>
          <p:cNvSpPr/>
          <p:nvPr userDrawn="1"/>
        </p:nvSpPr>
        <p:spPr>
          <a:xfrm>
            <a:off x="154317" y="130173"/>
            <a:ext cx="7998165" cy="6125341"/>
          </a:xfrm>
          <a:prstGeom prst="roundRect">
            <a:avLst>
              <a:gd name="adj" fmla="val 3106"/>
            </a:avLst>
          </a:prstGeom>
          <a:gradFill flip="none" rotWithShape="1">
            <a:gsLst>
              <a:gs pos="31000">
                <a:srgbClr val="F9C816">
                  <a:alpha val="15387"/>
                </a:srgbClr>
              </a:gs>
              <a:gs pos="0">
                <a:srgbClr val="DE7849"/>
              </a:gs>
              <a:gs pos="6000">
                <a:srgbClr val="F9B116">
                  <a:alpha val="87059"/>
                </a:srgbClr>
              </a:gs>
              <a:gs pos="15000">
                <a:srgbClr val="F9C816">
                  <a:alpha val="57000"/>
                </a:srgbClr>
              </a:gs>
              <a:gs pos="44000">
                <a:srgbClr val="F9C816">
                  <a:alpha val="0"/>
                </a:srgbClr>
              </a:gs>
            </a:gsLst>
            <a:lin ang="3600000" scaled="0"/>
            <a:tileRect/>
          </a:gradFill>
          <a:ln>
            <a:noFill/>
          </a:ln>
          <a:effectLst>
            <a:outerShdw blurRad="810119" dist="424344" dir="2700000" algn="tl" rotWithShape="0">
              <a:srgbClr val="F9C816">
                <a:alpha val="15616"/>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6" name="Vrije vorm 15">
            <a:extLst>
              <a:ext uri="{FF2B5EF4-FFF2-40B4-BE49-F238E27FC236}">
                <a16:creationId xmlns:a16="http://schemas.microsoft.com/office/drawing/2014/main" id="{5A3C7DD3-FE60-10D8-CDC7-9D72C2414BDE}"/>
              </a:ext>
            </a:extLst>
          </p:cNvPr>
          <p:cNvSpPr/>
          <p:nvPr userDrawn="1"/>
        </p:nvSpPr>
        <p:spPr>
          <a:xfrm>
            <a:off x="154800" y="129600"/>
            <a:ext cx="1103615" cy="228602"/>
          </a:xfrm>
          <a:custGeom>
            <a:avLst/>
            <a:gdLst>
              <a:gd name="connsiteX0" fmla="*/ 133269 w 1103615"/>
              <a:gd name="connsiteY0" fmla="*/ 0 h 228602"/>
              <a:gd name="connsiteX1" fmla="*/ 970346 w 1103615"/>
              <a:gd name="connsiteY1" fmla="*/ 0 h 228602"/>
              <a:gd name="connsiteX2" fmla="*/ 1103615 w 1103615"/>
              <a:gd name="connsiteY2" fmla="*/ 133269 h 228602"/>
              <a:gd name="connsiteX3" fmla="*/ 1103615 w 1103615"/>
              <a:gd name="connsiteY3" fmla="*/ 228602 h 228602"/>
              <a:gd name="connsiteX4" fmla="*/ 0 w 1103615"/>
              <a:gd name="connsiteY4" fmla="*/ 228602 h 228602"/>
              <a:gd name="connsiteX5" fmla="*/ 0 w 1103615"/>
              <a:gd name="connsiteY5" fmla="*/ 133269 h 228602"/>
              <a:gd name="connsiteX6" fmla="*/ 133269 w 1103615"/>
              <a:gd name="connsiteY6" fmla="*/ 0 h 22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3615" h="228602">
                <a:moveTo>
                  <a:pt x="133269" y="0"/>
                </a:moveTo>
                <a:lnTo>
                  <a:pt x="970346" y="0"/>
                </a:lnTo>
                <a:cubicBezTo>
                  <a:pt x="1043948" y="0"/>
                  <a:pt x="1103615" y="59667"/>
                  <a:pt x="1103615" y="133269"/>
                </a:cubicBezTo>
                <a:lnTo>
                  <a:pt x="1103615" y="228602"/>
                </a:lnTo>
                <a:lnTo>
                  <a:pt x="0" y="228602"/>
                </a:lnTo>
                <a:lnTo>
                  <a:pt x="0" y="133269"/>
                </a:lnTo>
                <a:cubicBezTo>
                  <a:pt x="0" y="59667"/>
                  <a:pt x="59667" y="0"/>
                  <a:pt x="133269" y="0"/>
                </a:cubicBezTo>
                <a:close/>
              </a:path>
            </a:pathLst>
          </a:custGeom>
          <a:gradFill>
            <a:gsLst>
              <a:gs pos="10000">
                <a:srgbClr val="E88C36"/>
              </a:gs>
              <a:gs pos="27000">
                <a:srgbClr val="F8C716"/>
              </a:gs>
              <a:gs pos="68000">
                <a:srgbClr val="F8C716">
                  <a:alpha val="54000"/>
                </a:srgbClr>
              </a:gs>
              <a:gs pos="83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3" name="Tijdelijke aanduiding voor dianummer 2">
            <a:extLst>
              <a:ext uri="{FF2B5EF4-FFF2-40B4-BE49-F238E27FC236}">
                <a16:creationId xmlns:a16="http://schemas.microsoft.com/office/drawing/2014/main" id="{35BD149E-B12D-F2FB-60B1-2F2EBB40DF98}"/>
              </a:ext>
            </a:extLst>
          </p:cNvPr>
          <p:cNvSpPr>
            <a:spLocks noGrp="1"/>
          </p:cNvSpPr>
          <p:nvPr>
            <p:ph type="sldNum" sz="quarter" idx="15"/>
          </p:nvPr>
        </p:nvSpPr>
        <p:spPr/>
        <p:txBody>
          <a:bodyPr/>
          <a:lstStyle>
            <a:lvl1pPr>
              <a:defRPr>
                <a:solidFill>
                  <a:srgbClr val="FFFFFF"/>
                </a:solidFill>
              </a:defRPr>
            </a:lvl1pPr>
          </a:lstStyle>
          <a:p>
            <a:fld id="{E242BD21-9B61-2246-BCB1-4BE5E1BEBE1C}" type="slidenum">
              <a:rPr lang="nl-NL" smtClean="0"/>
              <a:pPr/>
              <a:t>‹#›</a:t>
            </a:fld>
            <a:endParaRPr lang="nl-NL"/>
          </a:p>
        </p:txBody>
      </p:sp>
      <p:sp>
        <p:nvSpPr>
          <p:cNvPr id="27" name="Titel 3">
            <a:extLst>
              <a:ext uri="{FF2B5EF4-FFF2-40B4-BE49-F238E27FC236}">
                <a16:creationId xmlns:a16="http://schemas.microsoft.com/office/drawing/2014/main" id="{1E8D3563-C039-DE28-A895-96FC282EE2ED}"/>
              </a:ext>
            </a:extLst>
          </p:cNvPr>
          <p:cNvSpPr txBox="1">
            <a:spLocks/>
          </p:cNvSpPr>
          <p:nvPr userDrawn="1"/>
        </p:nvSpPr>
        <p:spPr>
          <a:xfrm>
            <a:off x="716990" y="2067286"/>
            <a:ext cx="1827691" cy="221599"/>
          </a:xfrm>
          <a:prstGeom prst="rect">
            <a:avLst/>
          </a:prstGeom>
        </p:spPr>
        <p:txBody>
          <a:bodyPr wrap="square" lIns="216000" tIns="0" rIns="0" bIns="0" anchor="ctr" anchorCtr="0">
            <a:spAutoFit/>
          </a:bodyPr>
          <a:lstStyle>
            <a:lvl1pPr marL="0" indent="0" algn="l" defTabSz="914400" rtl="0" eaLnBrk="1" latinLnBrk="0" hangingPunct="1">
              <a:lnSpc>
                <a:spcPct val="90000"/>
              </a:lnSpc>
              <a:spcBef>
                <a:spcPts val="0"/>
              </a:spcBef>
              <a:buNone/>
              <a:defRPr lang="en-US" sz="4400" b="1" i="0" kern="1200" spc="0">
                <a:solidFill>
                  <a:schemeClr val="tx1"/>
                </a:solidFill>
                <a:latin typeface="Noir Pro Semi Bold" pitchFamily="2" charset="0"/>
                <a:ea typeface="+mn-ea"/>
                <a:cs typeface="+mn-cs"/>
              </a:defRPr>
            </a:lvl1pPr>
          </a:lstStyle>
          <a:p>
            <a:r>
              <a:rPr lang="en-US" sz="1600" b="0" i="0" noProof="0" dirty="0">
                <a:solidFill>
                  <a:srgbClr val="F9C816"/>
                </a:solidFill>
                <a:latin typeface="Noir Pro Medium" pitchFamily="2" charset="0"/>
              </a:rPr>
              <a:t>Up next</a:t>
            </a:r>
            <a:endParaRPr lang="nl-NL" sz="1600" b="0" i="0" dirty="0">
              <a:solidFill>
                <a:srgbClr val="F9C816"/>
              </a:solidFill>
              <a:latin typeface="Noir Pro Medium" pitchFamily="2" charset="0"/>
            </a:endParaRPr>
          </a:p>
        </p:txBody>
      </p:sp>
      <p:sp>
        <p:nvSpPr>
          <p:cNvPr id="88" name="Rounded Rectangle 22">
            <a:extLst>
              <a:ext uri="{FF2B5EF4-FFF2-40B4-BE49-F238E27FC236}">
                <a16:creationId xmlns:a16="http://schemas.microsoft.com/office/drawing/2014/main" id="{876CBDB7-9907-8B65-CC94-0DEDB13E7BBF}"/>
              </a:ext>
            </a:extLst>
          </p:cNvPr>
          <p:cNvSpPr/>
          <p:nvPr userDrawn="1"/>
        </p:nvSpPr>
        <p:spPr>
          <a:xfrm>
            <a:off x="4872667" y="130173"/>
            <a:ext cx="7177374" cy="4171623"/>
          </a:xfrm>
          <a:prstGeom prst="roundRect">
            <a:avLst>
              <a:gd name="adj" fmla="val 3457"/>
            </a:avLst>
          </a:prstGeom>
          <a:gradFill flip="none" rotWithShape="1">
            <a:gsLst>
              <a:gs pos="0">
                <a:srgbClr val="73A1FF">
                  <a:alpha val="40421"/>
                </a:srgbClr>
              </a:gs>
              <a:gs pos="23000">
                <a:srgbClr val="73A1FF">
                  <a:alpha val="0"/>
                </a:srgbClr>
              </a:gs>
            </a:gsLst>
            <a:lin ang="7800000" scaled="0"/>
            <a:tileRect/>
          </a:gradFill>
          <a:ln>
            <a:noFill/>
          </a:ln>
          <a:effectLst>
            <a:outerShdw blurRad="810119" dist="424344" dir="2700000" algn="tl" rotWithShape="0">
              <a:srgbClr val="F9C816">
                <a:alpha val="15616"/>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ijdelijke aanduiding voor inhoud 11">
            <a:extLst>
              <a:ext uri="{FF2B5EF4-FFF2-40B4-BE49-F238E27FC236}">
                <a16:creationId xmlns:a16="http://schemas.microsoft.com/office/drawing/2014/main" id="{4F637EDD-DD17-8404-6CF0-C103F6B059BD}"/>
              </a:ext>
            </a:extLst>
          </p:cNvPr>
          <p:cNvSpPr>
            <a:spLocks noGrp="1"/>
          </p:cNvSpPr>
          <p:nvPr>
            <p:ph sz="quarter" idx="16" hasCustomPrompt="1"/>
          </p:nvPr>
        </p:nvSpPr>
        <p:spPr>
          <a:xfrm>
            <a:off x="4905632" y="3186818"/>
            <a:ext cx="6579458" cy="2234270"/>
          </a:xfrm>
          <a:noFill/>
        </p:spPr>
        <p:txBody>
          <a:bodyPr wrap="square" lIns="216000" tIns="72000" rIns="288000" bIns="216000">
            <a:noAutofit/>
          </a:bodyPr>
          <a:lstStyle>
            <a:lvl1pPr marL="0" indent="0">
              <a:lnSpc>
                <a:spcPct val="114000"/>
              </a:lnSpc>
              <a:spcAft>
                <a:spcPts val="600"/>
              </a:spcAft>
              <a:buClr>
                <a:schemeClr val="bg1"/>
              </a:buClr>
              <a:buSzPct val="120000"/>
              <a:buFont typeface="+mj-lt"/>
              <a:buNone/>
              <a:defRPr sz="1800" b="0" i="0">
                <a:solidFill>
                  <a:schemeClr val="bg1">
                    <a:alpha val="80000"/>
                  </a:schemeClr>
                </a:solidFill>
                <a:latin typeface="Noir Pro" pitchFamily="2" charset="0"/>
              </a:defRPr>
            </a:lvl1pPr>
          </a:lstStyle>
          <a:p>
            <a:pPr lvl="0"/>
            <a:r>
              <a:rPr lang="nl-NL" dirty="0" err="1"/>
              <a:t>Insert</a:t>
            </a:r>
            <a:r>
              <a:rPr lang="nl-NL" dirty="0"/>
              <a:t> </a:t>
            </a:r>
            <a:r>
              <a:rPr lang="nl-NL" dirty="0" err="1"/>
              <a:t>section</a:t>
            </a:r>
            <a:r>
              <a:rPr lang="nl-NL" dirty="0"/>
              <a:t> </a:t>
            </a:r>
            <a:r>
              <a:rPr lang="nl-NL" dirty="0" err="1"/>
              <a:t>description</a:t>
            </a:r>
            <a:r>
              <a:rPr lang="nl-NL" dirty="0"/>
              <a:t> (</a:t>
            </a:r>
            <a:r>
              <a:rPr lang="nl-NL" dirty="0" err="1"/>
              <a:t>optional</a:t>
            </a:r>
            <a:r>
              <a:rPr lang="nl-NL" dirty="0"/>
              <a:t>)</a:t>
            </a:r>
            <a:endParaRPr lang="en-US" dirty="0"/>
          </a:p>
        </p:txBody>
      </p:sp>
      <p:sp>
        <p:nvSpPr>
          <p:cNvPr id="4" name="Titel 3">
            <a:extLst>
              <a:ext uri="{FF2B5EF4-FFF2-40B4-BE49-F238E27FC236}">
                <a16:creationId xmlns:a16="http://schemas.microsoft.com/office/drawing/2014/main" id="{F5581EF9-202E-75BA-5611-B35F6FE181AC}"/>
              </a:ext>
            </a:extLst>
          </p:cNvPr>
          <p:cNvSpPr>
            <a:spLocks noGrp="1"/>
          </p:cNvSpPr>
          <p:nvPr>
            <p:ph type="title" hasCustomPrompt="1"/>
          </p:nvPr>
        </p:nvSpPr>
        <p:spPr>
          <a:xfrm>
            <a:off x="4905632" y="1854709"/>
            <a:ext cx="6579458" cy="609398"/>
          </a:xfrm>
        </p:spPr>
        <p:txBody>
          <a:bodyPr lIns="216000" tIns="0" bIns="0" anchor="ctr"/>
          <a:lstStyle>
            <a:lvl1pPr>
              <a:lnSpc>
                <a:spcPct val="90000"/>
              </a:lnSpc>
              <a:defRPr sz="4400" b="1" i="0">
                <a:solidFill>
                  <a:schemeClr val="bg1"/>
                </a:solidFill>
                <a:latin typeface="Noir Pro Semi Bold" pitchFamily="2" charset="0"/>
              </a:defRPr>
            </a:lvl1pPr>
          </a:lstStyle>
          <a:p>
            <a:r>
              <a:rPr lang="nl-NL" dirty="0" err="1"/>
              <a:t>Insert</a:t>
            </a:r>
            <a:r>
              <a:rPr lang="nl-NL" dirty="0"/>
              <a:t> </a:t>
            </a:r>
            <a:r>
              <a:rPr lang="nl-NL" dirty="0" err="1"/>
              <a:t>section</a:t>
            </a:r>
            <a:r>
              <a:rPr lang="nl-NL" dirty="0"/>
              <a:t> </a:t>
            </a:r>
            <a:r>
              <a:rPr lang="nl-NL" dirty="0" err="1"/>
              <a:t>title</a:t>
            </a:r>
            <a:endParaRPr lang="en-US" dirty="0"/>
          </a:p>
        </p:txBody>
      </p:sp>
      <p:pic>
        <p:nvPicPr>
          <p:cNvPr id="10" name="Afbeelding 9">
            <a:extLst>
              <a:ext uri="{FF2B5EF4-FFF2-40B4-BE49-F238E27FC236}">
                <a16:creationId xmlns:a16="http://schemas.microsoft.com/office/drawing/2014/main" id="{30EF23CB-9D58-3CEF-CCF6-F8FE9FA94255}"/>
              </a:ext>
            </a:extLst>
          </p:cNvPr>
          <p:cNvPicPr>
            <a:picLocks noChangeAspect="1"/>
          </p:cNvPicPr>
          <p:nvPr userDrawn="1"/>
        </p:nvPicPr>
        <p:blipFill>
          <a:blip r:embed="rId4">
            <a:alphaModFix amt="25000"/>
          </a:blip>
          <a:srcRect/>
          <a:stretch>
            <a:fillRect/>
          </a:stretch>
        </p:blipFill>
        <p:spPr>
          <a:xfrm>
            <a:off x="154317" y="1421482"/>
            <a:ext cx="952500" cy="1993900"/>
          </a:xfrm>
          <a:custGeom>
            <a:avLst/>
            <a:gdLst>
              <a:gd name="connsiteX0" fmla="*/ 0 w 952500"/>
              <a:gd name="connsiteY0" fmla="*/ 0 h 1993900"/>
              <a:gd name="connsiteX1" fmla="*/ 952500 w 952500"/>
              <a:gd name="connsiteY1" fmla="*/ 0 h 1993900"/>
              <a:gd name="connsiteX2" fmla="*/ 952500 w 952500"/>
              <a:gd name="connsiteY2" fmla="*/ 1488727 h 1993900"/>
              <a:gd name="connsiteX3" fmla="*/ 815688 w 952500"/>
              <a:gd name="connsiteY3" fmla="*/ 1488727 h 1993900"/>
              <a:gd name="connsiteX4" fmla="*/ 815688 w 952500"/>
              <a:gd name="connsiteY4" fmla="*/ 1993900 h 1993900"/>
              <a:gd name="connsiteX5" fmla="*/ 0 w 952500"/>
              <a:gd name="connsiteY5" fmla="*/ 1993900 h 199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0" h="1993900">
                <a:moveTo>
                  <a:pt x="0" y="0"/>
                </a:moveTo>
                <a:lnTo>
                  <a:pt x="952500" y="0"/>
                </a:lnTo>
                <a:lnTo>
                  <a:pt x="952500" y="1488727"/>
                </a:lnTo>
                <a:lnTo>
                  <a:pt x="815688" y="1488727"/>
                </a:lnTo>
                <a:lnTo>
                  <a:pt x="815688" y="1993900"/>
                </a:lnTo>
                <a:lnTo>
                  <a:pt x="0" y="1993900"/>
                </a:lnTo>
                <a:close/>
              </a:path>
            </a:pathLst>
          </a:custGeom>
        </p:spPr>
      </p:pic>
      <p:pic>
        <p:nvPicPr>
          <p:cNvPr id="8" name="Afbeelding 7">
            <a:extLst>
              <a:ext uri="{FF2B5EF4-FFF2-40B4-BE49-F238E27FC236}">
                <a16:creationId xmlns:a16="http://schemas.microsoft.com/office/drawing/2014/main" id="{B46C1064-3CE1-21A2-671B-AF529075F6AE}"/>
              </a:ext>
            </a:extLst>
          </p:cNvPr>
          <p:cNvPicPr>
            <a:picLocks noChangeAspect="1"/>
          </p:cNvPicPr>
          <p:nvPr userDrawn="1"/>
        </p:nvPicPr>
        <p:blipFill>
          <a:blip r:embed="rId4">
            <a:alphaModFix amt="15000"/>
          </a:blip>
          <a:srcRect/>
          <a:stretch>
            <a:fillRect/>
          </a:stretch>
        </p:blipFill>
        <p:spPr>
          <a:xfrm rot="10800000" flipV="1">
            <a:off x="55464" y="3776257"/>
            <a:ext cx="952500" cy="1993900"/>
          </a:xfrm>
          <a:custGeom>
            <a:avLst/>
            <a:gdLst>
              <a:gd name="connsiteX0" fmla="*/ 952500 w 952500"/>
              <a:gd name="connsiteY0" fmla="*/ 0 h 1993900"/>
              <a:gd name="connsiteX1" fmla="*/ 0 w 952500"/>
              <a:gd name="connsiteY1" fmla="*/ 0 h 1993900"/>
              <a:gd name="connsiteX2" fmla="*/ 0 w 952500"/>
              <a:gd name="connsiteY2" fmla="*/ 1993900 h 1993900"/>
              <a:gd name="connsiteX3" fmla="*/ 853647 w 952500"/>
              <a:gd name="connsiteY3" fmla="*/ 1993900 h 1993900"/>
              <a:gd name="connsiteX4" fmla="*/ 853647 w 952500"/>
              <a:gd name="connsiteY4" fmla="*/ 956381 h 1993900"/>
              <a:gd name="connsiteX5" fmla="*/ 952500 w 952500"/>
              <a:gd name="connsiteY5" fmla="*/ 956381 h 1993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52500" h="1993900">
                <a:moveTo>
                  <a:pt x="952500" y="0"/>
                </a:moveTo>
                <a:lnTo>
                  <a:pt x="0" y="0"/>
                </a:lnTo>
                <a:lnTo>
                  <a:pt x="0" y="1993900"/>
                </a:lnTo>
                <a:lnTo>
                  <a:pt x="853647" y="1993900"/>
                </a:lnTo>
                <a:lnTo>
                  <a:pt x="853647" y="956381"/>
                </a:lnTo>
                <a:lnTo>
                  <a:pt x="952500" y="956381"/>
                </a:lnTo>
                <a:close/>
              </a:path>
            </a:pathLst>
          </a:custGeom>
        </p:spPr>
      </p:pic>
      <p:sp>
        <p:nvSpPr>
          <p:cNvPr id="119" name="Rechthoek 118">
            <a:extLst>
              <a:ext uri="{FF2B5EF4-FFF2-40B4-BE49-F238E27FC236}">
                <a16:creationId xmlns:a16="http://schemas.microsoft.com/office/drawing/2014/main" id="{60C8B18E-D3BD-4F74-CBF6-F087C98DDB18}"/>
              </a:ext>
            </a:extLst>
          </p:cNvPr>
          <p:cNvSpPr/>
          <p:nvPr userDrawn="1"/>
        </p:nvSpPr>
        <p:spPr>
          <a:xfrm>
            <a:off x="111125" y="5732934"/>
            <a:ext cx="519442" cy="126742"/>
          </a:xfrm>
          <a:prstGeom prst="rect">
            <a:avLst/>
          </a:prstGeom>
          <a:gradFill>
            <a:gsLst>
              <a:gs pos="13000">
                <a:srgbClr val="0A2356"/>
              </a:gs>
              <a:gs pos="71000">
                <a:srgbClr val="0A2356">
                  <a:alpha val="0"/>
                </a:srgbClr>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pic>
        <p:nvPicPr>
          <p:cNvPr id="18" name="Graphic 17">
            <a:extLst>
              <a:ext uri="{FF2B5EF4-FFF2-40B4-BE49-F238E27FC236}">
                <a16:creationId xmlns:a16="http://schemas.microsoft.com/office/drawing/2014/main" id="{2DD97A54-367D-1DB6-6EEB-227747994E84}"/>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942109" y="3377887"/>
            <a:ext cx="2638288" cy="2346849"/>
          </a:xfrm>
          <a:prstGeom prst="rect">
            <a:avLst/>
          </a:prstGeom>
        </p:spPr>
      </p:pic>
    </p:spTree>
    <p:extLst>
      <p:ext uri="{BB962C8B-B14F-4D97-AF65-F5344CB8AC3E}">
        <p14:creationId xmlns:p14="http://schemas.microsoft.com/office/powerpoint/2010/main" val="288476519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dirty="0" err="1"/>
              <a:t>Confidential</a:t>
            </a:r>
            <a:endParaRPr lang="nl-NL" dirty="0"/>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33817989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154799" y="1411200"/>
            <a:ext cx="5864400"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177600" y="1411200"/>
            <a:ext cx="5864400" cy="4842000"/>
          </a:xfrm>
        </p:spPr>
        <p:txBody>
          <a:bodyPr vert="horz" lIns="216000" tIns="46800" rIns="234000" bIns="46800" rtlCol="0">
            <a:noAutofit/>
          </a:bodyPr>
          <a:lstStyle>
            <a:lvl1pPr marL="0" indent="0">
              <a:buNone/>
              <a:defRPr lang="en-US" dirty="0"/>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199056152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gradFill>
            <a:gsLst>
              <a:gs pos="4000">
                <a:schemeClr val="accent3"/>
              </a:gs>
              <a:gs pos="41000">
                <a:schemeClr val="accent3">
                  <a:lumMod val="20000"/>
                  <a:lumOff val="80000"/>
                </a:schemeClr>
              </a:gs>
              <a:gs pos="22000">
                <a:schemeClr val="accent3">
                  <a:lumMod val="60000"/>
                  <a:lumOff val="40000"/>
                  <a:alpha val="73000"/>
                </a:scheme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tx2"/>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p:spPr>
        <p:txBody>
          <a:bodyPr lIns="216000" tIns="144000" rIns="234000">
            <a:noAutofit/>
          </a:bodyPr>
          <a:lstStyle>
            <a:lvl1pPr marL="0" indent="0">
              <a:buClr>
                <a:schemeClr val="bg1"/>
              </a:buClr>
              <a:buFont typeface="Arial" panose="020B0604020202020204" pitchFamily="34" charset="0"/>
              <a:buNone/>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FD55FCDC-BB83-7114-0C6B-0AD338AD5B06}"/>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4265944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548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154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50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41312653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hree columns spaciou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7" name="Tijdelijke aanduiding voor inhoud 6">
            <a:extLst>
              <a:ext uri="{FF2B5EF4-FFF2-40B4-BE49-F238E27FC236}">
                <a16:creationId xmlns:a16="http://schemas.microsoft.com/office/drawing/2014/main" id="{E5B70D0A-6B25-D122-63B1-F4D26DF1EDE3}"/>
              </a:ext>
            </a:extLst>
          </p:cNvPr>
          <p:cNvSpPr>
            <a:spLocks noGrp="1"/>
          </p:cNvSpPr>
          <p:nvPr>
            <p:ph sz="quarter" idx="22" hasCustomPrompt="1"/>
          </p:nvPr>
        </p:nvSpPr>
        <p:spPr>
          <a:xfrm>
            <a:off x="380010" y="1644733"/>
            <a:ext cx="3485408" cy="4352307"/>
          </a:xfrm>
          <a:prstGeom prst="roundRect">
            <a:avLst>
              <a:gd name="adj" fmla="val 3389"/>
            </a:avLst>
          </a:prstGeom>
          <a:solidFill>
            <a:schemeClr val="bg1"/>
          </a:solidFill>
          <a:effectLst>
            <a:outerShdw blurRad="292100" sx="102000" sy="102000" algn="ctr" rotWithShape="0">
              <a:prstClr val="black">
                <a:alpha val="13000"/>
              </a:prstClr>
            </a:outerShdw>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10" name="Tijdelijke aanduiding voor inhoud 9">
            <a:extLst>
              <a:ext uri="{FF2B5EF4-FFF2-40B4-BE49-F238E27FC236}">
                <a16:creationId xmlns:a16="http://schemas.microsoft.com/office/drawing/2014/main" id="{1CAAD66A-A11C-CB72-9834-C00EA7B90F9A}"/>
              </a:ext>
            </a:extLst>
          </p:cNvPr>
          <p:cNvSpPr>
            <a:spLocks noGrp="1"/>
          </p:cNvSpPr>
          <p:nvPr>
            <p:ph sz="quarter" idx="23" hasCustomPrompt="1"/>
          </p:nvPr>
        </p:nvSpPr>
        <p:spPr>
          <a:xfrm>
            <a:off x="4349165" y="1644733"/>
            <a:ext cx="3485408" cy="4352307"/>
          </a:xfrm>
          <a:prstGeom prst="roundRect">
            <a:avLst>
              <a:gd name="adj" fmla="val 3456"/>
            </a:avLst>
          </a:prstGeom>
          <a:solidFill>
            <a:schemeClr val="bg1"/>
          </a:solidFill>
          <a:effectLst>
            <a:outerShdw blurRad="292100" sx="102000" sy="102000" algn="ctr" rotWithShape="0">
              <a:prstClr val="black">
                <a:alpha val="13000"/>
              </a:prstClr>
            </a:outerShdw>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11" name="Tijdelijke aanduiding voor inhoud 10">
            <a:extLst>
              <a:ext uri="{FF2B5EF4-FFF2-40B4-BE49-F238E27FC236}">
                <a16:creationId xmlns:a16="http://schemas.microsoft.com/office/drawing/2014/main" id="{940C39F7-DAAA-DFC7-161F-DFDBF0B4AB9F}"/>
              </a:ext>
            </a:extLst>
          </p:cNvPr>
          <p:cNvSpPr>
            <a:spLocks noGrp="1"/>
          </p:cNvSpPr>
          <p:nvPr>
            <p:ph sz="quarter" idx="24" hasCustomPrompt="1"/>
          </p:nvPr>
        </p:nvSpPr>
        <p:spPr>
          <a:xfrm>
            <a:off x="8318320" y="1644733"/>
            <a:ext cx="3485408" cy="4352307"/>
          </a:xfrm>
          <a:prstGeom prst="roundRect">
            <a:avLst>
              <a:gd name="adj" fmla="val 3271"/>
            </a:avLst>
          </a:prstGeom>
          <a:solidFill>
            <a:schemeClr val="bg1"/>
          </a:solidFill>
          <a:effectLst>
            <a:outerShdw blurRad="292100" sx="102000" sy="102000" algn="ctr" rotWithShape="0">
              <a:prstClr val="black">
                <a:alpha val="13000"/>
              </a:prstClr>
            </a:outerShdw>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1119223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orizontal image with three text colum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54800" y="4324864"/>
            <a:ext cx="3884399" cy="1931473"/>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154400" y="4324864"/>
            <a:ext cx="3884399" cy="1931473"/>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50400" y="4324864"/>
            <a:ext cx="3884399" cy="1931473"/>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7" name="Tijdelijke aanduiding voor afbeelding 6">
            <a:extLst>
              <a:ext uri="{FF2B5EF4-FFF2-40B4-BE49-F238E27FC236}">
                <a16:creationId xmlns:a16="http://schemas.microsoft.com/office/drawing/2014/main" id="{39D17671-375B-F8EA-B52B-CEC6C09B566A}"/>
              </a:ext>
            </a:extLst>
          </p:cNvPr>
          <p:cNvSpPr>
            <a:spLocks noGrp="1"/>
          </p:cNvSpPr>
          <p:nvPr>
            <p:ph type="pic" sz="quarter" idx="27" hasCustomPrompt="1"/>
          </p:nvPr>
        </p:nvSpPr>
        <p:spPr>
          <a:xfrm>
            <a:off x="155575" y="1411200"/>
            <a:ext cx="11879263" cy="2755900"/>
          </a:xfrm>
        </p:spPr>
        <p:txBody>
          <a:bodyPr/>
          <a:lstStyle>
            <a:lvl1pPr marL="0" indent="0" algn="ctr">
              <a:buFont typeface="Arial" panose="020B0604020202020204" pitchFamily="34" charset="0"/>
              <a:buNone/>
              <a:defRPr/>
            </a:lvl1pPr>
          </a:lstStyle>
          <a:p>
            <a:br>
              <a:rPr lang="en-US"/>
            </a:br>
            <a:r>
              <a:rPr lang="en-US"/>
              <a:t>Insert an image. The inserted image will be cropped to this placeholder.</a:t>
            </a:r>
          </a:p>
        </p:txBody>
      </p:sp>
    </p:spTree>
    <p:extLst>
      <p:ext uri="{BB962C8B-B14F-4D97-AF65-F5344CB8AC3E}">
        <p14:creationId xmlns:p14="http://schemas.microsoft.com/office/powerpoint/2010/main" val="18073513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wo rows">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154799" y="1411200"/>
            <a:ext cx="11880000" cy="2358276"/>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154799" y="3898062"/>
            <a:ext cx="11880000" cy="2358276"/>
          </a:xfrm>
        </p:spPr>
        <p:txBody>
          <a:bodyPr vert="horz" lIns="216000" tIns="46800" rIns="234000" bIns="46800" rtlCol="0">
            <a:noAutofit/>
          </a:bodyPr>
          <a:lstStyle>
            <a:lvl1pPr marL="0" indent="0">
              <a:buNone/>
              <a:defRPr lang="en-US" dirty="0"/>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105199452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 with description and text">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5473700"/>
            <a:ext cx="6578932" cy="782638"/>
          </a:xfrm>
        </p:spPr>
        <p:txBody>
          <a:bodyPr lIns="216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image description or content text</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7137400" y="1540934"/>
            <a:ext cx="4896000" cy="4715404"/>
          </a:xfrm>
        </p:spPr>
        <p:txBody>
          <a:bodyPr vert="horz" lIns="216000" tIns="46800" rIns="0" bIns="46800" rtlCol="0" anchor="t">
            <a:noAutofit/>
          </a:bodyPr>
          <a:lstStyle>
            <a:lvl1pPr marL="0" indent="0" algn="l">
              <a:buNone/>
              <a:defRPr lang="en-US" sz="1600" b="0" i="0" dirty="0">
                <a:latin typeface="+mn-lt"/>
              </a:defRPr>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6578933" cy="3700139"/>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Tree>
    <p:extLst>
      <p:ext uri="{BB962C8B-B14F-4D97-AF65-F5344CB8AC3E}">
        <p14:creationId xmlns:p14="http://schemas.microsoft.com/office/powerpoint/2010/main" val="100131586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images with description">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4861368"/>
            <a:ext cx="5522420" cy="1394970"/>
          </a:xfrm>
        </p:spPr>
        <p:txBody>
          <a:bodyPr lIns="216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image description or content text</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288911" y="4861366"/>
            <a:ext cx="5522421" cy="1394971"/>
          </a:xfrm>
        </p:spPr>
        <p:txBody>
          <a:bodyPr vert="horz" lIns="216000" tIns="46800" rIns="0" bIns="46800" rtlCol="0" anchor="t">
            <a:noAutofit/>
          </a:bodyPr>
          <a:lstStyle>
            <a:lvl1pPr marL="0" indent="0" algn="l">
              <a:buNone/>
              <a:defRPr lang="en-US" sz="1600" b="0" i="0" dirty="0">
                <a:latin typeface="+mn-lt"/>
              </a:defRPr>
            </a:lvl1pPr>
          </a:lstStyle>
          <a:p>
            <a:pPr lvl="0"/>
            <a:r>
              <a:rPr lang="en-US" dirty="0"/>
              <a:t>Insert image description or content text</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11" name="Tijdelijke aanduiding voor afbeelding 10">
            <a:extLst>
              <a:ext uri="{FF2B5EF4-FFF2-40B4-BE49-F238E27FC236}">
                <a16:creationId xmlns:a16="http://schemas.microsoft.com/office/drawing/2014/main" id="{3278BC24-FF8A-184E-4F1C-1879F1DF8FB4}"/>
              </a:ext>
            </a:extLst>
          </p:cNvPr>
          <p:cNvSpPr>
            <a:spLocks noGrp="1"/>
          </p:cNvSpPr>
          <p:nvPr>
            <p:ph type="pic" sz="quarter" idx="23" hasCustomPrompt="1"/>
          </p:nvPr>
        </p:nvSpPr>
        <p:spPr>
          <a:xfrm>
            <a:off x="6288914"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Tree>
    <p:extLst>
      <p:ext uri="{BB962C8B-B14F-4D97-AF65-F5344CB8AC3E}">
        <p14:creationId xmlns:p14="http://schemas.microsoft.com/office/powerpoint/2010/main" val="36243845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de image">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8289E72B-8537-DA46-B51A-1764BAD11007}"/>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 name="Content Placeholder 2">
            <a:extLst>
              <a:ext uri="{FF2B5EF4-FFF2-40B4-BE49-F238E27FC236}">
                <a16:creationId xmlns:a16="http://schemas.microsoft.com/office/drawing/2014/main" id="{C161AE6A-17BD-3C43-B24D-A3D22CFBB4AC}"/>
              </a:ext>
            </a:extLst>
          </p:cNvPr>
          <p:cNvSpPr>
            <a:spLocks noGrp="1"/>
          </p:cNvSpPr>
          <p:nvPr>
            <p:ph sz="quarter" idx="18" hasCustomPrompt="1"/>
          </p:nvPr>
        </p:nvSpPr>
        <p:spPr>
          <a:xfrm>
            <a:off x="3841200" y="1411200"/>
            <a:ext cx="8197200" cy="4842000"/>
          </a:xfrm>
        </p:spPr>
        <p:txBody>
          <a:bodyPr lIns="144000" tIns="468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7402BAE-74C3-47FF-26E5-85804D2479C9}"/>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Tijdelijke aanduiding voor voettekst 5">
            <a:extLst>
              <a:ext uri="{FF2B5EF4-FFF2-40B4-BE49-F238E27FC236}">
                <a16:creationId xmlns:a16="http://schemas.microsoft.com/office/drawing/2014/main" id="{64753EB1-39C2-2103-0BD7-A79D2E955EC3}"/>
              </a:ext>
            </a:extLst>
          </p:cNvPr>
          <p:cNvSpPr>
            <a:spLocks noGrp="1"/>
          </p:cNvSpPr>
          <p:nvPr>
            <p:ph type="ftr" sz="quarter" idx="19"/>
          </p:nvPr>
        </p:nvSpPr>
        <p:spPr/>
        <p:txBody>
          <a:bodyPr/>
          <a:lstStyle/>
          <a:p>
            <a:r>
              <a:rPr lang="nl-NL"/>
              <a:t>Confidential</a:t>
            </a:r>
          </a:p>
        </p:txBody>
      </p:sp>
      <p:sp>
        <p:nvSpPr>
          <p:cNvPr id="7" name="Tijdelijke aanduiding voor dianummer 6">
            <a:extLst>
              <a:ext uri="{FF2B5EF4-FFF2-40B4-BE49-F238E27FC236}">
                <a16:creationId xmlns:a16="http://schemas.microsoft.com/office/drawing/2014/main" id="{F2512AA9-D444-999E-DA43-12DD9D181E4C}"/>
              </a:ext>
            </a:extLst>
          </p:cNvPr>
          <p:cNvSpPr>
            <a:spLocks noGrp="1"/>
          </p:cNvSpPr>
          <p:nvPr>
            <p:ph type="sldNum" sz="quarter" idx="20"/>
          </p:nvPr>
        </p:nvSpPr>
        <p:spPr/>
        <p:txBody>
          <a:bodyPr/>
          <a:lstStyle/>
          <a:p>
            <a:fld id="{E242BD21-9B61-2246-BCB1-4BE5E1BEBE1C}" type="slidenum">
              <a:rPr lang="nl-NL" smtClean="0"/>
              <a:pPr/>
              <a:t>‹#›</a:t>
            </a:fld>
            <a:endParaRPr lang="nl-NL"/>
          </a:p>
        </p:txBody>
      </p:sp>
      <p:sp>
        <p:nvSpPr>
          <p:cNvPr id="11" name="Rechthoek 10">
            <a:extLst>
              <a:ext uri="{FF2B5EF4-FFF2-40B4-BE49-F238E27FC236}">
                <a16:creationId xmlns:a16="http://schemas.microsoft.com/office/drawing/2014/main" id="{43EF2BE2-8B2F-A0A7-A984-085D7AF64A1C}"/>
              </a:ext>
            </a:extLst>
          </p:cNvPr>
          <p:cNvSpPr/>
          <p:nvPr userDrawn="1"/>
        </p:nvSpPr>
        <p:spPr>
          <a:xfrm>
            <a:off x="0" y="1103086"/>
            <a:ext cx="3817257" cy="48622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Tijdelijke aanduiding voor afbeelding 8">
            <a:extLst>
              <a:ext uri="{FF2B5EF4-FFF2-40B4-BE49-F238E27FC236}">
                <a16:creationId xmlns:a16="http://schemas.microsoft.com/office/drawing/2014/main" id="{6E6A480A-9A54-14B7-E249-59D9FB6D0704}"/>
              </a:ext>
            </a:extLst>
          </p:cNvPr>
          <p:cNvSpPr>
            <a:spLocks noGrp="1"/>
          </p:cNvSpPr>
          <p:nvPr>
            <p:ph type="pic" sz="quarter" idx="17" hasCustomPrompt="1"/>
          </p:nvPr>
        </p:nvSpPr>
        <p:spPr>
          <a:xfrm>
            <a:off x="154800" y="1275616"/>
            <a:ext cx="3539433" cy="4977584"/>
          </a:xfrm>
          <a:custGeom>
            <a:avLst/>
            <a:gdLst>
              <a:gd name="connsiteX0" fmla="*/ 0 w 3539433"/>
              <a:gd name="connsiteY0" fmla="*/ 0 h 4977584"/>
              <a:gd name="connsiteX1" fmla="*/ 89123 w 3539433"/>
              <a:gd name="connsiteY1" fmla="*/ 0 h 4977584"/>
              <a:gd name="connsiteX2" fmla="*/ 1389600 w 3539433"/>
              <a:gd name="connsiteY2" fmla="*/ 0 h 4977584"/>
              <a:gd name="connsiteX3" fmla="*/ 3450310 w 3539433"/>
              <a:gd name="connsiteY3" fmla="*/ 0 h 4977584"/>
              <a:gd name="connsiteX4" fmla="*/ 3539433 w 3539433"/>
              <a:gd name="connsiteY4" fmla="*/ 89123 h 4977584"/>
              <a:gd name="connsiteX5" fmla="*/ 3539433 w 3539433"/>
              <a:gd name="connsiteY5" fmla="*/ 4888461 h 4977584"/>
              <a:gd name="connsiteX6" fmla="*/ 3450310 w 3539433"/>
              <a:gd name="connsiteY6" fmla="*/ 4977584 h 4977584"/>
              <a:gd name="connsiteX7" fmla="*/ 1389600 w 3539433"/>
              <a:gd name="connsiteY7" fmla="*/ 4977584 h 4977584"/>
              <a:gd name="connsiteX8" fmla="*/ 89123 w 3539433"/>
              <a:gd name="connsiteY8" fmla="*/ 4977584 h 4977584"/>
              <a:gd name="connsiteX9" fmla="*/ 0 w 3539433"/>
              <a:gd name="connsiteY9" fmla="*/ 4977584 h 4977584"/>
              <a:gd name="connsiteX10" fmla="*/ 0 w 3539433"/>
              <a:gd name="connsiteY10" fmla="*/ 2630384 h 4977584"/>
              <a:gd name="connsiteX11" fmla="*/ 0 w 3539433"/>
              <a:gd name="connsiteY11" fmla="*/ 2347200 h 4977584"/>
              <a:gd name="connsiteX12" fmla="*/ 0 w 3539433"/>
              <a:gd name="connsiteY12" fmla="*/ 89123 h 4977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39433" h="4977584">
                <a:moveTo>
                  <a:pt x="0" y="0"/>
                </a:moveTo>
                <a:lnTo>
                  <a:pt x="89123" y="0"/>
                </a:lnTo>
                <a:lnTo>
                  <a:pt x="1389600" y="0"/>
                </a:lnTo>
                <a:lnTo>
                  <a:pt x="3450310" y="0"/>
                </a:lnTo>
                <a:cubicBezTo>
                  <a:pt x="3499531" y="0"/>
                  <a:pt x="3539433" y="39902"/>
                  <a:pt x="3539433" y="89123"/>
                </a:cubicBezTo>
                <a:lnTo>
                  <a:pt x="3539433" y="4888461"/>
                </a:lnTo>
                <a:cubicBezTo>
                  <a:pt x="3539433" y="4937682"/>
                  <a:pt x="3499531" y="4977584"/>
                  <a:pt x="3450310" y="4977584"/>
                </a:cubicBezTo>
                <a:lnTo>
                  <a:pt x="1389600" y="4977584"/>
                </a:lnTo>
                <a:lnTo>
                  <a:pt x="89123" y="4977584"/>
                </a:lnTo>
                <a:lnTo>
                  <a:pt x="0" y="4977584"/>
                </a:lnTo>
                <a:lnTo>
                  <a:pt x="0" y="2630384"/>
                </a:lnTo>
                <a:lnTo>
                  <a:pt x="0" y="2347200"/>
                </a:lnTo>
                <a:lnTo>
                  <a:pt x="0" y="89123"/>
                </a:lnTo>
                <a:close/>
              </a:path>
            </a:pathLst>
          </a:custGeom>
        </p:spPr>
        <p:txBody>
          <a:bodyPr wrap="square" anchor="ctr">
            <a:noAutofit/>
          </a:bodyPr>
          <a:lstStyle>
            <a:lvl1pPr marL="0" indent="0" algn="ctr">
              <a:lnSpc>
                <a:spcPct val="100000"/>
              </a:lnSpc>
              <a:buNone/>
              <a:defRPr sz="1400" b="0" i="0">
                <a:solidFill>
                  <a:schemeClr val="tx1">
                    <a:lumMod val="50000"/>
                    <a:lumOff val="50000"/>
                  </a:schemeClr>
                </a:solidFill>
              </a:defRPr>
            </a:lvl1pPr>
          </a:lstStyle>
          <a:p>
            <a:r>
              <a:rPr lang="en-US"/>
              <a:t>Click the icon to add a picture. The picture will be cropped to the placeholder shape.</a:t>
            </a:r>
          </a:p>
          <a:p>
            <a:endParaRPr lang="en-US"/>
          </a:p>
          <a:p>
            <a:endParaRPr lang="en-US"/>
          </a:p>
          <a:p>
            <a:endParaRPr lang="en-US"/>
          </a:p>
          <a:p>
            <a:endParaRPr lang="en-US"/>
          </a:p>
          <a:p>
            <a:endParaRPr lang="en-US"/>
          </a:p>
          <a:p>
            <a:r>
              <a:rPr lang="en-US"/>
              <a:t> </a:t>
            </a:r>
          </a:p>
        </p:txBody>
      </p:sp>
    </p:spTree>
    <p:extLst>
      <p:ext uri="{BB962C8B-B14F-4D97-AF65-F5344CB8AC3E}">
        <p14:creationId xmlns:p14="http://schemas.microsoft.com/office/powerpoint/2010/main" val="6117839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Five blocks">
    <p:spTree>
      <p:nvGrpSpPr>
        <p:cNvPr id="1" name=""/>
        <p:cNvGrpSpPr/>
        <p:nvPr/>
      </p:nvGrpSpPr>
      <p:grpSpPr>
        <a:xfrm>
          <a:off x="0" y="0"/>
          <a:ext cx="0" cy="0"/>
          <a:chOff x="0" y="0"/>
          <a:chExt cx="0" cy="0"/>
        </a:xfrm>
      </p:grpSpPr>
      <p:grpSp>
        <p:nvGrpSpPr>
          <p:cNvPr id="100" name="Group 99">
            <a:extLst>
              <a:ext uri="{FF2B5EF4-FFF2-40B4-BE49-F238E27FC236}">
                <a16:creationId xmlns:a16="http://schemas.microsoft.com/office/drawing/2014/main" id="{77D5684E-5501-A3B9-EAD4-66768110BFFD}"/>
              </a:ext>
            </a:extLst>
          </p:cNvPr>
          <p:cNvGrpSpPr/>
          <p:nvPr userDrawn="1"/>
        </p:nvGrpSpPr>
        <p:grpSpPr>
          <a:xfrm flipV="1">
            <a:off x="8801158" y="2844042"/>
            <a:ext cx="1218978" cy="1981838"/>
            <a:chOff x="2276371" y="2725684"/>
            <a:chExt cx="1218978" cy="1981838"/>
          </a:xfrm>
        </p:grpSpPr>
        <p:sp>
          <p:nvSpPr>
            <p:cNvPr id="101" name="Arc 100">
              <a:extLst>
                <a:ext uri="{FF2B5EF4-FFF2-40B4-BE49-F238E27FC236}">
                  <a16:creationId xmlns:a16="http://schemas.microsoft.com/office/drawing/2014/main" id="{E5ADA783-7CEC-6F06-3A64-E66D19EAF987}"/>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4247DFE5-12BF-BDAC-F651-9D18BBCB3CAD}"/>
                </a:ext>
              </a:extLst>
            </p:cNvPr>
            <p:cNvCxnSpPr>
              <a:cxnSpLocks/>
              <a:endCxn id="101"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E417D8B6-98B1-116D-9327-16915022800E}"/>
                </a:ext>
              </a:extLst>
            </p:cNvPr>
            <p:cNvCxnSpPr>
              <a:cxnSpLocks/>
              <a:stCxn id="101"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104" name="Arc 103">
              <a:extLst>
                <a:ext uri="{FF2B5EF4-FFF2-40B4-BE49-F238E27FC236}">
                  <a16:creationId xmlns:a16="http://schemas.microsoft.com/office/drawing/2014/main" id="{D88DCE86-6CB3-DC20-F3B9-15E81F8493DC}"/>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CD010A37-AC91-BE50-6162-5E0A798C88B1}"/>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4390776" y="2844042"/>
            <a:ext cx="1218978" cy="1981838"/>
            <a:chOff x="2276371" y="2725684"/>
            <a:chExt cx="1218978"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794C06F0-7B4E-2875-EF28-CE95D8EEB0ED}"/>
              </a:ext>
            </a:extLst>
          </p:cNvPr>
          <p:cNvGrpSpPr/>
          <p:nvPr userDrawn="1"/>
        </p:nvGrpSpPr>
        <p:grpSpPr>
          <a:xfrm>
            <a:off x="6578743" y="2844042"/>
            <a:ext cx="1218978" cy="1981838"/>
            <a:chOff x="2276371" y="2725684"/>
            <a:chExt cx="1218978" cy="1981838"/>
          </a:xfrm>
        </p:grpSpPr>
        <p:sp>
          <p:nvSpPr>
            <p:cNvPr id="89" name="Arc 88">
              <a:extLst>
                <a:ext uri="{FF2B5EF4-FFF2-40B4-BE49-F238E27FC236}">
                  <a16:creationId xmlns:a16="http://schemas.microsoft.com/office/drawing/2014/main" id="{DC292CC1-9D9C-46CA-D895-551B7AAFBEAA}"/>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60125E7C-A345-2364-908E-F59A22FBEEE2}"/>
                </a:ext>
              </a:extLst>
            </p:cNvPr>
            <p:cNvCxnSpPr>
              <a:cxnSpLocks/>
              <a:endCxn id="89"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ADC0DB5-A8BA-67D6-0ACD-19C3F7D6CB50}"/>
                </a:ext>
              </a:extLst>
            </p:cNvPr>
            <p:cNvCxnSpPr>
              <a:cxnSpLocks/>
              <a:stCxn id="89"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2" name="Arc 91">
              <a:extLst>
                <a:ext uri="{FF2B5EF4-FFF2-40B4-BE49-F238E27FC236}">
                  <a16:creationId xmlns:a16="http://schemas.microsoft.com/office/drawing/2014/main" id="{BE08FC4B-A50E-558E-A136-4E68521D8D8D}"/>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8978A94E-2BDE-8D87-C982-F97E02FAD073}"/>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168098" y="2844042"/>
            <a:ext cx="1218978" cy="1981838"/>
            <a:chOff x="2276371" y="2725684"/>
            <a:chExt cx="1218978"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2744056"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2704701"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7" name="Oval 36">
            <a:extLst>
              <a:ext uri="{FF2B5EF4-FFF2-40B4-BE49-F238E27FC236}">
                <a16:creationId xmlns:a16="http://schemas.microsoft.com/office/drawing/2014/main" id="{CD139D85-B489-0C38-B82E-D7AE46D0A3EF}"/>
              </a:ext>
            </a:extLst>
          </p:cNvPr>
          <p:cNvSpPr/>
          <p:nvPr userDrawn="1"/>
        </p:nvSpPr>
        <p:spPr>
          <a:xfrm>
            <a:off x="7151789" y="457564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870858"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3077029"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Rounded Rectangle 26">
            <a:extLst>
              <a:ext uri="{FF2B5EF4-FFF2-40B4-BE49-F238E27FC236}">
                <a16:creationId xmlns:a16="http://schemas.microsoft.com/office/drawing/2014/main" id="{BB96945D-5CE3-145C-F7A2-91E75E84E44F}"/>
              </a:ext>
            </a:extLst>
          </p:cNvPr>
          <p:cNvSpPr/>
          <p:nvPr userDrawn="1"/>
        </p:nvSpPr>
        <p:spPr>
          <a:xfrm>
            <a:off x="5283200"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US" noProof="0"/>
          </a:p>
        </p:txBody>
      </p:sp>
      <p:sp>
        <p:nvSpPr>
          <p:cNvPr id="28" name="Rounded Rectangle 27">
            <a:extLst>
              <a:ext uri="{FF2B5EF4-FFF2-40B4-BE49-F238E27FC236}">
                <a16:creationId xmlns:a16="http://schemas.microsoft.com/office/drawing/2014/main" id="{D5EA0EB4-97E2-78C8-1974-9403BB498AD7}"/>
              </a:ext>
            </a:extLst>
          </p:cNvPr>
          <p:cNvSpPr/>
          <p:nvPr userDrawn="1"/>
        </p:nvSpPr>
        <p:spPr>
          <a:xfrm>
            <a:off x="7489371"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9" name="Rounded Rectangle 28">
            <a:extLst>
              <a:ext uri="{FF2B5EF4-FFF2-40B4-BE49-F238E27FC236}">
                <a16:creationId xmlns:a16="http://schemas.microsoft.com/office/drawing/2014/main" id="{BEB051BD-155C-20D3-4C9F-7768341E5A46}"/>
              </a:ext>
            </a:extLst>
          </p:cNvPr>
          <p:cNvSpPr/>
          <p:nvPr userDrawn="1"/>
        </p:nvSpPr>
        <p:spPr>
          <a:xfrm>
            <a:off x="9695543"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5" name="Oval 34">
            <a:extLst>
              <a:ext uri="{FF2B5EF4-FFF2-40B4-BE49-F238E27FC236}">
                <a16:creationId xmlns:a16="http://schemas.microsoft.com/office/drawing/2014/main" id="{7C4F3885-28D3-B916-E4CD-FA2B02F79732}"/>
              </a:ext>
            </a:extLst>
          </p:cNvPr>
          <p:cNvSpPr/>
          <p:nvPr userDrawn="1"/>
        </p:nvSpPr>
        <p:spPr>
          <a:xfrm>
            <a:off x="4965589" y="292026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6" name="Oval 35">
            <a:extLst>
              <a:ext uri="{FF2B5EF4-FFF2-40B4-BE49-F238E27FC236}">
                <a16:creationId xmlns:a16="http://schemas.microsoft.com/office/drawing/2014/main" id="{80701215-79F2-9B73-7F11-2BC3D7920C1C}"/>
              </a:ext>
            </a:extLst>
          </p:cNvPr>
          <p:cNvSpPr/>
          <p:nvPr userDrawn="1"/>
        </p:nvSpPr>
        <p:spPr>
          <a:xfrm>
            <a:off x="4929145" y="3131518"/>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8" name="Oval 37">
            <a:extLst>
              <a:ext uri="{FF2B5EF4-FFF2-40B4-BE49-F238E27FC236}">
                <a16:creationId xmlns:a16="http://schemas.microsoft.com/office/drawing/2014/main" id="{B80569E7-0092-2448-EFF5-24105687D197}"/>
              </a:ext>
            </a:extLst>
          </p:cNvPr>
          <p:cNvSpPr/>
          <p:nvPr userDrawn="1"/>
        </p:nvSpPr>
        <p:spPr>
          <a:xfrm>
            <a:off x="9385737" y="3400896"/>
            <a:ext cx="49454" cy="49454"/>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9" name="Oval 38">
            <a:extLst>
              <a:ext uri="{FF2B5EF4-FFF2-40B4-BE49-F238E27FC236}">
                <a16:creationId xmlns:a16="http://schemas.microsoft.com/office/drawing/2014/main" id="{EF7395FC-AF46-692C-B96C-2622A03AF050}"/>
              </a:ext>
            </a:extLst>
          </p:cNvPr>
          <p:cNvSpPr/>
          <p:nvPr userDrawn="1"/>
        </p:nvSpPr>
        <p:spPr>
          <a:xfrm>
            <a:off x="9374021" y="3557989"/>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0" name="Oval 39">
            <a:extLst>
              <a:ext uri="{FF2B5EF4-FFF2-40B4-BE49-F238E27FC236}">
                <a16:creationId xmlns:a16="http://schemas.microsoft.com/office/drawing/2014/main" id="{DAF55B6C-F7EF-739A-D823-6A04A08172A1}"/>
              </a:ext>
            </a:extLst>
          </p:cNvPr>
          <p:cNvSpPr/>
          <p:nvPr userDrawn="1"/>
        </p:nvSpPr>
        <p:spPr>
          <a:xfrm>
            <a:off x="9356553" y="3738514"/>
            <a:ext cx="107822" cy="107822"/>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950613"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3149805"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5361375"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95061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2" name="Text Placeholder 40">
            <a:extLst>
              <a:ext uri="{FF2B5EF4-FFF2-40B4-BE49-F238E27FC236}">
                <a16:creationId xmlns:a16="http://schemas.microsoft.com/office/drawing/2014/main" id="{70F51C84-8F7D-3ED4-DA78-0564858C81B6}"/>
              </a:ext>
            </a:extLst>
          </p:cNvPr>
          <p:cNvSpPr>
            <a:spLocks noGrp="1"/>
          </p:cNvSpPr>
          <p:nvPr>
            <p:ph type="body" sz="quarter" idx="30" hasCustomPrompt="1"/>
          </p:nvPr>
        </p:nvSpPr>
        <p:spPr>
          <a:xfrm>
            <a:off x="7565158" y="1991730"/>
            <a:ext cx="1468772" cy="1924347"/>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3149805" y="1991731"/>
            <a:ext cx="1468772" cy="1922340"/>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4" name="Text Placeholder 40">
            <a:extLst>
              <a:ext uri="{FF2B5EF4-FFF2-40B4-BE49-F238E27FC236}">
                <a16:creationId xmlns:a16="http://schemas.microsoft.com/office/drawing/2014/main" id="{4DDE102C-0FF4-211F-C9E5-84EE6C4C7303}"/>
              </a:ext>
            </a:extLst>
          </p:cNvPr>
          <p:cNvSpPr>
            <a:spLocks noGrp="1"/>
          </p:cNvSpPr>
          <p:nvPr>
            <p:ph type="body" sz="quarter" idx="32" hasCustomPrompt="1"/>
          </p:nvPr>
        </p:nvSpPr>
        <p:spPr>
          <a:xfrm>
            <a:off x="9776728" y="3705313"/>
            <a:ext cx="1468772" cy="1986771"/>
          </a:xfrm>
          <a:noFill/>
        </p:spPr>
        <p:txBody>
          <a:bodyPr wrap="square" lIns="36000" rIns="0" bIns="0" rtlCol="0" anchor="t">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536137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8" name="Content Placeholder 4">
            <a:extLst>
              <a:ext uri="{FF2B5EF4-FFF2-40B4-BE49-F238E27FC236}">
                <a16:creationId xmlns:a16="http://schemas.microsoft.com/office/drawing/2014/main" id="{26D8A10A-B7C5-EE3A-1834-C5CDCFF99060}"/>
              </a:ext>
            </a:extLst>
          </p:cNvPr>
          <p:cNvSpPr>
            <a:spLocks noGrp="1"/>
          </p:cNvSpPr>
          <p:nvPr>
            <p:ph sz="quarter" idx="34" hasCustomPrompt="1"/>
          </p:nvPr>
        </p:nvSpPr>
        <p:spPr>
          <a:xfrm>
            <a:off x="7565158"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9" name="Content Placeholder 4">
            <a:extLst>
              <a:ext uri="{FF2B5EF4-FFF2-40B4-BE49-F238E27FC236}">
                <a16:creationId xmlns:a16="http://schemas.microsoft.com/office/drawing/2014/main" id="{7F1008AB-F209-275B-629D-4AF00EC8E079}"/>
              </a:ext>
            </a:extLst>
          </p:cNvPr>
          <p:cNvSpPr>
            <a:spLocks noGrp="1"/>
          </p:cNvSpPr>
          <p:nvPr>
            <p:ph sz="quarter" idx="35" hasCustomPrompt="1"/>
          </p:nvPr>
        </p:nvSpPr>
        <p:spPr>
          <a:xfrm>
            <a:off x="9776728"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3" name="Tijdelijke aanduiding voor tekst 12">
            <a:extLst>
              <a:ext uri="{FF2B5EF4-FFF2-40B4-BE49-F238E27FC236}">
                <a16:creationId xmlns:a16="http://schemas.microsoft.com/office/drawing/2014/main" id="{0ECF876C-5868-265B-CE50-852DD046E88B}"/>
              </a:ext>
            </a:extLst>
          </p:cNvPr>
          <p:cNvSpPr>
            <a:spLocks noGrp="1"/>
          </p:cNvSpPr>
          <p:nvPr>
            <p:ph type="body" sz="quarter" idx="41" hasCustomPrompt="1"/>
          </p:nvPr>
        </p:nvSpPr>
        <p:spPr>
          <a:xfrm>
            <a:off x="946499"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15" name="Tijdelijke aanduiding voor tekst 12">
            <a:extLst>
              <a:ext uri="{FF2B5EF4-FFF2-40B4-BE49-F238E27FC236}">
                <a16:creationId xmlns:a16="http://schemas.microsoft.com/office/drawing/2014/main" id="{2C5EBCB8-9B8B-E3B6-1AFE-1A5EC9C6C608}"/>
              </a:ext>
            </a:extLst>
          </p:cNvPr>
          <p:cNvSpPr>
            <a:spLocks noGrp="1"/>
          </p:cNvSpPr>
          <p:nvPr>
            <p:ph type="body" sz="quarter" idx="42" hasCustomPrompt="1"/>
          </p:nvPr>
        </p:nvSpPr>
        <p:spPr>
          <a:xfrm>
            <a:off x="3145726"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2" name="Tijdelijke aanduiding voor tekst 12">
            <a:extLst>
              <a:ext uri="{FF2B5EF4-FFF2-40B4-BE49-F238E27FC236}">
                <a16:creationId xmlns:a16="http://schemas.microsoft.com/office/drawing/2014/main" id="{E47BEE7B-7D0F-DD43-825C-3CD93DB0D651}"/>
              </a:ext>
            </a:extLst>
          </p:cNvPr>
          <p:cNvSpPr>
            <a:spLocks noGrp="1"/>
          </p:cNvSpPr>
          <p:nvPr>
            <p:ph type="body" sz="quarter" idx="43" hasCustomPrompt="1"/>
          </p:nvPr>
        </p:nvSpPr>
        <p:spPr>
          <a:xfrm>
            <a:off x="5363805"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4" name="Tijdelijke aanduiding voor tekst 12">
            <a:extLst>
              <a:ext uri="{FF2B5EF4-FFF2-40B4-BE49-F238E27FC236}">
                <a16:creationId xmlns:a16="http://schemas.microsoft.com/office/drawing/2014/main" id="{875F2A78-8D2A-DF58-0B78-CF29787C1C0C}"/>
              </a:ext>
            </a:extLst>
          </p:cNvPr>
          <p:cNvSpPr>
            <a:spLocks noGrp="1"/>
          </p:cNvSpPr>
          <p:nvPr>
            <p:ph type="body" sz="quarter" idx="44" hasCustomPrompt="1"/>
          </p:nvPr>
        </p:nvSpPr>
        <p:spPr>
          <a:xfrm>
            <a:off x="7565158"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6" name="Tijdelijke aanduiding voor tekst 12">
            <a:extLst>
              <a:ext uri="{FF2B5EF4-FFF2-40B4-BE49-F238E27FC236}">
                <a16:creationId xmlns:a16="http://schemas.microsoft.com/office/drawing/2014/main" id="{FD43409F-6B9F-4BC2-4F1D-5CB63A2E1CBC}"/>
              </a:ext>
            </a:extLst>
          </p:cNvPr>
          <p:cNvSpPr>
            <a:spLocks noGrp="1"/>
          </p:cNvSpPr>
          <p:nvPr>
            <p:ph type="body" sz="quarter" idx="45" hasCustomPrompt="1"/>
          </p:nvPr>
        </p:nvSpPr>
        <p:spPr>
          <a:xfrm>
            <a:off x="9772650"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85302871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our blocks">
    <p:spTree>
      <p:nvGrpSpPr>
        <p:cNvPr id="1" name=""/>
        <p:cNvGrpSpPr/>
        <p:nvPr/>
      </p:nvGrpSpPr>
      <p:grpSpPr>
        <a:xfrm>
          <a:off x="0" y="0"/>
          <a:ext cx="0" cy="0"/>
          <a:chOff x="0" y="0"/>
          <a:chExt cx="0" cy="0"/>
        </a:xfrm>
      </p:grpSpPr>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5081551" y="2844042"/>
            <a:ext cx="1747470" cy="1981838"/>
            <a:chOff x="1872611" y="2725684"/>
            <a:chExt cx="1747470"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flipV="1">
              <a:off x="1872611" y="2725684"/>
              <a:ext cx="91958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flipV="1">
              <a:off x="2975298" y="4707522"/>
              <a:ext cx="644783"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794C06F0-7B4E-2875-EF28-CE95D8EEB0ED}"/>
              </a:ext>
            </a:extLst>
          </p:cNvPr>
          <p:cNvGrpSpPr/>
          <p:nvPr userDrawn="1"/>
        </p:nvGrpSpPr>
        <p:grpSpPr>
          <a:xfrm>
            <a:off x="8180739" y="2844042"/>
            <a:ext cx="1720907" cy="1981838"/>
            <a:chOff x="2029569" y="2725684"/>
            <a:chExt cx="1720907" cy="1981838"/>
          </a:xfrm>
        </p:grpSpPr>
        <p:sp>
          <p:nvSpPr>
            <p:cNvPr id="89" name="Arc 88">
              <a:extLst>
                <a:ext uri="{FF2B5EF4-FFF2-40B4-BE49-F238E27FC236}">
                  <a16:creationId xmlns:a16="http://schemas.microsoft.com/office/drawing/2014/main" id="{DC292CC1-9D9C-46CA-D895-551B7AAFBEAA}"/>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60125E7C-A345-2364-908E-F59A22FBEEE2}"/>
                </a:ext>
              </a:extLst>
            </p:cNvPr>
            <p:cNvCxnSpPr>
              <a:cxnSpLocks/>
              <a:endCxn id="89" idx="0"/>
            </p:cNvCxnSpPr>
            <p:nvPr userDrawn="1"/>
          </p:nvCxnSpPr>
          <p:spPr>
            <a:xfrm>
              <a:off x="2029569" y="2725684"/>
              <a:ext cx="762628"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ADC0DB5-A8BA-67D6-0ACD-19C3F7D6CB50}"/>
                </a:ext>
              </a:extLst>
            </p:cNvPr>
            <p:cNvCxnSpPr>
              <a:cxnSpLocks/>
              <a:stCxn id="89"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2" name="Arc 91">
              <a:extLst>
                <a:ext uri="{FF2B5EF4-FFF2-40B4-BE49-F238E27FC236}">
                  <a16:creationId xmlns:a16="http://schemas.microsoft.com/office/drawing/2014/main" id="{BE08FC4B-A50E-558E-A136-4E68521D8D8D}"/>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8978A94E-2BDE-8D87-C982-F97E02FAD073}"/>
                </a:ext>
              </a:extLst>
            </p:cNvPr>
            <p:cNvCxnSpPr>
              <a:cxnSpLocks/>
            </p:cNvCxnSpPr>
            <p:nvPr userDrawn="1"/>
          </p:nvCxnSpPr>
          <p:spPr>
            <a:xfrm>
              <a:off x="2975298" y="4707522"/>
              <a:ext cx="775178"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240629" y="2844042"/>
            <a:ext cx="1856721" cy="1981838"/>
            <a:chOff x="1978486" y="2725684"/>
            <a:chExt cx="1856721"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1978486" y="2725684"/>
              <a:ext cx="81371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859909"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3113376"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3074021"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7" name="Oval 36">
            <a:extLst>
              <a:ext uri="{FF2B5EF4-FFF2-40B4-BE49-F238E27FC236}">
                <a16:creationId xmlns:a16="http://schemas.microsoft.com/office/drawing/2014/main" id="{CD139D85-B489-0C38-B82E-D7AE46D0A3EF}"/>
              </a:ext>
            </a:extLst>
          </p:cNvPr>
          <p:cNvSpPr/>
          <p:nvPr userDrawn="1"/>
        </p:nvSpPr>
        <p:spPr>
          <a:xfrm>
            <a:off x="9001531" y="457564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870858"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3812420"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Rounded Rectangle 26">
            <a:extLst>
              <a:ext uri="{FF2B5EF4-FFF2-40B4-BE49-F238E27FC236}">
                <a16:creationId xmlns:a16="http://schemas.microsoft.com/office/drawing/2014/main" id="{BB96945D-5CE3-145C-F7A2-91E75E84E44F}"/>
              </a:ext>
            </a:extLst>
          </p:cNvPr>
          <p:cNvSpPr/>
          <p:nvPr userDrawn="1"/>
        </p:nvSpPr>
        <p:spPr>
          <a:xfrm>
            <a:off x="6753982"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US" noProof="0"/>
          </a:p>
        </p:txBody>
      </p:sp>
      <p:sp>
        <p:nvSpPr>
          <p:cNvPr id="28" name="Rounded Rectangle 27">
            <a:extLst>
              <a:ext uri="{FF2B5EF4-FFF2-40B4-BE49-F238E27FC236}">
                <a16:creationId xmlns:a16="http://schemas.microsoft.com/office/drawing/2014/main" id="{D5EA0EB4-97E2-78C8-1974-9403BB498AD7}"/>
              </a:ext>
            </a:extLst>
          </p:cNvPr>
          <p:cNvSpPr/>
          <p:nvPr userDrawn="1"/>
        </p:nvSpPr>
        <p:spPr>
          <a:xfrm>
            <a:off x="9695543"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950613" y="2594920"/>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3890129" y="4588084"/>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6833099" y="2594920"/>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95061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2" name="Text Placeholder 40">
            <a:extLst>
              <a:ext uri="{FF2B5EF4-FFF2-40B4-BE49-F238E27FC236}">
                <a16:creationId xmlns:a16="http://schemas.microsoft.com/office/drawing/2014/main" id="{70F51C84-8F7D-3ED4-DA78-0564858C81B6}"/>
              </a:ext>
            </a:extLst>
          </p:cNvPr>
          <p:cNvSpPr>
            <a:spLocks noGrp="1"/>
          </p:cNvSpPr>
          <p:nvPr>
            <p:ph type="body" sz="quarter" idx="30" hasCustomPrompt="1"/>
          </p:nvPr>
        </p:nvSpPr>
        <p:spPr>
          <a:xfrm>
            <a:off x="9772189" y="1991730"/>
            <a:ext cx="1468772" cy="1924347"/>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3890129" y="1991731"/>
            <a:ext cx="1468772" cy="1922340"/>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6833099"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8" name="Content Placeholder 4">
            <a:extLst>
              <a:ext uri="{FF2B5EF4-FFF2-40B4-BE49-F238E27FC236}">
                <a16:creationId xmlns:a16="http://schemas.microsoft.com/office/drawing/2014/main" id="{26D8A10A-B7C5-EE3A-1834-C5CDCFF99060}"/>
              </a:ext>
            </a:extLst>
          </p:cNvPr>
          <p:cNvSpPr>
            <a:spLocks noGrp="1"/>
          </p:cNvSpPr>
          <p:nvPr>
            <p:ph sz="quarter" idx="34" hasCustomPrompt="1"/>
          </p:nvPr>
        </p:nvSpPr>
        <p:spPr>
          <a:xfrm>
            <a:off x="9772189" y="4588084"/>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2" name="Oval 11">
            <a:extLst>
              <a:ext uri="{FF2B5EF4-FFF2-40B4-BE49-F238E27FC236}">
                <a16:creationId xmlns:a16="http://schemas.microsoft.com/office/drawing/2014/main" id="{1B943A2C-7940-A7F9-9651-0B1C185E6240}"/>
              </a:ext>
            </a:extLst>
          </p:cNvPr>
          <p:cNvSpPr/>
          <p:nvPr userDrawn="1"/>
        </p:nvSpPr>
        <p:spPr>
          <a:xfrm>
            <a:off x="6076526" y="3400896"/>
            <a:ext cx="49454" cy="49454"/>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Oval 12">
            <a:extLst>
              <a:ext uri="{FF2B5EF4-FFF2-40B4-BE49-F238E27FC236}">
                <a16:creationId xmlns:a16="http://schemas.microsoft.com/office/drawing/2014/main" id="{56649D49-AF5A-CE13-2D52-35F23D2033F0}"/>
              </a:ext>
            </a:extLst>
          </p:cNvPr>
          <p:cNvSpPr/>
          <p:nvPr userDrawn="1"/>
        </p:nvSpPr>
        <p:spPr>
          <a:xfrm>
            <a:off x="6064810" y="3557989"/>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Oval 13">
            <a:extLst>
              <a:ext uri="{FF2B5EF4-FFF2-40B4-BE49-F238E27FC236}">
                <a16:creationId xmlns:a16="http://schemas.microsoft.com/office/drawing/2014/main" id="{F5F77568-02A4-5403-F949-7E604A41346F}"/>
              </a:ext>
            </a:extLst>
          </p:cNvPr>
          <p:cNvSpPr/>
          <p:nvPr userDrawn="1"/>
        </p:nvSpPr>
        <p:spPr>
          <a:xfrm>
            <a:off x="6047342" y="3738514"/>
            <a:ext cx="107822" cy="107822"/>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Tijdelijke aanduiding voor tekst 12">
            <a:extLst>
              <a:ext uri="{FF2B5EF4-FFF2-40B4-BE49-F238E27FC236}">
                <a16:creationId xmlns:a16="http://schemas.microsoft.com/office/drawing/2014/main" id="{71574408-55C5-B8DE-2ABA-ABAB0FA0012E}"/>
              </a:ext>
            </a:extLst>
          </p:cNvPr>
          <p:cNvSpPr>
            <a:spLocks noGrp="1"/>
          </p:cNvSpPr>
          <p:nvPr>
            <p:ph type="body" sz="quarter" idx="41" hasCustomPrompt="1"/>
          </p:nvPr>
        </p:nvSpPr>
        <p:spPr>
          <a:xfrm>
            <a:off x="946499"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F5908121-D435-CC66-491A-8E6688DC5D43}"/>
              </a:ext>
            </a:extLst>
          </p:cNvPr>
          <p:cNvSpPr>
            <a:spLocks noGrp="1"/>
          </p:cNvSpPr>
          <p:nvPr>
            <p:ph type="body" sz="quarter" idx="42" hasCustomPrompt="1"/>
          </p:nvPr>
        </p:nvSpPr>
        <p:spPr>
          <a:xfrm>
            <a:off x="3886051"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8" name="Tijdelijke aanduiding voor tekst 12">
            <a:extLst>
              <a:ext uri="{FF2B5EF4-FFF2-40B4-BE49-F238E27FC236}">
                <a16:creationId xmlns:a16="http://schemas.microsoft.com/office/drawing/2014/main" id="{947ED0DE-17DD-F6B4-D2E2-B6622C021A19}"/>
              </a:ext>
            </a:extLst>
          </p:cNvPr>
          <p:cNvSpPr>
            <a:spLocks noGrp="1"/>
          </p:cNvSpPr>
          <p:nvPr>
            <p:ph type="body" sz="quarter" idx="43" hasCustomPrompt="1"/>
          </p:nvPr>
        </p:nvSpPr>
        <p:spPr>
          <a:xfrm>
            <a:off x="6829021"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9" name="Tijdelijke aanduiding voor tekst 12">
            <a:extLst>
              <a:ext uri="{FF2B5EF4-FFF2-40B4-BE49-F238E27FC236}">
                <a16:creationId xmlns:a16="http://schemas.microsoft.com/office/drawing/2014/main" id="{1FB5E721-FD4D-844F-338C-5700E45205BA}"/>
              </a:ext>
            </a:extLst>
          </p:cNvPr>
          <p:cNvSpPr>
            <a:spLocks noGrp="1"/>
          </p:cNvSpPr>
          <p:nvPr>
            <p:ph type="body" sz="quarter" idx="44" hasCustomPrompt="1"/>
          </p:nvPr>
        </p:nvSpPr>
        <p:spPr>
          <a:xfrm>
            <a:off x="9768111"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1886627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hree blocks">
    <p:spTree>
      <p:nvGrpSpPr>
        <p:cNvPr id="1" name=""/>
        <p:cNvGrpSpPr/>
        <p:nvPr/>
      </p:nvGrpSpPr>
      <p:grpSpPr>
        <a:xfrm>
          <a:off x="0" y="0"/>
          <a:ext cx="0" cy="0"/>
          <a:chOff x="0" y="0"/>
          <a:chExt cx="0" cy="0"/>
        </a:xfrm>
      </p:grpSpPr>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6673026" y="2844042"/>
            <a:ext cx="3127108" cy="1981838"/>
            <a:chOff x="1429061" y="2725684"/>
            <a:chExt cx="3127108"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flipV="1">
              <a:off x="1429061" y="2725684"/>
              <a:ext cx="136313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flipV="1">
              <a:off x="2975298" y="4707522"/>
              <a:ext cx="158087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575676" y="2844042"/>
            <a:ext cx="3252751" cy="1981838"/>
            <a:chOff x="1395618" y="2725684"/>
            <a:chExt cx="3252751"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1395618" y="2725684"/>
              <a:ext cx="1396579"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167307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4032387"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3993032"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1190339"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5283201"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9" name="Rounded Rectangle 28">
            <a:extLst>
              <a:ext uri="{FF2B5EF4-FFF2-40B4-BE49-F238E27FC236}">
                <a16:creationId xmlns:a16="http://schemas.microsoft.com/office/drawing/2014/main" id="{BEB051BD-155C-20D3-4C9F-7768341E5A46}"/>
              </a:ext>
            </a:extLst>
          </p:cNvPr>
          <p:cNvSpPr/>
          <p:nvPr userDrawn="1"/>
        </p:nvSpPr>
        <p:spPr>
          <a:xfrm>
            <a:off x="9376062"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5" name="Oval 34">
            <a:extLst>
              <a:ext uri="{FF2B5EF4-FFF2-40B4-BE49-F238E27FC236}">
                <a16:creationId xmlns:a16="http://schemas.microsoft.com/office/drawing/2014/main" id="{7C4F3885-28D3-B916-E4CD-FA2B02F79732}"/>
              </a:ext>
            </a:extLst>
          </p:cNvPr>
          <p:cNvSpPr/>
          <p:nvPr userDrawn="1"/>
        </p:nvSpPr>
        <p:spPr>
          <a:xfrm>
            <a:off x="8095149" y="292026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6" name="Oval 35">
            <a:extLst>
              <a:ext uri="{FF2B5EF4-FFF2-40B4-BE49-F238E27FC236}">
                <a16:creationId xmlns:a16="http://schemas.microsoft.com/office/drawing/2014/main" id="{80701215-79F2-9B73-7F11-2BC3D7920C1C}"/>
              </a:ext>
            </a:extLst>
          </p:cNvPr>
          <p:cNvSpPr/>
          <p:nvPr userDrawn="1"/>
        </p:nvSpPr>
        <p:spPr>
          <a:xfrm>
            <a:off x="8058705" y="3131518"/>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270094"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5361614"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9453132"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381600" y="3705313"/>
            <a:ext cx="3245764" cy="1986771"/>
          </a:xfrm>
          <a:noFill/>
        </p:spPr>
        <p:txBody>
          <a:bodyPr wrap="square" lIns="0" rIns="0" bIns="0" rtlCol="0">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4473118" y="1991731"/>
            <a:ext cx="3245764" cy="1922340"/>
          </a:xfrm>
          <a:noFill/>
        </p:spPr>
        <p:txBody>
          <a:bodyPr wrap="square" lIns="0" rIns="0" bIns="0" rtlCol="0" anchor="b">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8564636" y="3705313"/>
            <a:ext cx="3245764" cy="1986771"/>
          </a:xfrm>
          <a:noFill/>
        </p:spPr>
        <p:txBody>
          <a:bodyPr wrap="square" lIns="0" rIns="0" bIns="0" rtlCol="0">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3" name="Tijdelijke aanduiding voor tekst 12">
            <a:extLst>
              <a:ext uri="{FF2B5EF4-FFF2-40B4-BE49-F238E27FC236}">
                <a16:creationId xmlns:a16="http://schemas.microsoft.com/office/drawing/2014/main" id="{7C95EC6F-D61E-A9A8-6B17-B251EC3C6684}"/>
              </a:ext>
            </a:extLst>
          </p:cNvPr>
          <p:cNvSpPr>
            <a:spLocks noGrp="1"/>
          </p:cNvSpPr>
          <p:nvPr>
            <p:ph type="body" sz="quarter" idx="41" hasCustomPrompt="1"/>
          </p:nvPr>
        </p:nvSpPr>
        <p:spPr>
          <a:xfrm>
            <a:off x="1266016"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4764FB57-EB96-9A13-4B23-27C214E83EEF}"/>
              </a:ext>
            </a:extLst>
          </p:cNvPr>
          <p:cNvSpPr>
            <a:spLocks noGrp="1"/>
          </p:cNvSpPr>
          <p:nvPr>
            <p:ph type="body" sz="quarter" idx="42" hasCustomPrompt="1"/>
          </p:nvPr>
        </p:nvSpPr>
        <p:spPr>
          <a:xfrm>
            <a:off x="5357536"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8" name="Tijdelijke aanduiding voor tekst 12">
            <a:extLst>
              <a:ext uri="{FF2B5EF4-FFF2-40B4-BE49-F238E27FC236}">
                <a16:creationId xmlns:a16="http://schemas.microsoft.com/office/drawing/2014/main" id="{1DFA58BC-375C-5035-6C88-846DEC183955}"/>
              </a:ext>
            </a:extLst>
          </p:cNvPr>
          <p:cNvSpPr>
            <a:spLocks noGrp="1"/>
          </p:cNvSpPr>
          <p:nvPr>
            <p:ph type="body" sz="quarter" idx="43" hasCustomPrompt="1"/>
          </p:nvPr>
        </p:nvSpPr>
        <p:spPr>
          <a:xfrm>
            <a:off x="9449054"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64751942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wo block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381600" y="1658296"/>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6318947" y="1652072"/>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461355" y="2217940"/>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6397360" y="2210611"/>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2081535" y="1710767"/>
            <a:ext cx="3791518" cy="4412447"/>
          </a:xfrm>
          <a:noFill/>
        </p:spPr>
        <p:txBody>
          <a:bodyPr wrap="square" lIns="125999" rIns="0" bIns="0" rtlCol="0">
            <a:noAutofit/>
          </a:bodyPr>
          <a:lstStyle>
            <a:lvl1pPr marL="0" indent="0" algn="l">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8018882" y="1715801"/>
            <a:ext cx="3791518" cy="4269351"/>
          </a:xfrm>
          <a:noFill/>
        </p:spPr>
        <p:txBody>
          <a:bodyPr wrap="square" lIns="125999" rIns="0" bIns="0" rtlCol="0" anchor="t">
            <a:noAutofit/>
          </a:bodyPr>
          <a:lstStyle>
            <a:lvl1pPr marL="0" indent="0" algn="l">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3" name="Tijdelijke aanduiding voor tekst 12">
            <a:extLst>
              <a:ext uri="{FF2B5EF4-FFF2-40B4-BE49-F238E27FC236}">
                <a16:creationId xmlns:a16="http://schemas.microsoft.com/office/drawing/2014/main" id="{7C95EC6F-D61E-A9A8-6B17-B251EC3C6684}"/>
              </a:ext>
            </a:extLst>
          </p:cNvPr>
          <p:cNvSpPr>
            <a:spLocks noGrp="1"/>
          </p:cNvSpPr>
          <p:nvPr>
            <p:ph type="body" sz="quarter" idx="41" hasCustomPrompt="1"/>
          </p:nvPr>
        </p:nvSpPr>
        <p:spPr>
          <a:xfrm>
            <a:off x="457277" y="172910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4764FB57-EB96-9A13-4B23-27C214E83EEF}"/>
              </a:ext>
            </a:extLst>
          </p:cNvPr>
          <p:cNvSpPr>
            <a:spLocks noGrp="1"/>
          </p:cNvSpPr>
          <p:nvPr>
            <p:ph type="body" sz="quarter" idx="42" hasCustomPrompt="1"/>
          </p:nvPr>
        </p:nvSpPr>
        <p:spPr>
          <a:xfrm>
            <a:off x="6393282" y="1715802"/>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34250856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Recommendati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1CEBE7-B52C-9140-A467-08CD0B43DF99}"/>
              </a:ext>
            </a:extLst>
          </p:cNvPr>
          <p:cNvSpPr>
            <a:spLocks noGrp="1"/>
          </p:cNvSpPr>
          <p:nvPr>
            <p:ph type="body" sz="quarter" idx="26" hasCustomPrompt="1"/>
          </p:nvPr>
        </p:nvSpPr>
        <p:spPr>
          <a:xfrm>
            <a:off x="381600" y="1641474"/>
            <a:ext cx="2615781" cy="977110"/>
          </a:xfrm>
          <a:prstGeom prst="roundRect">
            <a:avLst>
              <a:gd name="adj" fmla="val 3283"/>
            </a:avLst>
          </a:prstGeom>
          <a:gradFill>
            <a:gsLst>
              <a:gs pos="0">
                <a:srgbClr val="1864FF">
                  <a:alpha val="40000"/>
                </a:srgbClr>
              </a:gs>
              <a:gs pos="30000">
                <a:srgbClr val="1864FF">
                  <a:alpha val="20000"/>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marL="185738" indent="-185738">
              <a:lnSpc>
                <a:spcPct val="100000"/>
              </a:lnSpc>
              <a:buClr>
                <a:srgbClr val="1764FF"/>
              </a:buClr>
              <a:tabLst/>
              <a:defRPr lang="en-US" sz="1400" dirty="0">
                <a:solidFill>
                  <a:schemeClr val="tx1"/>
                </a:solidFill>
              </a:defRPr>
            </a:lvl1pPr>
          </a:lstStyle>
          <a:p>
            <a:pPr marL="285750" lvl="0" indent="-285750"/>
            <a:r>
              <a:rPr lang="en-US" dirty="0"/>
              <a:t>Insert recommendations</a:t>
            </a:r>
          </a:p>
        </p:txBody>
      </p:sp>
      <p:sp>
        <p:nvSpPr>
          <p:cNvPr id="6" name="Text Placeholder 5">
            <a:extLst>
              <a:ext uri="{FF2B5EF4-FFF2-40B4-BE49-F238E27FC236}">
                <a16:creationId xmlns:a16="http://schemas.microsoft.com/office/drawing/2014/main" id="{FF76378E-55D1-2F47-B6DF-5B5DAA1F7D10}"/>
              </a:ext>
            </a:extLst>
          </p:cNvPr>
          <p:cNvSpPr>
            <a:spLocks noGrp="1"/>
          </p:cNvSpPr>
          <p:nvPr>
            <p:ph type="body" sz="quarter" idx="30" hasCustomPrompt="1"/>
          </p:nvPr>
        </p:nvSpPr>
        <p:spPr>
          <a:xfrm>
            <a:off x="536034" y="1797926"/>
            <a:ext cx="2306912" cy="320292"/>
          </a:xfrm>
          <a:prstGeom prst="roundRect">
            <a:avLst/>
          </a:prstGeom>
          <a:solidFill>
            <a:srgbClr val="1864FF"/>
          </a:soli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FFFFFF"/>
                </a:solidFill>
                <a:latin typeface="Noir Pro Medium" pitchFamily="2" charset="0"/>
              </a:defRPr>
            </a:lvl1pPr>
          </a:lstStyle>
          <a:p>
            <a:pPr lvl="0"/>
            <a:r>
              <a:rPr lang="en-US" dirty="0"/>
              <a:t>Category (e.g. “Continuous”)</a:t>
            </a:r>
          </a:p>
        </p:txBody>
      </p:sp>
      <p:sp>
        <p:nvSpPr>
          <p:cNvPr id="42" name="Text Placeholder 2">
            <a:extLst>
              <a:ext uri="{FF2B5EF4-FFF2-40B4-BE49-F238E27FC236}">
                <a16:creationId xmlns:a16="http://schemas.microsoft.com/office/drawing/2014/main" id="{036FAA5D-52AA-F340-B536-4A266D8133AB}"/>
              </a:ext>
            </a:extLst>
          </p:cNvPr>
          <p:cNvSpPr>
            <a:spLocks noGrp="1"/>
          </p:cNvSpPr>
          <p:nvPr>
            <p:ph type="body" sz="quarter" idx="31" hasCustomPrompt="1"/>
          </p:nvPr>
        </p:nvSpPr>
        <p:spPr>
          <a:xfrm>
            <a:off x="3319273" y="1641474"/>
            <a:ext cx="2615781" cy="977110"/>
          </a:xfrm>
          <a:prstGeom prst="roundRect">
            <a:avLst>
              <a:gd name="adj" fmla="val 3283"/>
            </a:avLst>
          </a:prstGeom>
          <a:solidFill>
            <a:schemeClr val="bg1"/>
          </a:solidFill>
          <a:ln>
            <a:noFill/>
          </a:ln>
          <a:effectLst>
            <a:outerShdw blurRad="2286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lnSpc>
                <a:spcPct val="100000"/>
              </a:lnSpc>
              <a:buClr>
                <a:schemeClr val="bg1">
                  <a:lumMod val="65000"/>
                </a:schemeClr>
              </a:buClr>
              <a:defRPr lang="en-US" sz="1400" dirty="0">
                <a:solidFill>
                  <a:srgbClr val="000000"/>
                </a:solidFill>
              </a:defRPr>
            </a:lvl1pPr>
          </a:lstStyle>
          <a:p>
            <a:pPr marL="285750" lvl="0" indent="-285750"/>
            <a:r>
              <a:rPr lang="en-US" dirty="0"/>
              <a:t>Insert recommendations</a:t>
            </a:r>
          </a:p>
        </p:txBody>
      </p:sp>
      <p:sp>
        <p:nvSpPr>
          <p:cNvPr id="43" name="Text Placeholder 5">
            <a:extLst>
              <a:ext uri="{FF2B5EF4-FFF2-40B4-BE49-F238E27FC236}">
                <a16:creationId xmlns:a16="http://schemas.microsoft.com/office/drawing/2014/main" id="{BA8AC742-76A2-7D49-A610-B2D848237738}"/>
              </a:ext>
            </a:extLst>
          </p:cNvPr>
          <p:cNvSpPr>
            <a:spLocks noGrp="1"/>
          </p:cNvSpPr>
          <p:nvPr>
            <p:ph type="body" sz="quarter" idx="32" hasCustomPrompt="1"/>
          </p:nvPr>
        </p:nvSpPr>
        <p:spPr>
          <a:xfrm>
            <a:off x="3473707"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“Start now”)</a:t>
            </a:r>
          </a:p>
        </p:txBody>
      </p:sp>
      <p:sp>
        <p:nvSpPr>
          <p:cNvPr id="44" name="Text Placeholder 2">
            <a:extLst>
              <a:ext uri="{FF2B5EF4-FFF2-40B4-BE49-F238E27FC236}">
                <a16:creationId xmlns:a16="http://schemas.microsoft.com/office/drawing/2014/main" id="{70E27DA8-2B5F-5245-892C-C815639ECE8C}"/>
              </a:ext>
            </a:extLst>
          </p:cNvPr>
          <p:cNvSpPr>
            <a:spLocks noGrp="1"/>
          </p:cNvSpPr>
          <p:nvPr>
            <p:ph type="body" sz="quarter" idx="33" hasCustomPrompt="1"/>
          </p:nvPr>
        </p:nvSpPr>
        <p:spPr>
          <a:xfrm>
            <a:off x="6256946" y="1641474"/>
            <a:ext cx="2615781" cy="977110"/>
          </a:xfrm>
          <a:prstGeom prst="roundRect">
            <a:avLst>
              <a:gd name="adj" fmla="val 3283"/>
            </a:avLst>
          </a:prstGeom>
          <a:solidFill>
            <a:schemeClr val="bg1"/>
          </a:solidFill>
          <a:ln>
            <a:noFill/>
          </a:ln>
          <a:effectLst>
            <a:outerShdw blurRad="2286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lnSpc>
                <a:spcPct val="100000"/>
              </a:lnSpc>
              <a:buClr>
                <a:schemeClr val="bg1">
                  <a:lumMod val="65000"/>
                </a:schemeClr>
              </a:buClr>
              <a:defRPr lang="en-US" sz="1400" dirty="0">
                <a:solidFill>
                  <a:srgbClr val="000000"/>
                </a:solidFill>
              </a:defRPr>
            </a:lvl1pPr>
          </a:lstStyle>
          <a:p>
            <a:pPr marL="285750" lvl="0" indent="-285750"/>
            <a:r>
              <a:rPr lang="en-US" dirty="0"/>
              <a:t>Insert recommendations</a:t>
            </a:r>
          </a:p>
        </p:txBody>
      </p:sp>
      <p:sp>
        <p:nvSpPr>
          <p:cNvPr id="45" name="Text Placeholder 5">
            <a:extLst>
              <a:ext uri="{FF2B5EF4-FFF2-40B4-BE49-F238E27FC236}">
                <a16:creationId xmlns:a16="http://schemas.microsoft.com/office/drawing/2014/main" id="{C58A5155-7003-364C-AB1F-7635E0445B5B}"/>
              </a:ext>
            </a:extLst>
          </p:cNvPr>
          <p:cNvSpPr>
            <a:spLocks noGrp="1"/>
          </p:cNvSpPr>
          <p:nvPr>
            <p:ph type="body" sz="quarter" idx="34" hasCustomPrompt="1"/>
          </p:nvPr>
        </p:nvSpPr>
        <p:spPr>
          <a:xfrm>
            <a:off x="6411380"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“In 6 months”)</a:t>
            </a:r>
          </a:p>
        </p:txBody>
      </p:sp>
      <p:sp>
        <p:nvSpPr>
          <p:cNvPr id="46" name="Text Placeholder 2">
            <a:extLst>
              <a:ext uri="{FF2B5EF4-FFF2-40B4-BE49-F238E27FC236}">
                <a16:creationId xmlns:a16="http://schemas.microsoft.com/office/drawing/2014/main" id="{9F987089-40FA-EA45-964C-0F32CB5870D2}"/>
              </a:ext>
            </a:extLst>
          </p:cNvPr>
          <p:cNvSpPr>
            <a:spLocks noGrp="1"/>
          </p:cNvSpPr>
          <p:nvPr>
            <p:ph type="body" sz="quarter" idx="35" hasCustomPrompt="1"/>
          </p:nvPr>
        </p:nvSpPr>
        <p:spPr>
          <a:xfrm>
            <a:off x="9194619" y="1641474"/>
            <a:ext cx="2615781" cy="977110"/>
          </a:xfrm>
          <a:prstGeom prst="roundRect">
            <a:avLst>
              <a:gd name="adj" fmla="val 3283"/>
            </a:avLst>
          </a:prstGeom>
          <a:solidFill>
            <a:schemeClr val="bg1"/>
          </a:solidFill>
          <a:ln>
            <a:noFill/>
          </a:ln>
          <a:effectLst>
            <a:outerShdw blurRad="228600" sx="102000" sy="102000"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lnSpc>
                <a:spcPct val="100000"/>
              </a:lnSpc>
              <a:buClr>
                <a:schemeClr val="bg1">
                  <a:lumMod val="65000"/>
                </a:schemeClr>
              </a:buClr>
              <a:defRPr lang="en-US" sz="1400" dirty="0">
                <a:solidFill>
                  <a:srgbClr val="000000"/>
                </a:solidFill>
              </a:defRPr>
            </a:lvl1pPr>
          </a:lstStyle>
          <a:p>
            <a:pPr marL="285750" lvl="0" indent="-285750"/>
            <a:r>
              <a:rPr lang="en-US" dirty="0"/>
              <a:t>Insert recommendations</a:t>
            </a:r>
          </a:p>
        </p:txBody>
      </p:sp>
      <p:sp>
        <p:nvSpPr>
          <p:cNvPr id="47" name="Text Placeholder 5">
            <a:extLst>
              <a:ext uri="{FF2B5EF4-FFF2-40B4-BE49-F238E27FC236}">
                <a16:creationId xmlns:a16="http://schemas.microsoft.com/office/drawing/2014/main" id="{B1D7A30C-B11F-4D42-9FFF-925CBD1076E2}"/>
              </a:ext>
            </a:extLst>
          </p:cNvPr>
          <p:cNvSpPr>
            <a:spLocks noGrp="1"/>
          </p:cNvSpPr>
          <p:nvPr>
            <p:ph type="body" sz="quarter" idx="36" hasCustomPrompt="1"/>
          </p:nvPr>
        </p:nvSpPr>
        <p:spPr>
          <a:xfrm>
            <a:off x="9349053"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“Continue”)</a:t>
            </a:r>
          </a:p>
        </p:txBody>
      </p:sp>
      <p:sp>
        <p:nvSpPr>
          <p:cNvPr id="2" name="Titel 1">
            <a:extLst>
              <a:ext uri="{FF2B5EF4-FFF2-40B4-BE49-F238E27FC236}">
                <a16:creationId xmlns:a16="http://schemas.microsoft.com/office/drawing/2014/main" id="{3BB94BC7-5E87-B222-4026-C592561D54CE}"/>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0F41211C-20AE-A9F4-5BE9-6490A0E56EC6}"/>
              </a:ext>
            </a:extLst>
          </p:cNvPr>
          <p:cNvSpPr>
            <a:spLocks noGrp="1"/>
          </p:cNvSpPr>
          <p:nvPr>
            <p:ph type="ftr" sz="quarter" idx="37"/>
          </p:nvPr>
        </p:nvSpPr>
        <p:spPr/>
        <p:txBody>
          <a:bodyPr/>
          <a:lstStyle/>
          <a:p>
            <a:r>
              <a:rPr lang="nl-NL"/>
              <a:t>Confidential</a:t>
            </a:r>
          </a:p>
        </p:txBody>
      </p:sp>
      <p:sp>
        <p:nvSpPr>
          <p:cNvPr id="5" name="Tijdelijke aanduiding voor dianummer 4">
            <a:extLst>
              <a:ext uri="{FF2B5EF4-FFF2-40B4-BE49-F238E27FC236}">
                <a16:creationId xmlns:a16="http://schemas.microsoft.com/office/drawing/2014/main" id="{28A25497-5B35-13C6-33C1-C230605235A8}"/>
              </a:ext>
            </a:extLst>
          </p:cNvPr>
          <p:cNvSpPr>
            <a:spLocks noGrp="1"/>
          </p:cNvSpPr>
          <p:nvPr>
            <p:ph type="sldNum" sz="quarter" idx="38"/>
          </p:nvPr>
        </p:nvSpPr>
        <p:spPr/>
        <p:txBody>
          <a:bodyPr/>
          <a:lstStyle/>
          <a:p>
            <a:fld id="{E242BD21-9B61-2246-BCB1-4BE5E1BEBE1C}" type="slidenum">
              <a:rPr lang="nl-NL" smtClean="0"/>
              <a:pPr/>
              <a:t>‹#›</a:t>
            </a:fld>
            <a:endParaRPr lang="nl-NL"/>
          </a:p>
        </p:txBody>
      </p:sp>
      <p:sp>
        <p:nvSpPr>
          <p:cNvPr id="7" name="Text Placeholder 4">
            <a:extLst>
              <a:ext uri="{FF2B5EF4-FFF2-40B4-BE49-F238E27FC236}">
                <a16:creationId xmlns:a16="http://schemas.microsoft.com/office/drawing/2014/main" id="{D264420C-28D5-2ED9-E019-A5959141FB61}"/>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Tree>
    <p:extLst>
      <p:ext uri="{BB962C8B-B14F-4D97-AF65-F5344CB8AC3E}">
        <p14:creationId xmlns:p14="http://schemas.microsoft.com/office/powerpoint/2010/main" val="18808171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lanning">
    <p:spTree>
      <p:nvGrpSpPr>
        <p:cNvPr id="1" name=""/>
        <p:cNvGrpSpPr/>
        <p:nvPr/>
      </p:nvGrpSpPr>
      <p:grpSpPr>
        <a:xfrm>
          <a:off x="0" y="0"/>
          <a:ext cx="0" cy="0"/>
          <a:chOff x="0" y="0"/>
          <a:chExt cx="0" cy="0"/>
        </a:xfrm>
      </p:grpSpPr>
      <p:sp>
        <p:nvSpPr>
          <p:cNvPr id="37" name="Afgeronde rechthoek 33">
            <a:extLst>
              <a:ext uri="{FF2B5EF4-FFF2-40B4-BE49-F238E27FC236}">
                <a16:creationId xmlns:a16="http://schemas.microsoft.com/office/drawing/2014/main" id="{9CF0A9CD-AB3A-D1A9-B7F0-17AF9635A5F8}"/>
              </a:ext>
            </a:extLst>
          </p:cNvPr>
          <p:cNvSpPr/>
          <p:nvPr userDrawn="1"/>
        </p:nvSpPr>
        <p:spPr>
          <a:xfrm>
            <a:off x="165968" y="4469787"/>
            <a:ext cx="11868832" cy="1921778"/>
          </a:xfrm>
          <a:prstGeom prst="roundRect">
            <a:avLst>
              <a:gd name="adj" fmla="val 6915"/>
            </a:avLst>
          </a:prstGeom>
          <a:gradFill>
            <a:gsLst>
              <a:gs pos="36000">
                <a:srgbClr val="1864FF">
                  <a:alpha val="0"/>
                </a:srgbClr>
              </a:gs>
              <a:gs pos="11000">
                <a:srgbClr val="1864FF">
                  <a:alpha val="7059"/>
                </a:srgbClr>
              </a:gs>
              <a:gs pos="0">
                <a:srgbClr val="1864FF">
                  <a:alpha val="30588"/>
                </a:srgbClr>
              </a:gs>
            </a:gsLst>
            <a:lin ang="45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62000" tIns="108000" rIns="108000" bIns="72000" rtlCol="0" anchor="t">
            <a:noAutofit/>
          </a:bodyPr>
          <a:lstStyle/>
          <a:p>
            <a:pPr>
              <a:spcAft>
                <a:spcPts val="600"/>
              </a:spcAft>
            </a:pPr>
            <a:r>
              <a:rPr lang="en-US" sz="1400" noProof="0">
                <a:solidFill>
                  <a:srgbClr val="002E8B"/>
                </a:solidFill>
                <a:latin typeface="Noir Pro Medium" pitchFamily="2" charset="0"/>
                <a:cs typeface="Calibri" panose="020F0502020204030204" pitchFamily="34" charset="0"/>
              </a:rPr>
              <a:t>Activities</a:t>
            </a:r>
          </a:p>
        </p:txBody>
      </p:sp>
      <p:sp>
        <p:nvSpPr>
          <p:cNvPr id="2" name="Title 1">
            <a:extLst>
              <a:ext uri="{FF2B5EF4-FFF2-40B4-BE49-F238E27FC236}">
                <a16:creationId xmlns:a16="http://schemas.microsoft.com/office/drawing/2014/main" id="{19BF52F5-EEDC-F6F5-613A-426261703BF1}"/>
              </a:ext>
            </a:extLst>
          </p:cNvPr>
          <p:cNvSpPr>
            <a:spLocks noGrp="1"/>
          </p:cNvSpPr>
          <p:nvPr>
            <p:ph type="title" hasCustomPrompt="1"/>
          </p:nvPr>
        </p:nvSpPr>
        <p:spPr/>
        <p:txBody>
          <a:bodyPr/>
          <a:lstStyle/>
          <a:p>
            <a:r>
              <a:rPr lang="en-US" dirty="0"/>
              <a:t>Insert key slide message (title)</a:t>
            </a:r>
          </a:p>
        </p:txBody>
      </p:sp>
      <p:sp>
        <p:nvSpPr>
          <p:cNvPr id="3" name="Slide Number Placeholder 2">
            <a:extLst>
              <a:ext uri="{FF2B5EF4-FFF2-40B4-BE49-F238E27FC236}">
                <a16:creationId xmlns:a16="http://schemas.microsoft.com/office/drawing/2014/main" id="{F7A471AE-9AF5-5C13-DFFB-EF305426B66F}"/>
              </a:ext>
            </a:extLst>
          </p:cNvPr>
          <p:cNvSpPr>
            <a:spLocks noGrp="1"/>
          </p:cNvSpPr>
          <p:nvPr>
            <p:ph type="sldNum" sz="quarter" idx="10"/>
          </p:nvPr>
        </p:nvSpPr>
        <p:spPr/>
        <p:txBody>
          <a:bodyPr/>
          <a:lstStyle/>
          <a:p>
            <a:fld id="{E242BD21-9B61-2246-BCB1-4BE5E1BEBE1C}" type="slidenum">
              <a:rPr lang="nl-NL" smtClean="0"/>
              <a:pPr/>
              <a:t>‹#›</a:t>
            </a:fld>
            <a:endParaRPr lang="nl-NL"/>
          </a:p>
        </p:txBody>
      </p:sp>
      <p:sp>
        <p:nvSpPr>
          <p:cNvPr id="4" name="Footer Placeholder 3">
            <a:extLst>
              <a:ext uri="{FF2B5EF4-FFF2-40B4-BE49-F238E27FC236}">
                <a16:creationId xmlns:a16="http://schemas.microsoft.com/office/drawing/2014/main" id="{B67C997E-DBF8-7A1B-5BC5-AD640A6F8DC5}"/>
              </a:ext>
            </a:extLst>
          </p:cNvPr>
          <p:cNvSpPr>
            <a:spLocks noGrp="1"/>
          </p:cNvSpPr>
          <p:nvPr>
            <p:ph type="ftr" sz="quarter" idx="11"/>
          </p:nvPr>
        </p:nvSpPr>
        <p:spPr/>
        <p:txBody>
          <a:bodyPr/>
          <a:lstStyle/>
          <a:p>
            <a:r>
              <a:rPr lang="nl-NL" err="1"/>
              <a:t>Confidential</a:t>
            </a:r>
            <a:endParaRPr lang="nl-NL"/>
          </a:p>
        </p:txBody>
      </p:sp>
      <p:cxnSp>
        <p:nvCxnSpPr>
          <p:cNvPr id="5" name="Rechte verbindingslijn 16">
            <a:extLst>
              <a:ext uri="{FF2B5EF4-FFF2-40B4-BE49-F238E27FC236}">
                <a16:creationId xmlns:a16="http://schemas.microsoft.com/office/drawing/2014/main" id="{A8595287-BE8A-9A27-31FB-AA691212F803}"/>
              </a:ext>
            </a:extLst>
          </p:cNvPr>
          <p:cNvCxnSpPr/>
          <p:nvPr userDrawn="1"/>
        </p:nvCxnSpPr>
        <p:spPr>
          <a:xfrm>
            <a:off x="154800" y="2073093"/>
            <a:ext cx="11832207" cy="0"/>
          </a:xfrm>
          <a:prstGeom prst="line">
            <a:avLst/>
          </a:prstGeom>
          <a:ln w="101600">
            <a:solidFill>
              <a:srgbClr val="A6A6A6">
                <a:alpha val="15294"/>
              </a:srgbClr>
            </a:solidFill>
            <a:prstDash val="solid"/>
          </a:ln>
        </p:spPr>
        <p:style>
          <a:lnRef idx="1">
            <a:schemeClr val="accent1"/>
          </a:lnRef>
          <a:fillRef idx="0">
            <a:schemeClr val="accent1"/>
          </a:fillRef>
          <a:effectRef idx="0">
            <a:schemeClr val="accent1"/>
          </a:effectRef>
          <a:fontRef idx="minor">
            <a:schemeClr val="tx1"/>
          </a:fontRef>
        </p:style>
      </p:cxnSp>
      <p:sp>
        <p:nvSpPr>
          <p:cNvPr id="10" name="Tekstvak 27">
            <a:extLst>
              <a:ext uri="{FF2B5EF4-FFF2-40B4-BE49-F238E27FC236}">
                <a16:creationId xmlns:a16="http://schemas.microsoft.com/office/drawing/2014/main" id="{088DE6B7-1968-5D18-E6BC-521A7652E26D}"/>
              </a:ext>
            </a:extLst>
          </p:cNvPr>
          <p:cNvSpPr txBox="1"/>
          <p:nvPr userDrawn="1"/>
        </p:nvSpPr>
        <p:spPr>
          <a:xfrm>
            <a:off x="10992425" y="1654806"/>
            <a:ext cx="1107309" cy="365091"/>
          </a:xfrm>
          <a:prstGeom prst="rect">
            <a:avLst/>
          </a:prstGeom>
          <a:solidFill>
            <a:schemeClr val="bg1"/>
          </a:solidFill>
          <a:effectLst>
            <a:outerShdw dist="101600" dir="5400000" algn="t" rotWithShape="0">
              <a:srgbClr val="D1E0FF"/>
            </a:outerShdw>
          </a:effectLst>
        </p:spPr>
        <p:txBody>
          <a:bodyPr wrap="none" lIns="144000" rIns="216000" bIns="72000" rtlCol="0" anchor="b">
            <a:spAutoFit/>
          </a:bodyPr>
          <a:lstStyle/>
          <a:p>
            <a:pPr algn="l"/>
            <a:r>
              <a:rPr lang="en-US" sz="1600" b="1" dirty="0">
                <a:solidFill>
                  <a:srgbClr val="C0C0C0"/>
                </a:solidFill>
                <a:latin typeface="Noir Pro Semi Bold" pitchFamily="2" charset="0"/>
              </a:rPr>
              <a:t>Beyond</a:t>
            </a:r>
          </a:p>
        </p:txBody>
      </p:sp>
      <p:sp>
        <p:nvSpPr>
          <p:cNvPr id="14" name="Afgeronde rechthoek 34">
            <a:extLst>
              <a:ext uri="{FF2B5EF4-FFF2-40B4-BE49-F238E27FC236}">
                <a16:creationId xmlns:a16="http://schemas.microsoft.com/office/drawing/2014/main" id="{6D188119-7583-97F8-D4A7-3A3B8B8BB7DE}"/>
              </a:ext>
            </a:extLst>
          </p:cNvPr>
          <p:cNvSpPr/>
          <p:nvPr userDrawn="1"/>
        </p:nvSpPr>
        <p:spPr>
          <a:xfrm>
            <a:off x="165968" y="2123231"/>
            <a:ext cx="11868832" cy="1254345"/>
          </a:xfrm>
          <a:prstGeom prst="roundRect">
            <a:avLst>
              <a:gd name="adj" fmla="val 12806"/>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62000" tIns="108000" rIns="108000" bIns="72000" rtlCol="0" anchor="t">
            <a:noAutofit/>
          </a:bodyPr>
          <a:lstStyle/>
          <a:p>
            <a:pPr>
              <a:spcAft>
                <a:spcPts val="600"/>
              </a:spcAft>
            </a:pPr>
            <a:r>
              <a:rPr lang="en-US" sz="1400" noProof="0" dirty="0">
                <a:solidFill>
                  <a:srgbClr val="000000"/>
                </a:solidFill>
                <a:latin typeface="Noir Pro Medium" pitchFamily="2" charset="0"/>
                <a:cs typeface="Calibri" panose="020F0502020204030204" pitchFamily="34" charset="0"/>
              </a:rPr>
              <a:t>Sessions</a:t>
            </a:r>
          </a:p>
        </p:txBody>
      </p:sp>
      <p:sp>
        <p:nvSpPr>
          <p:cNvPr id="23" name="Rechthoek 1">
            <a:extLst>
              <a:ext uri="{FF2B5EF4-FFF2-40B4-BE49-F238E27FC236}">
                <a16:creationId xmlns:a16="http://schemas.microsoft.com/office/drawing/2014/main" id="{AE49D331-55A0-2A2A-7AD4-CE34EB1C3445}"/>
              </a:ext>
            </a:extLst>
          </p:cNvPr>
          <p:cNvSpPr/>
          <p:nvPr userDrawn="1"/>
        </p:nvSpPr>
        <p:spPr>
          <a:xfrm>
            <a:off x="11485302" y="1955801"/>
            <a:ext cx="683632" cy="231924"/>
          </a:xfrm>
          <a:prstGeom prst="rect">
            <a:avLst/>
          </a:prstGeom>
          <a:gradFill>
            <a:gsLst>
              <a:gs pos="5000">
                <a:schemeClr val="bg1">
                  <a:alpha val="0"/>
                </a:schemeClr>
              </a:gs>
              <a:gs pos="85000">
                <a:schemeClr val="bg1"/>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30" name="Text Placeholder 4">
            <a:extLst>
              <a:ext uri="{FF2B5EF4-FFF2-40B4-BE49-F238E27FC236}">
                <a16:creationId xmlns:a16="http://schemas.microsoft.com/office/drawing/2014/main" id="{3F0945A4-1770-AF3E-2D64-0726376829B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31" name="Text Placeholder 2">
            <a:extLst>
              <a:ext uri="{FF2B5EF4-FFF2-40B4-BE49-F238E27FC236}">
                <a16:creationId xmlns:a16="http://schemas.microsoft.com/office/drawing/2014/main" id="{61C638AF-23D5-31B4-9340-0CDDB46DCA5C}"/>
              </a:ext>
            </a:extLst>
          </p:cNvPr>
          <p:cNvSpPr>
            <a:spLocks noGrp="1"/>
          </p:cNvSpPr>
          <p:nvPr>
            <p:ph type="body" sz="quarter" idx="26" hasCustomPrompt="1"/>
          </p:nvPr>
        </p:nvSpPr>
        <p:spPr>
          <a:xfrm>
            <a:off x="1781418" y="1637942"/>
            <a:ext cx="2156400" cy="381955"/>
          </a:xfrm>
          <a:prstGeom prst="rect">
            <a:avLst/>
          </a:prstGeom>
          <a:solidFill>
            <a:schemeClr val="bg1"/>
          </a:solidFill>
          <a:effectLst>
            <a:outerShdw dist="101600" dir="5400000" algn="t" rotWithShape="0">
              <a:srgbClr val="F8C716"/>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000000"/>
                </a:solidFill>
                <a:latin typeface="Noir Pro Semi Bold" pitchFamily="2" charset="0"/>
              </a:defRPr>
            </a:lvl1pPr>
          </a:lstStyle>
          <a:p>
            <a:pPr lvl="0"/>
            <a:r>
              <a:rPr lang="en-US" dirty="0"/>
              <a:t>Insert phase name</a:t>
            </a:r>
          </a:p>
        </p:txBody>
      </p:sp>
      <p:sp>
        <p:nvSpPr>
          <p:cNvPr id="32" name="Text Placeholder 2">
            <a:extLst>
              <a:ext uri="{FF2B5EF4-FFF2-40B4-BE49-F238E27FC236}">
                <a16:creationId xmlns:a16="http://schemas.microsoft.com/office/drawing/2014/main" id="{FDA4BF5A-F150-6009-1629-CBF6C0CF0509}"/>
              </a:ext>
            </a:extLst>
          </p:cNvPr>
          <p:cNvSpPr>
            <a:spLocks noGrp="1"/>
          </p:cNvSpPr>
          <p:nvPr>
            <p:ph type="body" sz="quarter" idx="31" hasCustomPrompt="1"/>
          </p:nvPr>
        </p:nvSpPr>
        <p:spPr>
          <a:xfrm>
            <a:off x="4084169" y="1637942"/>
            <a:ext cx="2156400" cy="381955"/>
          </a:xfrm>
          <a:prstGeom prst="rect">
            <a:avLst/>
          </a:prstGeom>
          <a:solidFill>
            <a:schemeClr val="bg1"/>
          </a:solidFill>
          <a:effectLst>
            <a:outerShdw dist="101600" dir="5400000" algn="t" rotWithShape="0">
              <a:srgbClr val="E99E1B"/>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000000"/>
                </a:solidFill>
                <a:latin typeface="Noir Pro Semi Bold" pitchFamily="2" charset="0"/>
              </a:defRPr>
            </a:lvl1pPr>
          </a:lstStyle>
          <a:p>
            <a:pPr lvl="0"/>
            <a:r>
              <a:rPr lang="en-US" dirty="0"/>
              <a:t>Insert phase name</a:t>
            </a:r>
          </a:p>
        </p:txBody>
      </p:sp>
      <p:sp>
        <p:nvSpPr>
          <p:cNvPr id="33" name="Text Placeholder 2">
            <a:extLst>
              <a:ext uri="{FF2B5EF4-FFF2-40B4-BE49-F238E27FC236}">
                <a16:creationId xmlns:a16="http://schemas.microsoft.com/office/drawing/2014/main" id="{C83F4B11-4346-F8F3-4F81-916E4D05DE17}"/>
              </a:ext>
            </a:extLst>
          </p:cNvPr>
          <p:cNvSpPr>
            <a:spLocks noGrp="1"/>
          </p:cNvSpPr>
          <p:nvPr>
            <p:ph type="body" sz="quarter" idx="33" hasCustomPrompt="1"/>
          </p:nvPr>
        </p:nvSpPr>
        <p:spPr>
          <a:xfrm>
            <a:off x="6386921" y="1637942"/>
            <a:ext cx="2156400" cy="381955"/>
          </a:xfrm>
          <a:prstGeom prst="rect">
            <a:avLst/>
          </a:prstGeom>
          <a:solidFill>
            <a:schemeClr val="bg1"/>
          </a:solidFill>
          <a:effectLst>
            <a:outerShdw dist="101600" dir="5400000" algn="t" rotWithShape="0">
              <a:srgbClr val="E98425"/>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000000"/>
                </a:solidFill>
                <a:latin typeface="Noir Pro Semi Bold" pitchFamily="2" charset="0"/>
              </a:defRPr>
            </a:lvl1pPr>
          </a:lstStyle>
          <a:p>
            <a:pPr lvl="0"/>
            <a:r>
              <a:rPr lang="en-US" dirty="0"/>
              <a:t>Insert phase name</a:t>
            </a:r>
          </a:p>
        </p:txBody>
      </p:sp>
      <p:sp>
        <p:nvSpPr>
          <p:cNvPr id="34" name="Text Placeholder 2">
            <a:extLst>
              <a:ext uri="{FF2B5EF4-FFF2-40B4-BE49-F238E27FC236}">
                <a16:creationId xmlns:a16="http://schemas.microsoft.com/office/drawing/2014/main" id="{691994D4-EA70-9B12-7EEA-AEC182BD0195}"/>
              </a:ext>
            </a:extLst>
          </p:cNvPr>
          <p:cNvSpPr>
            <a:spLocks noGrp="1"/>
          </p:cNvSpPr>
          <p:nvPr>
            <p:ph type="body" sz="quarter" idx="35" hasCustomPrompt="1"/>
          </p:nvPr>
        </p:nvSpPr>
        <p:spPr>
          <a:xfrm>
            <a:off x="8689673" y="1637942"/>
            <a:ext cx="2156400" cy="381955"/>
          </a:xfrm>
          <a:prstGeom prst="rect">
            <a:avLst/>
          </a:prstGeom>
          <a:solidFill>
            <a:schemeClr val="bg1"/>
          </a:solidFill>
          <a:effectLst>
            <a:outerShdw dist="101600" dir="5400000" algn="t" rotWithShape="0">
              <a:srgbClr val="1864FF"/>
            </a:outerShdw>
          </a:effectLst>
        </p:spPr>
        <p:txBody>
          <a:bodyPr wrap="square" lIns="144000" rIns="108000" bIns="72000" rtlCol="0" anchor="b">
            <a:spAutoFit/>
          </a:bodyPr>
          <a:lstStyle>
            <a:lvl1pPr marL="0" indent="0">
              <a:buNone/>
              <a:defRPr lang="en-US" b="1" dirty="0">
                <a:solidFill>
                  <a:srgbClr val="000000"/>
                </a:solidFill>
                <a:latin typeface="Noir Pro Semi Bold" pitchFamily="2" charset="0"/>
              </a:defRPr>
            </a:lvl1pPr>
          </a:lstStyle>
          <a:p>
            <a:pPr lvl="0"/>
            <a:r>
              <a:rPr lang="en-US" dirty="0"/>
              <a:t>Insert phase name</a:t>
            </a:r>
          </a:p>
        </p:txBody>
      </p:sp>
      <p:sp>
        <p:nvSpPr>
          <p:cNvPr id="36" name="Triangle 226">
            <a:extLst>
              <a:ext uri="{FF2B5EF4-FFF2-40B4-BE49-F238E27FC236}">
                <a16:creationId xmlns:a16="http://schemas.microsoft.com/office/drawing/2014/main" id="{8A3A0914-E464-C26F-6615-ACBAC1F0A77D}"/>
              </a:ext>
            </a:extLst>
          </p:cNvPr>
          <p:cNvSpPr/>
          <p:nvPr userDrawn="1"/>
        </p:nvSpPr>
        <p:spPr>
          <a:xfrm rot="5400000" flipH="1">
            <a:off x="11917995" y="1792467"/>
            <a:ext cx="112623" cy="79252"/>
          </a:xfrm>
          <a:prstGeom prst="triangle">
            <a:avLst/>
          </a:prstGeom>
          <a:solidFill>
            <a:srgbClr val="C0C0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C9263F1-98AC-0AAC-2561-679B57A18BCB}"/>
              </a:ext>
            </a:extLst>
          </p:cNvPr>
          <p:cNvSpPr txBox="1"/>
          <p:nvPr userDrawn="1"/>
        </p:nvSpPr>
        <p:spPr>
          <a:xfrm>
            <a:off x="2582332" y="6432735"/>
            <a:ext cx="7653867" cy="320257"/>
          </a:xfrm>
          <a:prstGeom prst="rect">
            <a:avLst/>
          </a:prstGeom>
          <a:noFill/>
        </p:spPr>
        <p:txBody>
          <a:bodyPr wrap="square" lIns="216000" tIns="72000" bIns="108000" rtlCol="0" anchor="b">
            <a:spAutoFit/>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rgbClr val="020202"/>
                </a:solidFill>
                <a:effectLst/>
                <a:uLnTx/>
                <a:uFillTx/>
                <a:latin typeface="Azeret Mono" pitchFamily="2" charset="77"/>
                <a:ea typeface="宋体" panose="02010600030101010101" pitchFamily="2" charset="-122"/>
                <a:cs typeface="Azeret Mono" pitchFamily="2" charset="77"/>
              </a:rPr>
              <a:t>Legend:</a:t>
            </a:r>
            <a:r>
              <a:rPr kumimoji="0" lang="en-US" altLang="zh-CN" sz="900" b="0" i="0" u="none" strike="noStrike" kern="1200" cap="none" spc="0" normalizeH="0" baseline="0" noProof="0" dirty="0">
                <a:ln>
                  <a:noFill/>
                </a:ln>
                <a:solidFill>
                  <a:srgbClr val="020202"/>
                </a:solidFill>
                <a:effectLst/>
                <a:uLnTx/>
                <a:uFillTx/>
                <a:latin typeface="Azeret Mono" pitchFamily="2" charset="77"/>
                <a:ea typeface="宋体" panose="02010600030101010101" pitchFamily="2" charset="-122"/>
                <a:cs typeface="Azeret Mono" pitchFamily="2" charset="77"/>
              </a:rPr>
              <a:t>   </a:t>
            </a:r>
            <a:r>
              <a:rPr kumimoji="0" lang="en-US" sz="900" b="0" i="0" u="none" strike="noStrike" kern="1200" cap="none" spc="0" normalizeH="0" baseline="0" noProof="0" dirty="0">
                <a:ln>
                  <a:noFill/>
                </a:ln>
                <a:solidFill>
                  <a:srgbClr val="F8C716"/>
                </a:solidFill>
                <a:effectLst/>
                <a:uLnTx/>
                <a:uFillTx/>
                <a:latin typeface="Azeret Mono" pitchFamily="2" charset="77"/>
                <a:ea typeface="+mn-ea"/>
                <a:cs typeface="Azeret Mono" pitchFamily="2" charset="77"/>
              </a:rPr>
              <a:t>⬤</a:t>
            </a:r>
            <a:r>
              <a:rPr kumimoji="0" lang="en-US" sz="900" b="0" i="0" u="none" strike="noStrike" kern="1200" cap="none" spc="0" normalizeH="0" baseline="0" noProof="0" dirty="0">
                <a:ln>
                  <a:noFill/>
                </a:ln>
                <a:solidFill>
                  <a:srgbClr val="1864FF"/>
                </a:solidFill>
                <a:effectLst/>
                <a:uLnTx/>
                <a:uFillTx/>
                <a:latin typeface="Azeret Mono" pitchFamily="2" charset="77"/>
                <a:ea typeface="+mn-ea"/>
                <a:cs typeface="Azeret Mono" pitchFamily="2" charset="77"/>
              </a:rPr>
              <a:t> </a:t>
            </a:r>
            <a:r>
              <a:rPr kumimoji="0" lang="en-US" sz="900" b="0" i="0" u="none" strike="noStrike" kern="1200" cap="none" spc="0" normalizeH="0" baseline="0" noProof="0" dirty="0">
                <a:ln>
                  <a:noFill/>
                </a:ln>
                <a:solidFill>
                  <a:srgbClr val="020202"/>
                </a:solidFill>
                <a:effectLst/>
                <a:uLnTx/>
                <a:uFillTx/>
                <a:latin typeface="Azeret Mono" pitchFamily="2" charset="77"/>
                <a:ea typeface="+mn-ea"/>
                <a:cs typeface="Azeret Mono" pitchFamily="2" charset="77"/>
              </a:rPr>
              <a:t>Session   </a:t>
            </a:r>
            <a:r>
              <a:rPr kumimoji="0" lang="en-US" sz="900" b="0" i="0" u="none" strike="noStrike" kern="1200" cap="none" spc="0" normalizeH="0" baseline="0" noProof="0" dirty="0">
                <a:ln>
                  <a:noFill/>
                </a:ln>
                <a:solidFill>
                  <a:srgbClr val="1864FF"/>
                </a:solidFill>
                <a:effectLst/>
                <a:uLnTx/>
                <a:uFillTx/>
                <a:latin typeface="Azeret Mono" pitchFamily="2" charset="77"/>
                <a:ea typeface="+mn-ea"/>
                <a:cs typeface="Azeret Mono" pitchFamily="2" charset="77"/>
              </a:rPr>
              <a:t>⬤ </a:t>
            </a:r>
            <a:r>
              <a:rPr kumimoji="0" lang="en-US" sz="900" b="0" i="0" u="none" strike="noStrike" kern="1200" cap="none" spc="0" normalizeH="0" baseline="0" noProof="0" dirty="0">
                <a:ln>
                  <a:noFill/>
                </a:ln>
                <a:solidFill>
                  <a:srgbClr val="020202"/>
                </a:solidFill>
                <a:effectLst/>
                <a:uLnTx/>
                <a:uFillTx/>
                <a:latin typeface="Azeret Mono" pitchFamily="2" charset="77"/>
                <a:ea typeface="+mn-ea"/>
                <a:cs typeface="Azeret Mono" pitchFamily="2" charset="77"/>
              </a:rPr>
              <a:t>Session with deliverable   </a:t>
            </a:r>
            <a:r>
              <a:rPr kumimoji="0" lang="en-US" sz="900" b="0" i="0" u="none" strike="noStrike" kern="1200" cap="none" spc="0" normalizeH="0" baseline="0" noProof="0" dirty="0">
                <a:ln>
                  <a:noFill/>
                </a:ln>
                <a:solidFill>
                  <a:srgbClr val="D1E1FF"/>
                </a:solidFill>
                <a:effectLst/>
                <a:uLnTx/>
                <a:uFillTx/>
                <a:latin typeface="Azeret Mono" pitchFamily="2" charset="77"/>
                <a:ea typeface="+mn-ea"/>
                <a:cs typeface="Azeret Mono" pitchFamily="2" charset="77"/>
              </a:rPr>
              <a:t>⬤</a:t>
            </a:r>
            <a:r>
              <a:rPr kumimoji="0" lang="en-US" sz="900" b="0" i="0" u="none" strike="noStrike" kern="1200" cap="none" spc="0" normalizeH="0" baseline="0" noProof="0" dirty="0">
                <a:ln>
                  <a:noFill/>
                </a:ln>
                <a:solidFill>
                  <a:srgbClr val="1864FF"/>
                </a:solidFill>
                <a:effectLst/>
                <a:uLnTx/>
                <a:uFillTx/>
                <a:latin typeface="Azeret Mono" pitchFamily="2" charset="77"/>
                <a:ea typeface="+mn-ea"/>
                <a:cs typeface="Azeret Mono" pitchFamily="2" charset="77"/>
              </a:rPr>
              <a:t> </a:t>
            </a:r>
            <a:r>
              <a:rPr kumimoji="0" lang="en-US" sz="900" b="0" i="0" u="none" strike="noStrike" kern="1200" cap="none" spc="0" normalizeH="0" baseline="0" noProof="0" dirty="0">
                <a:ln>
                  <a:noFill/>
                </a:ln>
                <a:solidFill>
                  <a:srgbClr val="020202"/>
                </a:solidFill>
                <a:effectLst/>
                <a:uLnTx/>
                <a:uFillTx/>
                <a:latin typeface="Azeret Mono" pitchFamily="2" charset="77"/>
                <a:ea typeface="+mn-ea"/>
                <a:cs typeface="Azeret Mono" pitchFamily="2" charset="77"/>
              </a:rPr>
              <a:t>Activity</a:t>
            </a:r>
          </a:p>
        </p:txBody>
      </p:sp>
      <p:sp>
        <p:nvSpPr>
          <p:cNvPr id="42" name="Text Placeholder 39">
            <a:extLst>
              <a:ext uri="{FF2B5EF4-FFF2-40B4-BE49-F238E27FC236}">
                <a16:creationId xmlns:a16="http://schemas.microsoft.com/office/drawing/2014/main" id="{CD5AB9AF-EEE3-903B-7D14-82DEA156D443}"/>
              </a:ext>
            </a:extLst>
          </p:cNvPr>
          <p:cNvSpPr>
            <a:spLocks noGrp="1"/>
          </p:cNvSpPr>
          <p:nvPr>
            <p:ph type="body" sz="quarter" idx="38" hasCustomPrompt="1"/>
          </p:nvPr>
        </p:nvSpPr>
        <p:spPr>
          <a:xfrm>
            <a:off x="1781417"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20202"/>
                </a:solidFill>
                <a:cs typeface="Azeret Mono" pitchFamily="2" charset="77"/>
              </a:defRPr>
            </a:lvl1pPr>
          </a:lstStyle>
          <a:p>
            <a:pPr lvl="0"/>
            <a:r>
              <a:rPr lang="en-US" dirty="0"/>
              <a:t>Insert session name + date (on new line, non-bold) </a:t>
            </a:r>
          </a:p>
        </p:txBody>
      </p:sp>
      <p:sp>
        <p:nvSpPr>
          <p:cNvPr id="43" name="Text Placeholder 39">
            <a:extLst>
              <a:ext uri="{FF2B5EF4-FFF2-40B4-BE49-F238E27FC236}">
                <a16:creationId xmlns:a16="http://schemas.microsoft.com/office/drawing/2014/main" id="{8DB08D15-F645-6C28-B74C-E721A676D14B}"/>
              </a:ext>
            </a:extLst>
          </p:cNvPr>
          <p:cNvSpPr>
            <a:spLocks noGrp="1"/>
          </p:cNvSpPr>
          <p:nvPr>
            <p:ph type="body" sz="quarter" idx="39" hasCustomPrompt="1"/>
          </p:nvPr>
        </p:nvSpPr>
        <p:spPr>
          <a:xfrm>
            <a:off x="4084169"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20202"/>
                </a:solidFill>
                <a:cs typeface="Azeret Mono" pitchFamily="2" charset="77"/>
              </a:defRPr>
            </a:lvl1pPr>
          </a:lstStyle>
          <a:p>
            <a:pPr lvl="0"/>
            <a:r>
              <a:rPr lang="en-US" dirty="0"/>
              <a:t>Insert session name + date (on new line, non-bold) </a:t>
            </a:r>
          </a:p>
        </p:txBody>
      </p:sp>
      <p:sp>
        <p:nvSpPr>
          <p:cNvPr id="44" name="Text Placeholder 39">
            <a:extLst>
              <a:ext uri="{FF2B5EF4-FFF2-40B4-BE49-F238E27FC236}">
                <a16:creationId xmlns:a16="http://schemas.microsoft.com/office/drawing/2014/main" id="{54D3DFF2-9654-0DAF-05ED-A664CB699B5E}"/>
              </a:ext>
            </a:extLst>
          </p:cNvPr>
          <p:cNvSpPr>
            <a:spLocks noGrp="1"/>
          </p:cNvSpPr>
          <p:nvPr>
            <p:ph type="body" sz="quarter" idx="40" hasCustomPrompt="1"/>
          </p:nvPr>
        </p:nvSpPr>
        <p:spPr>
          <a:xfrm>
            <a:off x="6386921"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20202"/>
                </a:solidFill>
                <a:cs typeface="Azeret Mono" pitchFamily="2" charset="77"/>
              </a:defRPr>
            </a:lvl1pPr>
          </a:lstStyle>
          <a:p>
            <a:pPr lvl="0"/>
            <a:r>
              <a:rPr lang="en-US" dirty="0"/>
              <a:t>Insert session name + date (on new line, non-bold) </a:t>
            </a:r>
          </a:p>
        </p:txBody>
      </p:sp>
      <p:sp>
        <p:nvSpPr>
          <p:cNvPr id="45" name="Text Placeholder 39">
            <a:extLst>
              <a:ext uri="{FF2B5EF4-FFF2-40B4-BE49-F238E27FC236}">
                <a16:creationId xmlns:a16="http://schemas.microsoft.com/office/drawing/2014/main" id="{D6FA5E9B-00A5-2927-06FC-890CBF6691A1}"/>
              </a:ext>
            </a:extLst>
          </p:cNvPr>
          <p:cNvSpPr>
            <a:spLocks noGrp="1"/>
          </p:cNvSpPr>
          <p:nvPr>
            <p:ph type="body" sz="quarter" idx="41" hasCustomPrompt="1"/>
          </p:nvPr>
        </p:nvSpPr>
        <p:spPr>
          <a:xfrm>
            <a:off x="8689673" y="2314761"/>
            <a:ext cx="2156401" cy="602687"/>
          </a:xfrm>
          <a:prstGeom prst="roundRect">
            <a:avLst>
              <a:gd name="adj" fmla="val 14666"/>
            </a:avLst>
          </a:prstGeom>
          <a:gradFill>
            <a:gsLst>
              <a:gs pos="2000">
                <a:srgbClr val="0345D0"/>
              </a:gs>
              <a:gs pos="17000">
                <a:srgbClr val="1764FF"/>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b="1" dirty="0">
                <a:solidFill>
                  <a:schemeClr val="bg1"/>
                </a:solidFill>
                <a:cs typeface="Azeret Mono" pitchFamily="2" charset="77"/>
              </a:defRPr>
            </a:lvl1pPr>
          </a:lstStyle>
          <a:p>
            <a:pPr lvl="0"/>
            <a:r>
              <a:rPr lang="en-US" dirty="0"/>
              <a:t>Insert session name + date (on new line, non-bold) </a:t>
            </a:r>
          </a:p>
        </p:txBody>
      </p:sp>
      <p:sp>
        <p:nvSpPr>
          <p:cNvPr id="47" name="Text Placeholder 39">
            <a:extLst>
              <a:ext uri="{FF2B5EF4-FFF2-40B4-BE49-F238E27FC236}">
                <a16:creationId xmlns:a16="http://schemas.microsoft.com/office/drawing/2014/main" id="{032673FC-82E6-C8BC-E912-492D6F234CF9}"/>
              </a:ext>
            </a:extLst>
          </p:cNvPr>
          <p:cNvSpPr>
            <a:spLocks noGrp="1"/>
          </p:cNvSpPr>
          <p:nvPr>
            <p:ph type="body" sz="quarter" idx="43" hasCustomPrompt="1"/>
          </p:nvPr>
        </p:nvSpPr>
        <p:spPr>
          <a:xfrm>
            <a:off x="1781416" y="4657854"/>
            <a:ext cx="2156401" cy="397140"/>
          </a:xfrm>
          <a:prstGeom prst="roundRect">
            <a:avLst>
              <a:gd name="adj" fmla="val 23892"/>
            </a:avLst>
          </a:prstGeom>
          <a:solidFill>
            <a:srgbClr val="D1E0FF"/>
          </a:soli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dirty="0">
                <a:solidFill>
                  <a:srgbClr val="002E8B"/>
                </a:solidFill>
                <a:cs typeface="Azeret Mono" pitchFamily="2" charset="77"/>
              </a:defRPr>
            </a:lvl1pPr>
          </a:lstStyle>
          <a:p>
            <a:pPr lvl="0"/>
            <a:r>
              <a:rPr lang="en-US" dirty="0"/>
              <a:t>Insert activity description</a:t>
            </a:r>
          </a:p>
        </p:txBody>
      </p:sp>
      <p:sp>
        <p:nvSpPr>
          <p:cNvPr id="49" name="Text Placeholder 39">
            <a:extLst>
              <a:ext uri="{FF2B5EF4-FFF2-40B4-BE49-F238E27FC236}">
                <a16:creationId xmlns:a16="http://schemas.microsoft.com/office/drawing/2014/main" id="{59A429C3-C6D7-9146-2FCC-357D683E7828}"/>
              </a:ext>
            </a:extLst>
          </p:cNvPr>
          <p:cNvSpPr>
            <a:spLocks noGrp="1"/>
          </p:cNvSpPr>
          <p:nvPr>
            <p:ph type="body" sz="quarter" idx="44" hasCustomPrompt="1"/>
          </p:nvPr>
        </p:nvSpPr>
        <p:spPr>
          <a:xfrm>
            <a:off x="4084168" y="4657854"/>
            <a:ext cx="2156401" cy="397140"/>
          </a:xfrm>
          <a:prstGeom prst="roundRect">
            <a:avLst>
              <a:gd name="adj" fmla="val 23892"/>
            </a:avLst>
          </a:prstGeom>
          <a:solidFill>
            <a:srgbClr val="D1E0FF"/>
          </a:soli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dirty="0">
                <a:solidFill>
                  <a:srgbClr val="002E8B"/>
                </a:solidFill>
                <a:cs typeface="Azeret Mono" pitchFamily="2" charset="77"/>
              </a:defRPr>
            </a:lvl1pPr>
          </a:lstStyle>
          <a:p>
            <a:pPr lvl="0"/>
            <a:r>
              <a:rPr lang="en-US" dirty="0"/>
              <a:t>Insert activity description</a:t>
            </a:r>
          </a:p>
        </p:txBody>
      </p:sp>
    </p:spTree>
    <p:extLst>
      <p:ext uri="{BB962C8B-B14F-4D97-AF65-F5344CB8AC3E}">
        <p14:creationId xmlns:p14="http://schemas.microsoft.com/office/powerpoint/2010/main" val="45530179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Metric overview">
    <p:spTree>
      <p:nvGrpSpPr>
        <p:cNvPr id="1" name=""/>
        <p:cNvGrpSpPr/>
        <p:nvPr/>
      </p:nvGrpSpPr>
      <p:grpSpPr>
        <a:xfrm>
          <a:off x="0" y="0"/>
          <a:ext cx="0" cy="0"/>
          <a:chOff x="0" y="0"/>
          <a:chExt cx="0" cy="0"/>
        </a:xfrm>
      </p:grpSpPr>
      <p:sp>
        <p:nvSpPr>
          <p:cNvPr id="10" name="Rechthoek 9">
            <a:extLst>
              <a:ext uri="{FF2B5EF4-FFF2-40B4-BE49-F238E27FC236}">
                <a16:creationId xmlns:a16="http://schemas.microsoft.com/office/drawing/2014/main" id="{56AA877C-87C1-1E1B-07DE-07A06DF128B7}"/>
              </a:ext>
            </a:extLst>
          </p:cNvPr>
          <p:cNvSpPr/>
          <p:nvPr userDrawn="1"/>
        </p:nvSpPr>
        <p:spPr>
          <a:xfrm>
            <a:off x="154800" y="5677099"/>
            <a:ext cx="4021567" cy="712944"/>
          </a:xfrm>
          <a:prstGeom prst="rect">
            <a:avLst/>
          </a:prstGeom>
          <a:gradFill>
            <a:gsLst>
              <a:gs pos="100000">
                <a:srgbClr val="E98C36"/>
              </a:gs>
              <a:gs pos="73000">
                <a:srgbClr val="F8C716"/>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3074400" y="5860800"/>
            <a:ext cx="975600" cy="334800"/>
          </a:xfrm>
          <a:prstGeom prst="rect">
            <a:avLst/>
          </a:prstGeom>
        </p:spPr>
        <p:txBody>
          <a:bodyPr vert="horz" lIns="0" tIns="36000" rIns="0" bIns="45720" rtlCol="0" anchor="ctr">
            <a:noAutofit/>
          </a:bodyPr>
          <a:lstStyle>
            <a:lvl1pPr marL="0" indent="0">
              <a:buNone/>
              <a:defRPr lang="en-US" sz="1800" b="0" i="0" dirty="0">
                <a:solidFill>
                  <a:srgbClr val="000000"/>
                </a:solidFill>
                <a:latin typeface="Sigsterren" pitchFamily="2" charset="0"/>
              </a:defRPr>
            </a:lvl1pPr>
          </a:lstStyle>
          <a:p>
            <a:pPr marL="285750" lvl="0" indent="-285750" algn="ctr">
              <a:lnSpc>
                <a:spcPct val="60000"/>
              </a:lnSpc>
              <a:spcAft>
                <a:spcPts val="0"/>
              </a:spcAft>
            </a:pPr>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2674800" y="5860800"/>
            <a:ext cx="385200" cy="334800"/>
          </a:xfrm>
          <a:prstGeom prst="rect">
            <a:avLst/>
          </a:prstGeom>
        </p:spPr>
        <p:txBody>
          <a:bodyPr vert="horz" lIns="0" tIns="45720" rIns="0" bIns="45720" rtlCol="0" anchor="ctr">
            <a:noAutofit/>
          </a:bodyPr>
          <a:lstStyle>
            <a:lvl1pPr marL="0" indent="0">
              <a:buNone/>
              <a:defRPr lang="en-US" sz="1800" b="0" i="0" dirty="0">
                <a:solidFill>
                  <a:srgbClr val="000000"/>
                </a:solidFill>
                <a:latin typeface="Noir Pro Medium" pitchFamily="2" charset="0"/>
              </a:defRPr>
            </a:lvl1pPr>
          </a:lstStyle>
          <a:p>
            <a:pPr marL="285750" lvl="0" indent="-285750" algn="ctr"/>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259200" y="5860800"/>
            <a:ext cx="2397600" cy="334800"/>
          </a:xfrm>
          <a:prstGeom prst="rect">
            <a:avLst/>
          </a:prstGeom>
        </p:spPr>
        <p:txBody>
          <a:bodyPr vert="horz" lIns="108000" tIns="45720" rIns="0" bIns="45720" rtlCol="0" anchor="ctr">
            <a:normAutofit/>
          </a:bodyPr>
          <a:lstStyle>
            <a:lvl1pPr marL="0" indent="0">
              <a:buNone/>
              <a:defRPr lang="en-US" sz="1400" b="0" i="0" dirty="0">
                <a:solidFill>
                  <a:srgbClr val="000000"/>
                </a:solidFill>
                <a:latin typeface="Noir Pro Medium" pitchFamily="2" charset="0"/>
              </a:defRPr>
            </a:lvl1pPr>
          </a:lstStyle>
          <a:p>
            <a:pPr marL="285750" lvl="0" indent="-285750"/>
            <a:r>
              <a:rPr lang="en-US" dirty="0"/>
              <a:t>Insert metric name</a:t>
            </a:r>
          </a:p>
        </p:txBody>
      </p: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2634078" y="6907427"/>
            <a:ext cx="466644" cy="134391"/>
          </a:xfrm>
          <a:prstGeom prst="rect">
            <a:avLst/>
          </a:prstGeom>
          <a:noFill/>
        </p:spPr>
        <p:txBody>
          <a:bodyPr wrap="none" lIns="0" tIns="0" rIns="0" bIns="0" anchor="ctr">
            <a:noAutofit/>
          </a:bodyPr>
          <a:lstStyle>
            <a:lvl1pPr marL="0" indent="0" algn="ctr">
              <a:lnSpc>
                <a:spcPct val="100000"/>
              </a:lnSpc>
              <a:buNone/>
              <a:defRPr sz="1050" b="0" i="0">
                <a:solidFill>
                  <a:schemeClr val="tx1">
                    <a:alpha val="65336"/>
                  </a:schemeClr>
                </a:solidFill>
                <a:latin typeface="Noir Pro" pitchFamily="2" charset="0"/>
              </a:defRPr>
            </a:lvl1pPr>
          </a:lstStyle>
          <a:p>
            <a:pPr lvl="0"/>
            <a:r>
              <a:rPr lang="en-US" dirty="0"/>
              <a:t>+-#.##</a:t>
            </a:r>
          </a:p>
        </p:txBody>
      </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154800" y="1411199"/>
            <a:ext cx="3927600" cy="4161697"/>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tel 2">
            <a:extLst>
              <a:ext uri="{FF2B5EF4-FFF2-40B4-BE49-F238E27FC236}">
                <a16:creationId xmlns:a16="http://schemas.microsoft.com/office/drawing/2014/main" id="{A71836A9-1065-5D7C-A4A1-72F50CC5C4CF}"/>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BB58C25D-797D-4BA5-E49F-090771F43AD9}"/>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B93DA597-0765-3E44-AA1D-A51F09DE0CAA}"/>
              </a:ext>
            </a:extLst>
          </p:cNvPr>
          <p:cNvSpPr>
            <a:spLocks noGrp="1"/>
          </p:cNvSpPr>
          <p:nvPr>
            <p:ph type="sldNum" sz="quarter" idx="26"/>
          </p:nvPr>
        </p:nvSpPr>
        <p:spPr/>
        <p:txBody>
          <a:bodyPr/>
          <a:lstStyle/>
          <a:p>
            <a:fld id="{E242BD21-9B61-2246-BCB1-4BE5E1BEBE1C}" type="slidenum">
              <a:rPr lang="nl-NL" smtClean="0"/>
              <a:pPr/>
              <a:t>‹#›</a:t>
            </a:fld>
            <a:endParaRPr lang="nl-NL"/>
          </a:p>
        </p:txBody>
      </p:sp>
      <p:cxnSp>
        <p:nvCxnSpPr>
          <p:cNvPr id="11" name="Straight Connector 31">
            <a:extLst>
              <a:ext uri="{FF2B5EF4-FFF2-40B4-BE49-F238E27FC236}">
                <a16:creationId xmlns:a16="http://schemas.microsoft.com/office/drawing/2014/main" id="{6707BCA1-6249-8F2C-E4D9-E7411E165BFC}"/>
              </a:ext>
            </a:extLst>
          </p:cNvPr>
          <p:cNvCxnSpPr>
            <a:cxnSpLocks/>
          </p:cNvCxnSpPr>
          <p:nvPr userDrawn="1"/>
        </p:nvCxnSpPr>
        <p:spPr>
          <a:xfrm>
            <a:off x="4176367" y="1366988"/>
            <a:ext cx="0" cy="420590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6386434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Metric overview delta">
    <p:spTree>
      <p:nvGrpSpPr>
        <p:cNvPr id="1" name=""/>
        <p:cNvGrpSpPr/>
        <p:nvPr/>
      </p:nvGrpSpPr>
      <p:grpSpPr>
        <a:xfrm>
          <a:off x="0" y="0"/>
          <a:ext cx="0" cy="0"/>
          <a:chOff x="0" y="0"/>
          <a:chExt cx="0" cy="0"/>
        </a:xfrm>
      </p:grpSpPr>
      <p:sp>
        <p:nvSpPr>
          <p:cNvPr id="11" name="Vrije vorm 10">
            <a:extLst>
              <a:ext uri="{FF2B5EF4-FFF2-40B4-BE49-F238E27FC236}">
                <a16:creationId xmlns:a16="http://schemas.microsoft.com/office/drawing/2014/main" id="{FD546056-7456-89DB-AC9C-FDA8E8E6983A}"/>
              </a:ext>
            </a:extLst>
          </p:cNvPr>
          <p:cNvSpPr/>
          <p:nvPr userDrawn="1"/>
        </p:nvSpPr>
        <p:spPr>
          <a:xfrm>
            <a:off x="154800" y="5218034"/>
            <a:ext cx="4021567" cy="712944"/>
          </a:xfrm>
          <a:custGeom>
            <a:avLst/>
            <a:gdLst>
              <a:gd name="connsiteX0" fmla="*/ 132525 w 4021567"/>
              <a:gd name="connsiteY0" fmla="*/ 0 h 712944"/>
              <a:gd name="connsiteX1" fmla="*/ 2165721 w 4021567"/>
              <a:gd name="connsiteY1" fmla="*/ 0 h 712944"/>
              <a:gd name="connsiteX2" fmla="*/ 3732904 w 4021567"/>
              <a:gd name="connsiteY2" fmla="*/ 0 h 712944"/>
              <a:gd name="connsiteX3" fmla="*/ 4021567 w 4021567"/>
              <a:gd name="connsiteY3" fmla="*/ 0 h 712944"/>
              <a:gd name="connsiteX4" fmla="*/ 4021567 w 4021567"/>
              <a:gd name="connsiteY4" fmla="*/ 712944 h 712944"/>
              <a:gd name="connsiteX5" fmla="*/ 3732904 w 4021567"/>
              <a:gd name="connsiteY5" fmla="*/ 712944 h 712944"/>
              <a:gd name="connsiteX6" fmla="*/ 2035329 w 4021567"/>
              <a:gd name="connsiteY6" fmla="*/ 712944 h 712944"/>
              <a:gd name="connsiteX7" fmla="*/ 2133 w 4021567"/>
              <a:gd name="connsiteY7" fmla="*/ 712944 h 712944"/>
              <a:gd name="connsiteX8" fmla="*/ 0 w 4021567"/>
              <a:gd name="connsiteY8" fmla="*/ 702378 h 712944"/>
              <a:gd name="connsiteX9" fmla="*/ 0 w 4021567"/>
              <a:gd name="connsiteY9" fmla="*/ 605763 h 712944"/>
              <a:gd name="connsiteX10" fmla="*/ 0 w 4021567"/>
              <a:gd name="connsiteY10" fmla="*/ 486252 h 712944"/>
              <a:gd name="connsiteX11" fmla="*/ 0 w 4021567"/>
              <a:gd name="connsiteY11" fmla="*/ 445266 h 712944"/>
              <a:gd name="connsiteX12" fmla="*/ 0 w 4021567"/>
              <a:gd name="connsiteY12" fmla="*/ 389637 h 712944"/>
              <a:gd name="connsiteX13" fmla="*/ 0 w 4021567"/>
              <a:gd name="connsiteY13" fmla="*/ 348651 h 712944"/>
              <a:gd name="connsiteX14" fmla="*/ 0 w 4021567"/>
              <a:gd name="connsiteY14" fmla="*/ 229140 h 712944"/>
              <a:gd name="connsiteX15" fmla="*/ 0 w 4021567"/>
              <a:gd name="connsiteY15" fmla="*/ 132525 h 712944"/>
              <a:gd name="connsiteX16" fmla="*/ 132525 w 4021567"/>
              <a:gd name="connsiteY16" fmla="*/ 0 h 71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21567" h="712944">
                <a:moveTo>
                  <a:pt x="132525" y="0"/>
                </a:moveTo>
                <a:lnTo>
                  <a:pt x="2165721" y="0"/>
                </a:lnTo>
                <a:lnTo>
                  <a:pt x="3732904" y="0"/>
                </a:lnTo>
                <a:lnTo>
                  <a:pt x="4021567" y="0"/>
                </a:lnTo>
                <a:lnTo>
                  <a:pt x="4021567" y="712944"/>
                </a:lnTo>
                <a:lnTo>
                  <a:pt x="3732904" y="712944"/>
                </a:lnTo>
                <a:lnTo>
                  <a:pt x="2035329" y="712944"/>
                </a:lnTo>
                <a:lnTo>
                  <a:pt x="2133" y="712944"/>
                </a:lnTo>
                <a:lnTo>
                  <a:pt x="0" y="702378"/>
                </a:lnTo>
                <a:lnTo>
                  <a:pt x="0" y="605763"/>
                </a:lnTo>
                <a:lnTo>
                  <a:pt x="0" y="486252"/>
                </a:lnTo>
                <a:lnTo>
                  <a:pt x="0" y="445266"/>
                </a:lnTo>
                <a:lnTo>
                  <a:pt x="0" y="389637"/>
                </a:lnTo>
                <a:lnTo>
                  <a:pt x="0" y="348651"/>
                </a:lnTo>
                <a:lnTo>
                  <a:pt x="0" y="229140"/>
                </a:lnTo>
                <a:lnTo>
                  <a:pt x="0" y="132525"/>
                </a:lnTo>
                <a:cubicBezTo>
                  <a:pt x="0" y="59333"/>
                  <a:pt x="59333" y="0"/>
                  <a:pt x="132525" y="0"/>
                </a:cubicBezTo>
                <a:close/>
              </a:path>
            </a:pathLst>
          </a:custGeom>
          <a:gradFill>
            <a:gsLst>
              <a:gs pos="92000">
                <a:srgbClr val="F8C716">
                  <a:alpha val="31765"/>
                </a:srgbClr>
              </a:gs>
              <a:gs pos="37000">
                <a:srgbClr val="F8C716">
                  <a:alpha val="63137"/>
                </a:srgbClr>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indent="0" algn="ctr">
              <a:buFont typeface="Arial" panose="020B0604020202020204" pitchFamily="34" charset="0"/>
              <a:buNone/>
            </a:pPr>
            <a:endParaRPr lang="en-RO"/>
          </a:p>
        </p:txBody>
      </p:sp>
      <p:cxnSp>
        <p:nvCxnSpPr>
          <p:cNvPr id="13" name="Straight Connector 9">
            <a:extLst>
              <a:ext uri="{FF2B5EF4-FFF2-40B4-BE49-F238E27FC236}">
                <a16:creationId xmlns:a16="http://schemas.microsoft.com/office/drawing/2014/main" id="{F0130493-C5F7-679A-E8DA-81C23EFE8D0A}"/>
              </a:ext>
            </a:extLst>
          </p:cNvPr>
          <p:cNvCxnSpPr>
            <a:cxnSpLocks/>
          </p:cNvCxnSpPr>
          <p:nvPr userDrawn="1"/>
        </p:nvCxnSpPr>
        <p:spPr>
          <a:xfrm>
            <a:off x="154800" y="5673760"/>
            <a:ext cx="4021568" cy="0"/>
          </a:xfrm>
          <a:prstGeom prst="line">
            <a:avLst/>
          </a:prstGeom>
          <a:ln w="9525">
            <a:solidFill>
              <a:srgbClr val="E98C36"/>
            </a:solidFill>
            <a:prstDash val="sysDot"/>
          </a:ln>
        </p:spPr>
        <p:style>
          <a:lnRef idx="1">
            <a:schemeClr val="accent1"/>
          </a:lnRef>
          <a:fillRef idx="0">
            <a:schemeClr val="accent1"/>
          </a:fillRef>
          <a:effectRef idx="0">
            <a:schemeClr val="accent1"/>
          </a:effectRef>
          <a:fontRef idx="minor">
            <a:schemeClr val="tx1"/>
          </a:fontRef>
        </p:style>
      </p:cxnSp>
      <p:sp>
        <p:nvSpPr>
          <p:cNvPr id="20" name="Tijdelijke aanduiding voor tekst 3">
            <a:extLst>
              <a:ext uri="{FF2B5EF4-FFF2-40B4-BE49-F238E27FC236}">
                <a16:creationId xmlns:a16="http://schemas.microsoft.com/office/drawing/2014/main" id="{6C02DBF1-5B5C-65AA-6CA0-250F91FD3B09}"/>
              </a:ext>
            </a:extLst>
          </p:cNvPr>
          <p:cNvSpPr>
            <a:spLocks noGrp="1"/>
          </p:cNvSpPr>
          <p:nvPr>
            <p:ph type="body" sz="quarter" idx="27" hasCustomPrompt="1"/>
          </p:nvPr>
        </p:nvSpPr>
        <p:spPr>
          <a:xfrm>
            <a:off x="259448" y="5278559"/>
            <a:ext cx="1693524" cy="336546"/>
          </a:xfrm>
        </p:spPr>
        <p:txBody>
          <a:bodyPr lIns="108000" rIns="0" anchor="ctr">
            <a:normAutofit/>
          </a:bodyPr>
          <a:lstStyle>
            <a:lvl1pPr marL="0" indent="0">
              <a:buFont typeface="Arial" panose="020B0604020202020204" pitchFamily="34" charset="0"/>
              <a:buNone/>
              <a:defRPr sz="1100" b="0" i="0">
                <a:solidFill>
                  <a:srgbClr val="000000"/>
                </a:solidFill>
                <a:latin typeface="Noir Pro"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err="1"/>
              <a:t>Previous</a:t>
            </a:r>
            <a:r>
              <a:rPr lang="nl-NL" dirty="0"/>
              <a:t> snapshot date</a:t>
            </a:r>
          </a:p>
        </p:txBody>
      </p:sp>
      <p:sp>
        <p:nvSpPr>
          <p:cNvPr id="22" name="Tijdelijke aanduiding voor tekst 3">
            <a:extLst>
              <a:ext uri="{FF2B5EF4-FFF2-40B4-BE49-F238E27FC236}">
                <a16:creationId xmlns:a16="http://schemas.microsoft.com/office/drawing/2014/main" id="{85A4D23C-7728-5BD3-48FC-7013B8AD79D8}"/>
              </a:ext>
            </a:extLst>
          </p:cNvPr>
          <p:cNvSpPr>
            <a:spLocks noGrp="1"/>
          </p:cNvSpPr>
          <p:nvPr>
            <p:ph type="body" sz="quarter" idx="19" hasCustomPrompt="1"/>
          </p:nvPr>
        </p:nvSpPr>
        <p:spPr>
          <a:xfrm>
            <a:off x="1972289" y="5278559"/>
            <a:ext cx="316247" cy="336546"/>
          </a:xfrm>
        </p:spPr>
        <p:txBody>
          <a:bodyPr lIns="0" rIns="0" anchor="ctr">
            <a:noAutofit/>
          </a:bodyPr>
          <a:lstStyle>
            <a:lvl1pPr marL="0" indent="0" algn="ctr">
              <a:buFont typeface="Arial" panose="020B0604020202020204" pitchFamily="34" charset="0"/>
              <a:buNone/>
              <a:defRPr sz="1100" b="0" i="0">
                <a:solidFill>
                  <a:srgbClr val="000000"/>
                </a:solidFill>
                <a:latin typeface="Noir Pro Medium"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a:t>#.#</a:t>
            </a:r>
          </a:p>
        </p:txBody>
      </p:sp>
      <p:sp>
        <p:nvSpPr>
          <p:cNvPr id="23" name="Tijdelijke aanduiding voor tekst 3">
            <a:extLst>
              <a:ext uri="{FF2B5EF4-FFF2-40B4-BE49-F238E27FC236}">
                <a16:creationId xmlns:a16="http://schemas.microsoft.com/office/drawing/2014/main" id="{7990B9FA-8077-639C-2D7C-2AC917CE5C60}"/>
              </a:ext>
            </a:extLst>
          </p:cNvPr>
          <p:cNvSpPr>
            <a:spLocks noGrp="1"/>
          </p:cNvSpPr>
          <p:nvPr>
            <p:ph type="body" sz="quarter" idx="28" hasCustomPrompt="1"/>
          </p:nvPr>
        </p:nvSpPr>
        <p:spPr>
          <a:xfrm>
            <a:off x="2306407" y="5278559"/>
            <a:ext cx="768878" cy="336546"/>
          </a:xfrm>
        </p:spPr>
        <p:txBody>
          <a:bodyPr lIns="0" tIns="36000" rIns="0" anchor="ctr">
            <a:noAutofit/>
          </a:bodyPr>
          <a:lstStyle>
            <a:lvl1pPr marL="0" indent="0" algn="ctr">
              <a:lnSpc>
                <a:spcPct val="60000"/>
              </a:lnSpc>
              <a:spcAft>
                <a:spcPts val="0"/>
              </a:spcAft>
              <a:buFont typeface="Arial" panose="020B0604020202020204" pitchFamily="34" charset="0"/>
              <a:buNone/>
              <a:defRPr sz="1400" b="0" i="0">
                <a:solidFill>
                  <a:srgbClr val="000000"/>
                </a:solidFill>
                <a:latin typeface="Sigsterren"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err="1"/>
              <a:t>IIIII</a:t>
            </a:r>
            <a:endParaRPr lang="nl-NL" dirty="0"/>
          </a:p>
        </p:txBody>
      </p:sp>
      <p:sp>
        <p:nvSpPr>
          <p:cNvPr id="10" name="Rechthoek 9">
            <a:extLst>
              <a:ext uri="{FF2B5EF4-FFF2-40B4-BE49-F238E27FC236}">
                <a16:creationId xmlns:a16="http://schemas.microsoft.com/office/drawing/2014/main" id="{56AA877C-87C1-1E1B-07DE-07A06DF128B7}"/>
              </a:ext>
            </a:extLst>
          </p:cNvPr>
          <p:cNvSpPr/>
          <p:nvPr userDrawn="1"/>
        </p:nvSpPr>
        <p:spPr>
          <a:xfrm>
            <a:off x="154800" y="5677099"/>
            <a:ext cx="4021567" cy="712944"/>
          </a:xfrm>
          <a:prstGeom prst="rect">
            <a:avLst/>
          </a:prstGeom>
          <a:gradFill>
            <a:gsLst>
              <a:gs pos="100000">
                <a:srgbClr val="E98C36"/>
              </a:gs>
              <a:gs pos="73000">
                <a:srgbClr val="F8C716"/>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r>
              <a:rPr lang="en-US"/>
              <a:t>Click to edit Master text styles</a:t>
            </a:r>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3074400" y="5860800"/>
            <a:ext cx="975600" cy="334800"/>
          </a:xfrm>
          <a:prstGeom prst="rect">
            <a:avLst/>
          </a:prstGeom>
        </p:spPr>
        <p:txBody>
          <a:bodyPr vert="horz" lIns="0" tIns="36000" rIns="0" bIns="45720" rtlCol="0" anchor="ctr">
            <a:noAutofit/>
          </a:bodyPr>
          <a:lstStyle>
            <a:lvl1pPr marL="0" indent="0">
              <a:buNone/>
              <a:defRPr lang="en-US" sz="1800" b="0" i="0" dirty="0">
                <a:solidFill>
                  <a:srgbClr val="000000"/>
                </a:solidFill>
                <a:latin typeface="Sigsterren" pitchFamily="2" charset="0"/>
              </a:defRPr>
            </a:lvl1pPr>
          </a:lstStyle>
          <a:p>
            <a:pPr marL="285750" lvl="0" indent="-285750" algn="ctr">
              <a:lnSpc>
                <a:spcPct val="60000"/>
              </a:lnSpc>
              <a:spcAft>
                <a:spcPts val="0"/>
              </a:spcAft>
            </a:pPr>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2674800" y="5860800"/>
            <a:ext cx="385200" cy="334800"/>
          </a:xfrm>
          <a:prstGeom prst="rect">
            <a:avLst/>
          </a:prstGeom>
        </p:spPr>
        <p:txBody>
          <a:bodyPr vert="horz" lIns="0" tIns="45720" rIns="0" bIns="45720" rtlCol="0" anchor="ctr">
            <a:noAutofit/>
          </a:bodyPr>
          <a:lstStyle>
            <a:lvl1pPr marL="0" indent="0">
              <a:buNone/>
              <a:defRPr lang="en-US" sz="1800" b="0" i="0" dirty="0">
                <a:solidFill>
                  <a:srgbClr val="000000"/>
                </a:solidFill>
                <a:latin typeface="Noir Pro Medium" pitchFamily="2" charset="0"/>
              </a:defRPr>
            </a:lvl1pPr>
          </a:lstStyle>
          <a:p>
            <a:pPr marL="285750" lvl="0" indent="-285750" algn="ctr"/>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259200" y="5860800"/>
            <a:ext cx="2397600" cy="334800"/>
          </a:xfrm>
          <a:prstGeom prst="rect">
            <a:avLst/>
          </a:prstGeom>
        </p:spPr>
        <p:txBody>
          <a:bodyPr vert="horz" lIns="108000" tIns="45720" rIns="0" bIns="45720" rtlCol="0" anchor="ctr">
            <a:normAutofit/>
          </a:bodyPr>
          <a:lstStyle>
            <a:lvl1pPr marL="0" indent="0">
              <a:buNone/>
              <a:defRPr lang="en-US" sz="1400" b="0" i="0" dirty="0">
                <a:solidFill>
                  <a:srgbClr val="000000"/>
                </a:solidFill>
                <a:latin typeface="Noir Pro Medium" pitchFamily="2" charset="0"/>
              </a:defRPr>
            </a:lvl1pPr>
          </a:lstStyle>
          <a:p>
            <a:pPr marL="285750" lvl="0" indent="-285750"/>
            <a:r>
              <a:rPr lang="en-US" dirty="0"/>
              <a:t>Insert metric name</a:t>
            </a:r>
          </a:p>
        </p:txBody>
      </p:sp>
      <p:sp>
        <p:nvSpPr>
          <p:cNvPr id="3" name="Titel 2">
            <a:extLst>
              <a:ext uri="{FF2B5EF4-FFF2-40B4-BE49-F238E27FC236}">
                <a16:creationId xmlns:a16="http://schemas.microsoft.com/office/drawing/2014/main" id="{A71836A9-1065-5D7C-A4A1-72F50CC5C4CF}"/>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BB58C25D-797D-4BA5-E49F-090771F43AD9}"/>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B93DA597-0765-3E44-AA1D-A51F09DE0CAA}"/>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12" name="Rechthoek 11">
            <a:extLst>
              <a:ext uri="{FF2B5EF4-FFF2-40B4-BE49-F238E27FC236}">
                <a16:creationId xmlns:a16="http://schemas.microsoft.com/office/drawing/2014/main" id="{FDBE4A5C-48EB-05A1-81B5-5D86618A910F}"/>
              </a:ext>
            </a:extLst>
          </p:cNvPr>
          <p:cNvSpPr/>
          <p:nvPr userDrawn="1"/>
        </p:nvSpPr>
        <p:spPr>
          <a:xfrm>
            <a:off x="2632331" y="5008728"/>
            <a:ext cx="1568933" cy="736164"/>
          </a:xfrm>
          <a:prstGeom prst="rect">
            <a:avLst/>
          </a:prstGeom>
          <a:gradFill>
            <a:gsLst>
              <a:gs pos="71000">
                <a:srgbClr val="FFFFFF">
                  <a:alpha val="74902"/>
                </a:srgbClr>
              </a:gs>
              <a:gs pos="20000">
                <a:srgbClr val="FFFFFF">
                  <a:alpha val="0"/>
                </a:srgbClr>
              </a:gs>
            </a:gsLst>
            <a:lin ang="18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3578400" y="5277600"/>
            <a:ext cx="503999" cy="334800"/>
          </a:xfrm>
          <a:prstGeom prst="rect">
            <a:avLst/>
          </a:prstGeom>
        </p:spPr>
        <p:txBody>
          <a:bodyPr vert="horz" wrap="none" lIns="0" tIns="45720" rIns="0" bIns="45720" rtlCol="0" anchor="ctr">
            <a:noAutofit/>
          </a:bodyPr>
          <a:lstStyle>
            <a:lvl1pPr marL="0" indent="0">
              <a:buNone/>
              <a:defRPr lang="en-US" sz="1400" b="1" i="0" dirty="0">
                <a:solidFill>
                  <a:srgbClr val="000000"/>
                </a:solidFill>
                <a:latin typeface="Noir Pro Semi Bold" pitchFamily="2" charset="0"/>
              </a:defRPr>
            </a:lvl1pPr>
          </a:lstStyle>
          <a:p>
            <a:pPr marL="285750" lvl="0" indent="-285750" algn="ctr"/>
            <a:r>
              <a:rPr lang="en-US" dirty="0"/>
              <a:t>+-#.##</a:t>
            </a:r>
          </a:p>
        </p:txBody>
      </p:sp>
      <p:grpSp>
        <p:nvGrpSpPr>
          <p:cNvPr id="14" name="Groep 13">
            <a:extLst>
              <a:ext uri="{FF2B5EF4-FFF2-40B4-BE49-F238E27FC236}">
                <a16:creationId xmlns:a16="http://schemas.microsoft.com/office/drawing/2014/main" id="{29D3FC3B-2652-D591-3165-96278C6ECBDF}"/>
              </a:ext>
            </a:extLst>
          </p:cNvPr>
          <p:cNvGrpSpPr/>
          <p:nvPr userDrawn="1"/>
        </p:nvGrpSpPr>
        <p:grpSpPr>
          <a:xfrm>
            <a:off x="3211702" y="5379098"/>
            <a:ext cx="399750" cy="518346"/>
            <a:chOff x="3282952" y="5379098"/>
            <a:chExt cx="399750" cy="518346"/>
          </a:xfrm>
        </p:grpSpPr>
        <p:grpSp>
          <p:nvGrpSpPr>
            <p:cNvPr id="15" name="Groep 14">
              <a:extLst>
                <a:ext uri="{FF2B5EF4-FFF2-40B4-BE49-F238E27FC236}">
                  <a16:creationId xmlns:a16="http://schemas.microsoft.com/office/drawing/2014/main" id="{8AC3035D-DD42-7E71-FF6C-97F9CE281020}"/>
                </a:ext>
              </a:extLst>
            </p:cNvPr>
            <p:cNvGrpSpPr/>
            <p:nvPr userDrawn="1"/>
          </p:nvGrpSpPr>
          <p:grpSpPr>
            <a:xfrm rot="5400000" flipV="1">
              <a:off x="3257521" y="5472263"/>
              <a:ext cx="450612" cy="399750"/>
              <a:chOff x="1137173" y="284540"/>
              <a:chExt cx="450612" cy="399750"/>
            </a:xfrm>
          </p:grpSpPr>
          <p:sp>
            <p:nvSpPr>
              <p:cNvPr id="18" name="Triangle 56">
                <a:extLst>
                  <a:ext uri="{FF2B5EF4-FFF2-40B4-BE49-F238E27FC236}">
                    <a16:creationId xmlns:a16="http://schemas.microsoft.com/office/drawing/2014/main" id="{4EBDFCF9-7EDD-F799-35BF-87018C54E7EB}"/>
                  </a:ext>
                </a:extLst>
              </p:cNvPr>
              <p:cNvSpPr/>
              <p:nvPr userDrawn="1"/>
            </p:nvSpPr>
            <p:spPr>
              <a:xfrm rot="5400000">
                <a:off x="1346692" y="557860"/>
                <a:ext cx="135796" cy="117064"/>
              </a:xfrm>
              <a:prstGeom prst="triangle">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indent="0" algn="ctr">
                  <a:buFont typeface="Arial" panose="020B0604020202020204" pitchFamily="34" charset="0"/>
                  <a:buNone/>
                </a:pPr>
                <a:endParaRPr lang="en-US"/>
              </a:p>
            </p:txBody>
          </p:sp>
          <p:sp>
            <p:nvSpPr>
              <p:cNvPr id="19" name="Arc 57">
                <a:extLst>
                  <a:ext uri="{FF2B5EF4-FFF2-40B4-BE49-F238E27FC236}">
                    <a16:creationId xmlns:a16="http://schemas.microsoft.com/office/drawing/2014/main" id="{A3155803-6777-A1AA-E415-F67B0811C5A9}"/>
                  </a:ext>
                </a:extLst>
              </p:cNvPr>
              <p:cNvSpPr/>
              <p:nvPr userDrawn="1"/>
            </p:nvSpPr>
            <p:spPr>
              <a:xfrm>
                <a:off x="1137173" y="284540"/>
                <a:ext cx="450612" cy="332031"/>
              </a:xfrm>
              <a:prstGeom prst="arc">
                <a:avLst>
                  <a:gd name="adj1" fmla="val 5174322"/>
                  <a:gd name="adj2" fmla="val 10825137"/>
                </a:avLst>
              </a:prstGeom>
              <a:ln w="25400">
                <a:solidFill>
                  <a:srgbClr val="000000"/>
                </a:solidFill>
              </a:ln>
            </p:spPr>
            <p:style>
              <a:lnRef idx="1">
                <a:schemeClr val="accent1"/>
              </a:lnRef>
              <a:fillRef idx="0">
                <a:schemeClr val="accent1"/>
              </a:fillRef>
              <a:effectRef idx="0">
                <a:schemeClr val="accent1"/>
              </a:effectRef>
              <a:fontRef idx="minor">
                <a:schemeClr val="tx1"/>
              </a:fontRef>
            </p:style>
            <p:txBody>
              <a:bodyPr rtlCol="0" anchor="ctr"/>
              <a:lstStyle/>
              <a:p>
                <a:pPr marL="0" indent="0" algn="ctr">
                  <a:buFont typeface="Arial" panose="020B0604020202020204" pitchFamily="34" charset="0"/>
                  <a:buNone/>
                </a:pPr>
                <a:endParaRPr lang="en-US"/>
              </a:p>
            </p:txBody>
          </p:sp>
        </p:grpSp>
        <p:cxnSp>
          <p:nvCxnSpPr>
            <p:cNvPr id="17" name="Straight Connector 9">
              <a:extLst>
                <a:ext uri="{FF2B5EF4-FFF2-40B4-BE49-F238E27FC236}">
                  <a16:creationId xmlns:a16="http://schemas.microsoft.com/office/drawing/2014/main" id="{14F8D5D3-D3C5-F33C-AC56-B95EC8BE6B1E}"/>
                </a:ext>
              </a:extLst>
            </p:cNvPr>
            <p:cNvCxnSpPr>
              <a:cxnSpLocks/>
            </p:cNvCxnSpPr>
            <p:nvPr userDrawn="1"/>
          </p:nvCxnSpPr>
          <p:spPr>
            <a:xfrm flipV="1">
              <a:off x="3448967" y="5379098"/>
              <a:ext cx="0" cy="144062"/>
            </a:xfrm>
            <a:prstGeom prst="line">
              <a:avLst/>
            </a:prstGeom>
            <a:ln w="25400" cap="rnd">
              <a:solidFill>
                <a:srgbClr val="000000"/>
              </a:solidFill>
              <a:prstDash val="solid"/>
            </a:ln>
          </p:spPr>
          <p:style>
            <a:lnRef idx="1">
              <a:schemeClr val="accent1"/>
            </a:lnRef>
            <a:fillRef idx="0">
              <a:schemeClr val="accent1"/>
            </a:fillRef>
            <a:effectRef idx="0">
              <a:schemeClr val="accent1"/>
            </a:effectRef>
            <a:fontRef idx="minor">
              <a:schemeClr val="tx1"/>
            </a:fontRef>
          </p:style>
        </p:cxnSp>
      </p:grpSp>
      <p:cxnSp>
        <p:nvCxnSpPr>
          <p:cNvPr id="32" name="Straight Connector 31">
            <a:extLst>
              <a:ext uri="{FF2B5EF4-FFF2-40B4-BE49-F238E27FC236}">
                <a16:creationId xmlns:a16="http://schemas.microsoft.com/office/drawing/2014/main" id="{A7677BE5-1E8F-1041-94D8-7FE480E767C2}"/>
              </a:ext>
            </a:extLst>
          </p:cNvPr>
          <p:cNvCxnSpPr>
            <a:cxnSpLocks/>
          </p:cNvCxnSpPr>
          <p:nvPr userDrawn="1"/>
        </p:nvCxnSpPr>
        <p:spPr>
          <a:xfrm>
            <a:off x="4176367" y="1366988"/>
            <a:ext cx="0" cy="3735138"/>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154800" y="1411200"/>
            <a:ext cx="3927594" cy="3690926"/>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Tree>
    <p:extLst>
      <p:ext uri="{BB962C8B-B14F-4D97-AF65-F5344CB8AC3E}">
        <p14:creationId xmlns:p14="http://schemas.microsoft.com/office/powerpoint/2010/main" val="179354840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ustomer testimony">
    <p:spTree>
      <p:nvGrpSpPr>
        <p:cNvPr id="1" name=""/>
        <p:cNvGrpSpPr/>
        <p:nvPr/>
      </p:nvGrpSpPr>
      <p:grpSpPr>
        <a:xfrm>
          <a:off x="0" y="0"/>
          <a:ext cx="0" cy="0"/>
          <a:chOff x="0" y="0"/>
          <a:chExt cx="0" cy="0"/>
        </a:xfrm>
      </p:grpSpPr>
      <p:sp>
        <p:nvSpPr>
          <p:cNvPr id="34" name="Ovaal 33">
            <a:extLst>
              <a:ext uri="{FF2B5EF4-FFF2-40B4-BE49-F238E27FC236}">
                <a16:creationId xmlns:a16="http://schemas.microsoft.com/office/drawing/2014/main" id="{E9AC63CC-4978-D923-B5A0-11D2A72AFD6C}"/>
              </a:ext>
            </a:extLst>
          </p:cNvPr>
          <p:cNvSpPr/>
          <p:nvPr userDrawn="1"/>
        </p:nvSpPr>
        <p:spPr>
          <a:xfrm>
            <a:off x="3225817" y="3166737"/>
            <a:ext cx="820232" cy="820232"/>
          </a:xfrm>
          <a:prstGeom prst="ellipse">
            <a:avLst/>
          </a:prstGeom>
          <a:solidFill>
            <a:srgbClr val="F8C71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32" name="Rechthoek 31">
            <a:extLst>
              <a:ext uri="{FF2B5EF4-FFF2-40B4-BE49-F238E27FC236}">
                <a16:creationId xmlns:a16="http://schemas.microsoft.com/office/drawing/2014/main" id="{6F2794F7-7B64-F940-B246-80E93E3926D3}"/>
              </a:ext>
            </a:extLst>
          </p:cNvPr>
          <p:cNvSpPr/>
          <p:nvPr userDrawn="1"/>
        </p:nvSpPr>
        <p:spPr>
          <a:xfrm>
            <a:off x="0" y="6334783"/>
            <a:ext cx="12192000" cy="523217"/>
          </a:xfrm>
          <a:prstGeom prst="rect">
            <a:avLst/>
          </a:prstGeom>
          <a:gradFill>
            <a:gsLst>
              <a:gs pos="84000">
                <a:srgbClr val="F8C716"/>
              </a:gs>
              <a:gs pos="0">
                <a:srgbClr val="FCE9A2"/>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Rounded Rectangle 11">
            <a:extLst>
              <a:ext uri="{FF2B5EF4-FFF2-40B4-BE49-F238E27FC236}">
                <a16:creationId xmlns:a16="http://schemas.microsoft.com/office/drawing/2014/main" id="{13EDC1B1-1239-2FE2-5FD0-37745924D252}"/>
              </a:ext>
            </a:extLst>
          </p:cNvPr>
          <p:cNvSpPr/>
          <p:nvPr userDrawn="1"/>
        </p:nvSpPr>
        <p:spPr>
          <a:xfrm>
            <a:off x="0" y="6247564"/>
            <a:ext cx="12192000" cy="530113"/>
          </a:xfrm>
          <a:prstGeom prst="roundRect">
            <a:avLst>
              <a:gd name="adj" fmla="val 25380"/>
            </a:avLst>
          </a:prstGeom>
          <a:gradFill>
            <a:gsLst>
              <a:gs pos="7000">
                <a:srgbClr val="F1B319"/>
              </a:gs>
              <a:gs pos="57000">
                <a:srgbClr val="F8C716"/>
              </a:gs>
              <a:gs pos="85000">
                <a:srgbClr val="E99E1B"/>
              </a:gs>
              <a:gs pos="28000">
                <a:srgbClr val="F8C716"/>
              </a:gs>
              <a:gs pos="12000">
                <a:srgbClr val="F8C716"/>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r>
              <a:rPr lang="en-US"/>
              <a:t>Click to edit Master text styles</a:t>
            </a:r>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ekstvak 4">
            <a:extLst>
              <a:ext uri="{FF2B5EF4-FFF2-40B4-BE49-F238E27FC236}">
                <a16:creationId xmlns:a16="http://schemas.microsoft.com/office/drawing/2014/main" id="{B2F6DA7D-4CF4-69E0-FBAF-A48AC1F4EA0A}"/>
              </a:ext>
            </a:extLst>
          </p:cNvPr>
          <p:cNvSpPr txBox="1"/>
          <p:nvPr userDrawn="1"/>
        </p:nvSpPr>
        <p:spPr>
          <a:xfrm>
            <a:off x="5016472" y="1871001"/>
            <a:ext cx="792735" cy="1153329"/>
          </a:xfrm>
          <a:prstGeom prst="rect">
            <a:avLst/>
          </a:prstGeom>
          <a:noFill/>
        </p:spPr>
        <p:txBody>
          <a:bodyPr wrap="square" lIns="90000" rtlCol="0" anchor="t">
            <a:spAutoFit/>
          </a:bodyPr>
          <a:lstStyle/>
          <a:p>
            <a:pPr algn="l">
              <a:lnSpc>
                <a:spcPct val="113000"/>
              </a:lnSpc>
            </a:pPr>
            <a:r>
              <a:rPr lang="en-US" sz="6600" b="1" dirty="0">
                <a:solidFill>
                  <a:srgbClr val="000000"/>
                </a:solidFill>
                <a:latin typeface="Azeret Mono" pitchFamily="2" charset="77"/>
                <a:cs typeface="Azeret Mono" pitchFamily="2" charset="77"/>
              </a:rPr>
              <a:t>“</a:t>
            </a:r>
            <a:endParaRPr lang="en-US" sz="1100" b="1" dirty="0">
              <a:solidFill>
                <a:srgbClr val="000000"/>
              </a:solidFill>
              <a:latin typeface="Azeret Mono" pitchFamily="2" charset="77"/>
              <a:cs typeface="Azeret Mono" pitchFamily="2" charset="77"/>
            </a:endParaRPr>
          </a:p>
        </p:txBody>
      </p:sp>
      <p:sp>
        <p:nvSpPr>
          <p:cNvPr id="14" name="Ovaal 13">
            <a:extLst>
              <a:ext uri="{FF2B5EF4-FFF2-40B4-BE49-F238E27FC236}">
                <a16:creationId xmlns:a16="http://schemas.microsoft.com/office/drawing/2014/main" id="{E06AC4B6-D196-E6FE-A1E6-AF3C3AB87A25}"/>
              </a:ext>
            </a:extLst>
          </p:cNvPr>
          <p:cNvSpPr/>
          <p:nvPr userDrawn="1"/>
        </p:nvSpPr>
        <p:spPr>
          <a:xfrm>
            <a:off x="3531070" y="1891881"/>
            <a:ext cx="1527826" cy="1527826"/>
          </a:xfrm>
          <a:prstGeom prst="ellipse">
            <a:avLst/>
          </a:prstGeom>
          <a:gradFill>
            <a:gsLst>
              <a:gs pos="81750">
                <a:srgbClr val="F8C716">
                  <a:alpha val="50196"/>
                </a:srgbClr>
              </a:gs>
              <a:gs pos="55000">
                <a:srgbClr val="F8C716">
                  <a:alpha val="0"/>
                </a:srgbClr>
              </a:gs>
              <a:gs pos="100000">
                <a:srgbClr val="E88C36"/>
              </a:gs>
            </a:gsLst>
            <a:lin ang="2700000" scaled="0"/>
          </a:gradFill>
          <a:ln>
            <a:gradFill>
              <a:gsLst>
                <a:gs pos="41000">
                  <a:schemeClr val="accent2">
                    <a:alpha val="0"/>
                  </a:schemeClr>
                </a:gs>
                <a:gs pos="63500">
                  <a:schemeClr val="accent2"/>
                </a:gs>
                <a:gs pos="86000">
                  <a:srgbClr val="E88C3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17" name="Ovaal 16">
            <a:extLst>
              <a:ext uri="{FF2B5EF4-FFF2-40B4-BE49-F238E27FC236}">
                <a16:creationId xmlns:a16="http://schemas.microsoft.com/office/drawing/2014/main" id="{D09F5B43-FF63-47C9-C37C-A7441CD3F6FC}"/>
              </a:ext>
            </a:extLst>
          </p:cNvPr>
          <p:cNvSpPr/>
          <p:nvPr userDrawn="1"/>
        </p:nvSpPr>
        <p:spPr>
          <a:xfrm>
            <a:off x="1999898" y="2395362"/>
            <a:ext cx="215764" cy="215764"/>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18" name="Ovaal 17">
            <a:extLst>
              <a:ext uri="{FF2B5EF4-FFF2-40B4-BE49-F238E27FC236}">
                <a16:creationId xmlns:a16="http://schemas.microsoft.com/office/drawing/2014/main" id="{63808A08-4DAB-E19F-EEE5-B9885EA7A710}"/>
              </a:ext>
            </a:extLst>
          </p:cNvPr>
          <p:cNvSpPr/>
          <p:nvPr userDrawn="1"/>
        </p:nvSpPr>
        <p:spPr>
          <a:xfrm>
            <a:off x="2734205" y="2669675"/>
            <a:ext cx="416958" cy="416958"/>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27" name="Rounded Rectangle 11">
            <a:extLst>
              <a:ext uri="{FF2B5EF4-FFF2-40B4-BE49-F238E27FC236}">
                <a16:creationId xmlns:a16="http://schemas.microsoft.com/office/drawing/2014/main" id="{3CBF1CA0-3B72-D5D5-B533-4169DB397A93}"/>
              </a:ext>
            </a:extLst>
          </p:cNvPr>
          <p:cNvSpPr/>
          <p:nvPr userDrawn="1"/>
        </p:nvSpPr>
        <p:spPr>
          <a:xfrm>
            <a:off x="158400" y="6255515"/>
            <a:ext cx="4275948" cy="522162"/>
          </a:xfrm>
          <a:prstGeom prst="roundRect">
            <a:avLst>
              <a:gd name="adj" fmla="val 25380"/>
            </a:avLst>
          </a:prstGeom>
          <a:gradFill>
            <a:gsLst>
              <a:gs pos="84000">
                <a:srgbClr val="F9C816"/>
              </a:gs>
              <a:gs pos="12000">
                <a:srgbClr val="F9C816">
                  <a:alpha val="0"/>
                </a:srgbClr>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30" name="Afbeelding 29">
            <a:extLst>
              <a:ext uri="{FF2B5EF4-FFF2-40B4-BE49-F238E27FC236}">
                <a16:creationId xmlns:a16="http://schemas.microsoft.com/office/drawing/2014/main" id="{DDC69C27-9853-4AE1-4802-414E89610910}"/>
              </a:ext>
            </a:extLst>
          </p:cNvPr>
          <p:cNvPicPr>
            <a:picLocks noChangeAspect="1"/>
          </p:cNvPicPr>
          <p:nvPr userDrawn="1"/>
        </p:nvPicPr>
        <p:blipFill>
          <a:blip r:embed="rId2">
            <a:lum bright="100000"/>
          </a:blip>
          <a:stretch>
            <a:fillRect/>
          </a:stretch>
        </p:blipFill>
        <p:spPr>
          <a:xfrm>
            <a:off x="10413622" y="6420571"/>
            <a:ext cx="1727200" cy="406400"/>
          </a:xfrm>
          <a:prstGeom prst="rect">
            <a:avLst/>
          </a:prstGeom>
        </p:spPr>
      </p:pic>
      <p:sp>
        <p:nvSpPr>
          <p:cNvPr id="31" name="Rechthoek 30">
            <a:extLst>
              <a:ext uri="{FF2B5EF4-FFF2-40B4-BE49-F238E27FC236}">
                <a16:creationId xmlns:a16="http://schemas.microsoft.com/office/drawing/2014/main" id="{DB8E46FA-78BC-5F2B-6238-F2CEDC1BB207}"/>
              </a:ext>
            </a:extLst>
          </p:cNvPr>
          <p:cNvSpPr/>
          <p:nvPr userDrawn="1"/>
        </p:nvSpPr>
        <p:spPr>
          <a:xfrm>
            <a:off x="11535226" y="6427757"/>
            <a:ext cx="443898" cy="261609"/>
          </a:xfrm>
          <a:prstGeom prst="rect">
            <a:avLst/>
          </a:prstGeom>
          <a:solidFill>
            <a:srgbClr val="E99E1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lvl1pPr>
              <a:defRPr>
                <a:solidFill>
                  <a:srgbClr val="000000"/>
                </a:solidFill>
              </a:defRPr>
            </a:lvl1pPr>
          </a:lstStyle>
          <a:p>
            <a:fld id="{E242BD21-9B61-2246-BCB1-4BE5E1BEBE1C}" type="slidenum">
              <a:rPr lang="nl-NL" smtClean="0"/>
              <a:pPr/>
              <a:t>‹#›</a:t>
            </a:fld>
            <a:endParaRPr lang="nl-NL"/>
          </a:p>
        </p:txBody>
      </p:sp>
      <p:sp>
        <p:nvSpPr>
          <p:cNvPr id="33" name="Ovaal 32">
            <a:extLst>
              <a:ext uri="{FF2B5EF4-FFF2-40B4-BE49-F238E27FC236}">
                <a16:creationId xmlns:a16="http://schemas.microsoft.com/office/drawing/2014/main" id="{50A82314-1546-C656-9622-ED2B1A3C2E4C}"/>
              </a:ext>
            </a:extLst>
          </p:cNvPr>
          <p:cNvSpPr/>
          <p:nvPr userDrawn="1"/>
        </p:nvSpPr>
        <p:spPr>
          <a:xfrm>
            <a:off x="3602969" y="1963780"/>
            <a:ext cx="1384028" cy="1384028"/>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22" name="Tijdelijke aanduiding voor inhoud 21">
            <a:extLst>
              <a:ext uri="{FF2B5EF4-FFF2-40B4-BE49-F238E27FC236}">
                <a16:creationId xmlns:a16="http://schemas.microsoft.com/office/drawing/2014/main" id="{FBB448AB-360E-01D1-7D60-E1E88FE026D0}"/>
              </a:ext>
            </a:extLst>
          </p:cNvPr>
          <p:cNvSpPr>
            <a:spLocks noGrp="1"/>
          </p:cNvSpPr>
          <p:nvPr>
            <p:ph sz="quarter" idx="16" hasCustomPrompt="1"/>
          </p:nvPr>
        </p:nvSpPr>
        <p:spPr>
          <a:xfrm>
            <a:off x="3657902" y="2018714"/>
            <a:ext cx="1274162" cy="1274160"/>
          </a:xfrm>
          <a:prstGeom prst="ellipse">
            <a:avLst/>
          </a:prstGeom>
        </p:spPr>
        <p:txBody>
          <a:bodyPr lIns="0" rIns="0" anchor="ctr"/>
          <a:lstStyle>
            <a:lvl1pPr marL="0" indent="0" algn="ctr">
              <a:buFont typeface="Arial" panose="020B0604020202020204" pitchFamily="34" charset="0"/>
              <a:buNone/>
              <a:defRPr sz="1200"/>
            </a:lvl1pPr>
          </a:lstStyle>
          <a:p>
            <a:pPr lvl="0"/>
            <a:r>
              <a:rPr lang="nl-NL" dirty="0" err="1"/>
              <a:t>Insert</a:t>
            </a:r>
            <a:r>
              <a:rPr lang="nl-NL" dirty="0"/>
              <a:t> company logo</a:t>
            </a:r>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4932063" y="2844573"/>
            <a:ext cx="6888461" cy="495156"/>
          </a:xfrm>
          <a:prstGeom prst="roundRect">
            <a:avLst>
              <a:gd name="adj" fmla="val 6051"/>
            </a:avLst>
          </a:prstGeom>
          <a:gradFill flip="none" rotWithShape="1">
            <a:gsLst>
              <a:gs pos="0">
                <a:srgbClr val="E88C2B"/>
              </a:gs>
              <a:gs pos="39000">
                <a:srgbClr val="F9C816"/>
              </a:gs>
            </a:gsLst>
            <a:lin ang="27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216000" tIns="108000" rIns="144000" bIns="108000" rtlCol="0" anchor="t">
            <a:spAutoFit/>
          </a:bodyPr>
          <a:lstStyle>
            <a:lvl1pPr marL="0" indent="0">
              <a:buFont typeface="Arial" panose="020B0604020202020204" pitchFamily="34" charset="0"/>
              <a:buNone/>
              <a:defRPr lang="en-US" b="0" i="0" dirty="0">
                <a:solidFill>
                  <a:srgbClr val="000000"/>
                </a:solidFill>
                <a:latin typeface="Noir Pro" pitchFamily="2" charset="0"/>
              </a:defRPr>
            </a:lvl1pPr>
          </a:lstStyle>
          <a:p>
            <a:pPr algn="l">
              <a:lnSpc>
                <a:spcPct val="114000"/>
              </a:lnSpc>
              <a:spcAft>
                <a:spcPts val="600"/>
              </a:spcAft>
            </a:pPr>
            <a:r>
              <a:rPr lang="en-US" sz="1600" b="0" i="0" dirty="0">
                <a:solidFill>
                  <a:schemeClr val="tx1"/>
                </a:solidFill>
                <a:latin typeface="Noir Pro" pitchFamily="2" charset="0"/>
              </a:rPr>
              <a:t>Insert quote text</a:t>
            </a:r>
            <a:endParaRPr lang="en-RO" sz="1600" b="0" i="0">
              <a:solidFill>
                <a:schemeClr val="tx1"/>
              </a:solidFill>
              <a:latin typeface="Noir Pro" pitchFamily="2" charset="0"/>
            </a:endParaRPr>
          </a:p>
        </p:txBody>
      </p:sp>
      <p:sp>
        <p:nvSpPr>
          <p:cNvPr id="39" name="Tijdelijke aanduiding voor tekst 36">
            <a:extLst>
              <a:ext uri="{FF2B5EF4-FFF2-40B4-BE49-F238E27FC236}">
                <a16:creationId xmlns:a16="http://schemas.microsoft.com/office/drawing/2014/main" id="{54E821C7-92FA-25E1-BE1E-3EB86B4F8C70}"/>
              </a:ext>
            </a:extLst>
          </p:cNvPr>
          <p:cNvSpPr>
            <a:spLocks noGrp="1"/>
          </p:cNvSpPr>
          <p:nvPr>
            <p:ph type="body" sz="quarter" idx="17" hasCustomPrompt="1"/>
          </p:nvPr>
        </p:nvSpPr>
        <p:spPr>
          <a:xfrm>
            <a:off x="5629938" y="2137563"/>
            <a:ext cx="6190586" cy="257799"/>
          </a:xfrm>
          <a:noFill/>
        </p:spPr>
        <p:txBody>
          <a:bodyPr wrap="none" lIns="108000" tIns="36000" rIns="108000" bIns="36000" rtlCol="0">
            <a:noAutofit/>
          </a:bodyPr>
          <a:lstStyle>
            <a:lvl1pPr marL="0" indent="0">
              <a:lnSpc>
                <a:spcPct val="80000"/>
              </a:lnSpc>
              <a:spcAft>
                <a:spcPts val="0"/>
              </a:spcAft>
              <a:buFont typeface="Arial" panose="020B0604020202020204" pitchFamily="34" charset="0"/>
              <a:buNone/>
              <a:defRPr lang="nl-NL" sz="2000" dirty="0" smtClean="0">
                <a:solidFill>
                  <a:srgbClr val="000000"/>
                </a:solidFill>
                <a:effectLst/>
                <a:latin typeface="Noir Pro Medium" pitchFamily="2" charset="0"/>
              </a:defRPr>
            </a:lvl1pPr>
            <a:lvl2pPr marL="171450" indent="0">
              <a:buFont typeface="Arial" panose="020B0604020202020204" pitchFamily="34" charset="0"/>
              <a:buNone/>
              <a:defRPr lang="nl-NL" sz="1800" dirty="0" smtClean="0"/>
            </a:lvl2pPr>
            <a:lvl3pPr marL="628650" indent="0">
              <a:buFont typeface="Arial" panose="020B0604020202020204" pitchFamily="34" charset="0"/>
              <a:buNone/>
              <a:defRPr lang="nl-NL" sz="1800" dirty="0" smtClean="0"/>
            </a:lvl3pPr>
            <a:lvl4pPr marL="1085850" indent="0">
              <a:buFont typeface="Arial" panose="020B0604020202020204" pitchFamily="34" charset="0"/>
              <a:buNone/>
              <a:defRPr lang="nl-NL" sz="1800" dirty="0" smtClean="0"/>
            </a:lvl4pPr>
            <a:lvl5pPr marL="1543050" indent="0">
              <a:buFont typeface="Arial" panose="020B0604020202020204" pitchFamily="34" charset="0"/>
              <a:buNone/>
              <a:defRPr lang="en-US" sz="1800" dirty="0"/>
            </a:lvl5pPr>
          </a:lstStyle>
          <a:p>
            <a:pPr lvl="0"/>
            <a:r>
              <a:rPr lang="nl-NL" dirty="0" err="1"/>
              <a:t>Insert</a:t>
            </a:r>
            <a:r>
              <a:rPr lang="nl-NL" dirty="0"/>
              <a:t> customer name</a:t>
            </a:r>
            <a:endParaRPr lang="en-US" dirty="0"/>
          </a:p>
        </p:txBody>
      </p:sp>
      <p:sp>
        <p:nvSpPr>
          <p:cNvPr id="40" name="Tijdelijke aanduiding voor tekst 36">
            <a:extLst>
              <a:ext uri="{FF2B5EF4-FFF2-40B4-BE49-F238E27FC236}">
                <a16:creationId xmlns:a16="http://schemas.microsoft.com/office/drawing/2014/main" id="{D92576C6-9471-E76B-DC52-92E02B6619AF}"/>
              </a:ext>
            </a:extLst>
          </p:cNvPr>
          <p:cNvSpPr>
            <a:spLocks noGrp="1"/>
          </p:cNvSpPr>
          <p:nvPr>
            <p:ph type="body" sz="quarter" idx="18" hasCustomPrompt="1"/>
          </p:nvPr>
        </p:nvSpPr>
        <p:spPr>
          <a:xfrm>
            <a:off x="5629938" y="2419369"/>
            <a:ext cx="6190586" cy="250306"/>
          </a:xfrm>
          <a:noFill/>
        </p:spPr>
        <p:txBody>
          <a:bodyPr wrap="none" lIns="108000" tIns="36000" rIns="108000" bIns="0" rtlCol="0" anchor="b">
            <a:noAutofit/>
          </a:bodyPr>
          <a:lstStyle>
            <a:lvl1pPr marL="0" indent="0">
              <a:lnSpc>
                <a:spcPct val="80000"/>
              </a:lnSpc>
              <a:spcAft>
                <a:spcPts val="0"/>
              </a:spcAft>
              <a:buFont typeface="Arial" panose="020B0604020202020204" pitchFamily="34" charset="0"/>
              <a:buNone/>
              <a:defRPr lang="nl-NL" sz="1600" b="0" i="0" dirty="0" smtClean="0">
                <a:solidFill>
                  <a:srgbClr val="000000"/>
                </a:solidFill>
                <a:effectLst/>
                <a:latin typeface="Noir Pro" pitchFamily="2" charset="0"/>
              </a:defRPr>
            </a:lvl1pPr>
            <a:lvl2pPr marL="171450" indent="0">
              <a:buFont typeface="Arial" panose="020B0604020202020204" pitchFamily="34" charset="0"/>
              <a:buNone/>
              <a:defRPr lang="nl-NL" sz="1800" dirty="0" smtClean="0"/>
            </a:lvl2pPr>
            <a:lvl3pPr marL="628650" indent="0">
              <a:buFont typeface="Arial" panose="020B0604020202020204" pitchFamily="34" charset="0"/>
              <a:buNone/>
              <a:defRPr lang="nl-NL" sz="1800" dirty="0" smtClean="0"/>
            </a:lvl3pPr>
            <a:lvl4pPr marL="1085850" indent="0">
              <a:buFont typeface="Arial" panose="020B0604020202020204" pitchFamily="34" charset="0"/>
              <a:buNone/>
              <a:defRPr lang="nl-NL" sz="1800" dirty="0" smtClean="0"/>
            </a:lvl4pPr>
            <a:lvl5pPr marL="1543050" indent="0">
              <a:buFont typeface="Arial" panose="020B0604020202020204" pitchFamily="34" charset="0"/>
              <a:buNone/>
              <a:defRPr lang="en-US" sz="1800" dirty="0"/>
            </a:lvl5pPr>
          </a:lstStyle>
          <a:p>
            <a:pPr lvl="0"/>
            <a:r>
              <a:rPr lang="nl-NL" dirty="0" err="1"/>
              <a:t>Insert</a:t>
            </a:r>
            <a:r>
              <a:rPr lang="nl-NL" dirty="0"/>
              <a:t> customer company</a:t>
            </a:r>
            <a:endParaRPr lang="en-US" dirty="0"/>
          </a:p>
        </p:txBody>
      </p:sp>
      <p:sp>
        <p:nvSpPr>
          <p:cNvPr id="7" name="Rounded Rectangle 11">
            <a:extLst>
              <a:ext uri="{FF2B5EF4-FFF2-40B4-BE49-F238E27FC236}">
                <a16:creationId xmlns:a16="http://schemas.microsoft.com/office/drawing/2014/main" id="{1267D606-0E17-B560-95C3-E2141EA29BB2}"/>
              </a:ext>
            </a:extLst>
          </p:cNvPr>
          <p:cNvSpPr/>
          <p:nvPr userDrawn="1"/>
        </p:nvSpPr>
        <p:spPr>
          <a:xfrm>
            <a:off x="158400" y="6255515"/>
            <a:ext cx="4275948" cy="522162"/>
          </a:xfrm>
          <a:prstGeom prst="roundRect">
            <a:avLst>
              <a:gd name="adj" fmla="val 25380"/>
            </a:avLst>
          </a:prstGeom>
          <a:gradFill>
            <a:gsLst>
              <a:gs pos="7000">
                <a:srgbClr val="FCE9A2">
                  <a:alpha val="1961"/>
                </a:srgbClr>
              </a:gs>
              <a:gs pos="0">
                <a:srgbClr val="FEF4D0"/>
              </a:gs>
              <a:gs pos="30000">
                <a:srgbClr val="F8C716"/>
              </a:gs>
              <a:gs pos="71000">
                <a:srgbClr val="F8C716"/>
              </a:gs>
            </a:gsLst>
            <a:lin ang="192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15" name="Graphic 14">
            <a:extLst>
              <a:ext uri="{FF2B5EF4-FFF2-40B4-BE49-F238E27FC236}">
                <a16:creationId xmlns:a16="http://schemas.microsoft.com/office/drawing/2014/main" id="{5C996B94-F94F-F917-7C99-37EF5479E3E8}"/>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71475" y="2095977"/>
            <a:ext cx="2660787" cy="2366862"/>
          </a:xfrm>
          <a:prstGeom prst="rect">
            <a:avLst/>
          </a:prstGeom>
        </p:spPr>
      </p:pic>
      <p:pic>
        <p:nvPicPr>
          <p:cNvPr id="25" name="Graphic 24">
            <a:extLst>
              <a:ext uri="{FF2B5EF4-FFF2-40B4-BE49-F238E27FC236}">
                <a16:creationId xmlns:a16="http://schemas.microsoft.com/office/drawing/2014/main" id="{4CE7C618-174C-83C9-7261-EAC3D887659A}"/>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381663" y="6471870"/>
            <a:ext cx="325232" cy="216821"/>
          </a:xfrm>
          <a:prstGeom prst="rect">
            <a:avLst/>
          </a:prstGeom>
          <a:effectLst/>
        </p:spPr>
      </p:pic>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lvl1pPr>
              <a:defRPr>
                <a:solidFill>
                  <a:srgbClr val="000000"/>
                </a:solidFill>
              </a:defRPr>
            </a:lvl1pPr>
          </a:lstStyle>
          <a:p>
            <a:r>
              <a:rPr lang="nl-NL"/>
              <a:t>Confidential</a:t>
            </a:r>
          </a:p>
        </p:txBody>
      </p:sp>
      <p:sp>
        <p:nvSpPr>
          <p:cNvPr id="24" name="Rectangle 22">
            <a:extLst>
              <a:ext uri="{FF2B5EF4-FFF2-40B4-BE49-F238E27FC236}">
                <a16:creationId xmlns:a16="http://schemas.microsoft.com/office/drawing/2014/main" id="{EB651203-92DB-4BE5-E563-9A6B091C509E}"/>
              </a:ext>
            </a:extLst>
          </p:cNvPr>
          <p:cNvSpPr/>
          <p:nvPr userDrawn="1"/>
        </p:nvSpPr>
        <p:spPr>
          <a:xfrm>
            <a:off x="0" y="4806022"/>
            <a:ext cx="12192000" cy="158436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al 15">
            <a:extLst>
              <a:ext uri="{FF2B5EF4-FFF2-40B4-BE49-F238E27FC236}">
                <a16:creationId xmlns:a16="http://schemas.microsoft.com/office/drawing/2014/main" id="{10FE19CC-A295-2A80-35AE-A0FD1265E224}"/>
              </a:ext>
            </a:extLst>
          </p:cNvPr>
          <p:cNvSpPr/>
          <p:nvPr userDrawn="1"/>
        </p:nvSpPr>
        <p:spPr>
          <a:xfrm>
            <a:off x="2342271" y="3832200"/>
            <a:ext cx="344658" cy="344658"/>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19" name="Rectangle 4">
            <a:extLst>
              <a:ext uri="{FF2B5EF4-FFF2-40B4-BE49-F238E27FC236}">
                <a16:creationId xmlns:a16="http://schemas.microsoft.com/office/drawing/2014/main" id="{F9473FAC-A37B-0C06-ECFE-AA3C9D26E215}"/>
              </a:ext>
            </a:extLst>
          </p:cNvPr>
          <p:cNvSpPr/>
          <p:nvPr userDrawn="1"/>
        </p:nvSpPr>
        <p:spPr>
          <a:xfrm>
            <a:off x="0" y="3429001"/>
            <a:ext cx="8134958" cy="2964608"/>
          </a:xfrm>
          <a:prstGeom prst="rect">
            <a:avLst/>
          </a:prstGeom>
          <a:gradFill>
            <a:gsLst>
              <a:gs pos="0">
                <a:srgbClr val="F8C716">
                  <a:alpha val="43922"/>
                </a:srgbClr>
              </a:gs>
              <a:gs pos="11000">
                <a:srgbClr val="F8C716">
                  <a:alpha val="25882"/>
                </a:srgbClr>
              </a:gs>
              <a:gs pos="35000">
                <a:srgbClr val="F8C716">
                  <a:alpha val="0"/>
                </a:srgbClr>
              </a:gs>
              <a:gs pos="22000">
                <a:srgbClr val="F8C716">
                  <a:alpha val="21961"/>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20" name="Rectangle 4">
            <a:extLst>
              <a:ext uri="{FF2B5EF4-FFF2-40B4-BE49-F238E27FC236}">
                <a16:creationId xmlns:a16="http://schemas.microsoft.com/office/drawing/2014/main" id="{1F80FC1B-99B5-F7F1-FA7D-247190FB2956}"/>
              </a:ext>
            </a:extLst>
          </p:cNvPr>
          <p:cNvSpPr/>
          <p:nvPr userDrawn="1"/>
        </p:nvSpPr>
        <p:spPr>
          <a:xfrm>
            <a:off x="154800" y="4471375"/>
            <a:ext cx="8134958" cy="1922233"/>
          </a:xfrm>
          <a:prstGeom prst="rect">
            <a:avLst/>
          </a:prstGeom>
          <a:gradFill>
            <a:gsLst>
              <a:gs pos="0">
                <a:srgbClr val="F8C716">
                  <a:alpha val="76471"/>
                </a:srgbClr>
              </a:gs>
              <a:gs pos="14000">
                <a:srgbClr val="F8C716">
                  <a:alpha val="34902"/>
                </a:srgbClr>
              </a:gs>
              <a:gs pos="28000">
                <a:srgbClr val="F8C716">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35" name="Ovaal 34">
            <a:extLst>
              <a:ext uri="{FF2B5EF4-FFF2-40B4-BE49-F238E27FC236}">
                <a16:creationId xmlns:a16="http://schemas.microsoft.com/office/drawing/2014/main" id="{3D5B3B7E-51A6-5C44-793D-643CFBB4E602}"/>
              </a:ext>
            </a:extLst>
          </p:cNvPr>
          <p:cNvSpPr/>
          <p:nvPr userDrawn="1"/>
        </p:nvSpPr>
        <p:spPr>
          <a:xfrm>
            <a:off x="2839229" y="3507388"/>
            <a:ext cx="241596" cy="241596"/>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Tree>
    <p:extLst>
      <p:ext uri="{BB962C8B-B14F-4D97-AF65-F5344CB8AC3E}">
        <p14:creationId xmlns:p14="http://schemas.microsoft.com/office/powerpoint/2010/main" val="154603732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act page project">
    <p:bg>
      <p:bgPr>
        <a:solidFill>
          <a:schemeClr val="bg1"/>
        </a:solidFill>
        <a:effectLst/>
      </p:bgPr>
    </p:bg>
    <p:spTree>
      <p:nvGrpSpPr>
        <p:cNvPr id="1" name=""/>
        <p:cNvGrpSpPr/>
        <p:nvPr/>
      </p:nvGrpSpPr>
      <p:grpSpPr>
        <a:xfrm>
          <a:off x="0" y="0"/>
          <a:ext cx="0" cy="0"/>
          <a:chOff x="0" y="0"/>
          <a:chExt cx="0" cy="0"/>
        </a:xfrm>
      </p:grpSpPr>
      <p:pic>
        <p:nvPicPr>
          <p:cNvPr id="4" name="Picture 38">
            <a:extLst>
              <a:ext uri="{FF2B5EF4-FFF2-40B4-BE49-F238E27FC236}">
                <a16:creationId xmlns:a16="http://schemas.microsoft.com/office/drawing/2014/main" id="{2D921F71-2534-5041-4E81-D128896D2766}"/>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5948"/>
                    </a14:imgEffect>
                    <a14:imgEffect>
                      <a14:saturation sat="89000"/>
                    </a14:imgEffect>
                    <a14:imgEffect>
                      <a14:brightnessContrast bright="-30000" contrast="13000"/>
                    </a14:imgEffect>
                  </a14:imgLayer>
                </a14:imgProps>
              </a:ext>
              <a:ext uri="{28A0092B-C50C-407E-A947-70E740481C1C}">
                <a14:useLocalDpi xmlns:a14="http://schemas.microsoft.com/office/drawing/2010/main"/>
              </a:ext>
            </a:extLst>
          </a:blip>
          <a:srcRect l="64864" r="-1"/>
          <a:stretch/>
        </p:blipFill>
        <p:spPr>
          <a:xfrm flipH="1">
            <a:off x="-370" y="1"/>
            <a:ext cx="6135321" cy="6857998"/>
          </a:xfrm>
          <a:prstGeom prst="rect">
            <a:avLst/>
          </a:prstGeom>
        </p:spPr>
      </p:pic>
      <p:sp>
        <p:nvSpPr>
          <p:cNvPr id="11" name="Rechthoek 10">
            <a:extLst>
              <a:ext uri="{FF2B5EF4-FFF2-40B4-BE49-F238E27FC236}">
                <a16:creationId xmlns:a16="http://schemas.microsoft.com/office/drawing/2014/main" id="{3845C66D-5BDC-34A9-807F-210DFBADD7AA}"/>
              </a:ext>
            </a:extLst>
          </p:cNvPr>
          <p:cNvSpPr/>
          <p:nvPr userDrawn="1"/>
        </p:nvSpPr>
        <p:spPr>
          <a:xfrm>
            <a:off x="0" y="0"/>
            <a:ext cx="6099188" cy="6858000"/>
          </a:xfrm>
          <a:prstGeom prst="rect">
            <a:avLst/>
          </a:prstGeom>
          <a:gradFill>
            <a:gsLst>
              <a:gs pos="0">
                <a:srgbClr val="09204F">
                  <a:alpha val="90588"/>
                </a:srgbClr>
              </a:gs>
              <a:gs pos="80000">
                <a:srgbClr val="1864FF">
                  <a:alpha val="87451"/>
                </a:srgbClr>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15" name="Rechthoek 14">
            <a:extLst>
              <a:ext uri="{FF2B5EF4-FFF2-40B4-BE49-F238E27FC236}">
                <a16:creationId xmlns:a16="http://schemas.microsoft.com/office/drawing/2014/main" id="{4FAF82D6-1971-5A8D-67D7-3B3F3AA370D4}"/>
              </a:ext>
            </a:extLst>
          </p:cNvPr>
          <p:cNvSpPr/>
          <p:nvPr userDrawn="1"/>
        </p:nvSpPr>
        <p:spPr>
          <a:xfrm>
            <a:off x="-1" y="2550296"/>
            <a:ext cx="6099187" cy="4307704"/>
          </a:xfrm>
          <a:prstGeom prst="rect">
            <a:avLst/>
          </a:prstGeom>
          <a:gradFill>
            <a:gsLst>
              <a:gs pos="4000">
                <a:srgbClr val="09204F">
                  <a:alpha val="70980"/>
                </a:srgbClr>
              </a:gs>
              <a:gs pos="100000">
                <a:srgbClr val="1864FF"/>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2" name="Rounded Rectangle 11">
            <a:extLst>
              <a:ext uri="{FF2B5EF4-FFF2-40B4-BE49-F238E27FC236}">
                <a16:creationId xmlns:a16="http://schemas.microsoft.com/office/drawing/2014/main" id="{E46AA121-FCBC-5D59-8FF9-D882BEAACCA9}"/>
              </a:ext>
            </a:extLst>
          </p:cNvPr>
          <p:cNvSpPr/>
          <p:nvPr userDrawn="1"/>
        </p:nvSpPr>
        <p:spPr>
          <a:xfrm>
            <a:off x="158400" y="6255515"/>
            <a:ext cx="3927438" cy="522162"/>
          </a:xfrm>
          <a:prstGeom prst="roundRect">
            <a:avLst>
              <a:gd name="adj" fmla="val 25380"/>
            </a:avLst>
          </a:prstGeom>
          <a:gradFill>
            <a:gsLst>
              <a:gs pos="0">
                <a:srgbClr val="74A2FF">
                  <a:alpha val="81961"/>
                </a:srgbClr>
              </a:gs>
              <a:gs pos="19000">
                <a:srgbClr val="74A2F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23" name="Graphic 22">
            <a:extLst>
              <a:ext uri="{FF2B5EF4-FFF2-40B4-BE49-F238E27FC236}">
                <a16:creationId xmlns:a16="http://schemas.microsoft.com/office/drawing/2014/main" id="{D125FDCF-FB44-FFA3-6CDF-6891033323B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1663" y="6471870"/>
            <a:ext cx="325232" cy="216821"/>
          </a:xfrm>
          <a:prstGeom prst="rect">
            <a:avLst/>
          </a:prstGeom>
        </p:spPr>
      </p:pic>
      <p:sp>
        <p:nvSpPr>
          <p:cNvPr id="28" name="Rectangle 27">
            <a:extLst>
              <a:ext uri="{FF2B5EF4-FFF2-40B4-BE49-F238E27FC236}">
                <a16:creationId xmlns:a16="http://schemas.microsoft.com/office/drawing/2014/main" id="{7A240597-FB20-6A42-8EA6-4B770828805B}"/>
              </a:ext>
            </a:extLst>
          </p:cNvPr>
          <p:cNvSpPr/>
          <p:nvPr userDrawn="1"/>
        </p:nvSpPr>
        <p:spPr>
          <a:xfrm>
            <a:off x="6099186" y="1"/>
            <a:ext cx="6092814" cy="6858000"/>
          </a:xfrm>
          <a:prstGeom prst="rect">
            <a:avLst/>
          </a:prstGeom>
          <a:gradFill>
            <a:gsLst>
              <a:gs pos="6000">
                <a:srgbClr val="E88C36"/>
              </a:gs>
              <a:gs pos="82000">
                <a:srgbClr val="F8C716"/>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b="0" i="0" err="1">
              <a:solidFill>
                <a:schemeClr val="bg1"/>
              </a:solidFill>
              <a:latin typeface="Noir Pro" pitchFamily="2" charset="0"/>
            </a:endParaRPr>
          </a:p>
        </p:txBody>
      </p:sp>
      <p:sp>
        <p:nvSpPr>
          <p:cNvPr id="8" name="Text Placeholder 7">
            <a:extLst>
              <a:ext uri="{FF2B5EF4-FFF2-40B4-BE49-F238E27FC236}">
                <a16:creationId xmlns:a16="http://schemas.microsoft.com/office/drawing/2014/main" id="{2780D622-8466-B04C-8DFD-B730E797EA3F}"/>
              </a:ext>
            </a:extLst>
          </p:cNvPr>
          <p:cNvSpPr>
            <a:spLocks noGrp="1"/>
          </p:cNvSpPr>
          <p:nvPr>
            <p:ph type="body" sz="quarter" idx="32" hasCustomPrompt="1"/>
          </p:nvPr>
        </p:nvSpPr>
        <p:spPr>
          <a:xfrm>
            <a:off x="6485026" y="1119802"/>
            <a:ext cx="5335499"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Project lead name</a:t>
            </a:r>
          </a:p>
        </p:txBody>
      </p:sp>
      <p:sp>
        <p:nvSpPr>
          <p:cNvPr id="45" name="Text Placeholder 7">
            <a:extLst>
              <a:ext uri="{FF2B5EF4-FFF2-40B4-BE49-F238E27FC236}">
                <a16:creationId xmlns:a16="http://schemas.microsoft.com/office/drawing/2014/main" id="{56FEDB43-2B74-1B40-B33C-A25AAD8DD999}"/>
              </a:ext>
            </a:extLst>
          </p:cNvPr>
          <p:cNvSpPr>
            <a:spLocks noGrp="1"/>
          </p:cNvSpPr>
          <p:nvPr>
            <p:ph type="body" sz="quarter" idx="34" hasCustomPrompt="1"/>
          </p:nvPr>
        </p:nvSpPr>
        <p:spPr>
          <a:xfrm>
            <a:off x="6485026" y="3212289"/>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47" name="Text Placeholder 10">
            <a:extLst>
              <a:ext uri="{FF2B5EF4-FFF2-40B4-BE49-F238E27FC236}">
                <a16:creationId xmlns:a16="http://schemas.microsoft.com/office/drawing/2014/main" id="{18E3A589-B95B-D14B-8B35-827248735BAF}"/>
              </a:ext>
            </a:extLst>
          </p:cNvPr>
          <p:cNvSpPr>
            <a:spLocks noGrp="1"/>
          </p:cNvSpPr>
          <p:nvPr>
            <p:ph type="body" sz="quarter" idx="35" hasCustomPrompt="1"/>
          </p:nvPr>
        </p:nvSpPr>
        <p:spPr>
          <a:xfrm>
            <a:off x="6485026" y="3528983"/>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
        <p:nvSpPr>
          <p:cNvPr id="48" name="Text Placeholder 10">
            <a:extLst>
              <a:ext uri="{FF2B5EF4-FFF2-40B4-BE49-F238E27FC236}">
                <a16:creationId xmlns:a16="http://schemas.microsoft.com/office/drawing/2014/main" id="{8FBC5404-48F5-3F4D-9830-C71054E22120}"/>
              </a:ext>
            </a:extLst>
          </p:cNvPr>
          <p:cNvSpPr>
            <a:spLocks noGrp="1"/>
          </p:cNvSpPr>
          <p:nvPr>
            <p:ph type="body" sz="quarter" idx="36" hasCustomPrompt="1"/>
          </p:nvPr>
        </p:nvSpPr>
        <p:spPr>
          <a:xfrm>
            <a:off x="6485026" y="1679479"/>
            <a:ext cx="5335499"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14" name="TextBox 13">
            <a:extLst>
              <a:ext uri="{FF2B5EF4-FFF2-40B4-BE49-F238E27FC236}">
                <a16:creationId xmlns:a16="http://schemas.microsoft.com/office/drawing/2014/main" id="{228E083C-74D7-F74D-AB9F-127D23959D17}"/>
              </a:ext>
            </a:extLst>
          </p:cNvPr>
          <p:cNvSpPr txBox="1"/>
          <p:nvPr userDrawn="1"/>
        </p:nvSpPr>
        <p:spPr>
          <a:xfrm>
            <a:off x="6717435" y="1445767"/>
            <a:ext cx="3100000" cy="201600"/>
          </a:xfrm>
          <a:prstGeom prst="rect">
            <a:avLst/>
          </a:prstGeom>
          <a:noFill/>
        </p:spPr>
        <p:txBody>
          <a:bodyPr wrap="none" lIns="0" tIns="0" rIns="0" bIns="0" rtlCol="0">
            <a:noAutofit/>
          </a:bodyPr>
          <a:lstStyle/>
          <a:p>
            <a:pPr marL="0" indent="0">
              <a:buFont typeface="Arial" panose="020B0604020202020204" pitchFamily="34" charset="0"/>
              <a:buNone/>
            </a:pPr>
            <a:r>
              <a:rPr lang="en-US" sz="1600" b="0" i="0" dirty="0">
                <a:solidFill>
                  <a:srgbClr val="000000">
                    <a:alpha val="74902"/>
                  </a:srgbClr>
                </a:solidFill>
                <a:latin typeface="Noir Pro" pitchFamily="2" charset="0"/>
              </a:rPr>
              <a:t>Project lead</a:t>
            </a:r>
          </a:p>
        </p:txBody>
      </p:sp>
      <p:sp>
        <p:nvSpPr>
          <p:cNvPr id="49" name="Text Placeholder 7">
            <a:extLst>
              <a:ext uri="{FF2B5EF4-FFF2-40B4-BE49-F238E27FC236}">
                <a16:creationId xmlns:a16="http://schemas.microsoft.com/office/drawing/2014/main" id="{2B2F3057-76A4-6B43-818A-38CCFBF40B34}"/>
              </a:ext>
            </a:extLst>
          </p:cNvPr>
          <p:cNvSpPr>
            <a:spLocks noGrp="1"/>
          </p:cNvSpPr>
          <p:nvPr>
            <p:ph type="body" sz="quarter" idx="37" hasCustomPrompt="1"/>
          </p:nvPr>
        </p:nvSpPr>
        <p:spPr>
          <a:xfrm>
            <a:off x="6485026" y="2062393"/>
            <a:ext cx="5335499"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Account manager name</a:t>
            </a:r>
          </a:p>
        </p:txBody>
      </p:sp>
      <p:sp>
        <p:nvSpPr>
          <p:cNvPr id="50" name="Text Placeholder 10">
            <a:extLst>
              <a:ext uri="{FF2B5EF4-FFF2-40B4-BE49-F238E27FC236}">
                <a16:creationId xmlns:a16="http://schemas.microsoft.com/office/drawing/2014/main" id="{6F444726-1D68-A94E-B387-A55930D429BD}"/>
              </a:ext>
            </a:extLst>
          </p:cNvPr>
          <p:cNvSpPr>
            <a:spLocks noGrp="1"/>
          </p:cNvSpPr>
          <p:nvPr>
            <p:ph type="body" sz="quarter" idx="38" hasCustomPrompt="1"/>
          </p:nvPr>
        </p:nvSpPr>
        <p:spPr>
          <a:xfrm>
            <a:off x="6485026" y="2622070"/>
            <a:ext cx="5335499"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51" name="TextBox 50">
            <a:extLst>
              <a:ext uri="{FF2B5EF4-FFF2-40B4-BE49-F238E27FC236}">
                <a16:creationId xmlns:a16="http://schemas.microsoft.com/office/drawing/2014/main" id="{F044E87C-BE29-FE44-A21D-706094E9E65C}"/>
              </a:ext>
            </a:extLst>
          </p:cNvPr>
          <p:cNvSpPr txBox="1"/>
          <p:nvPr userDrawn="1"/>
        </p:nvSpPr>
        <p:spPr>
          <a:xfrm>
            <a:off x="6717435" y="2391051"/>
            <a:ext cx="3100000" cy="201600"/>
          </a:xfrm>
          <a:prstGeom prst="rect">
            <a:avLst/>
          </a:prstGeom>
          <a:noFill/>
        </p:spPr>
        <p:txBody>
          <a:bodyPr wrap="none" lIns="0" tIns="0" rIns="0" bIns="0" rtlCol="0">
            <a:noAutofit/>
          </a:bodyPr>
          <a:lstStyle/>
          <a:p>
            <a:pPr marL="0" indent="0">
              <a:buFont typeface="Arial" panose="020B0604020202020204" pitchFamily="34" charset="0"/>
              <a:buNone/>
            </a:pPr>
            <a:r>
              <a:rPr lang="en-US" sz="1600" b="0" i="0">
                <a:solidFill>
                  <a:srgbClr val="000000">
                    <a:alpha val="74902"/>
                  </a:srgbClr>
                </a:solidFill>
                <a:latin typeface="Noir Pro" pitchFamily="2" charset="0"/>
              </a:rPr>
              <a:t>Account manager</a:t>
            </a:r>
          </a:p>
        </p:txBody>
      </p:sp>
      <p:sp>
        <p:nvSpPr>
          <p:cNvPr id="53" name="Text Placeholder 7">
            <a:extLst>
              <a:ext uri="{FF2B5EF4-FFF2-40B4-BE49-F238E27FC236}">
                <a16:creationId xmlns:a16="http://schemas.microsoft.com/office/drawing/2014/main" id="{013CFE9D-2F23-0946-B34E-FF8D67DEBB02}"/>
              </a:ext>
            </a:extLst>
          </p:cNvPr>
          <p:cNvSpPr>
            <a:spLocks noGrp="1"/>
          </p:cNvSpPr>
          <p:nvPr>
            <p:ph type="body" sz="quarter" idx="39" hasCustomPrompt="1"/>
          </p:nvPr>
        </p:nvSpPr>
        <p:spPr>
          <a:xfrm>
            <a:off x="6485026" y="3902034"/>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56" name="Text Placeholder 10">
            <a:extLst>
              <a:ext uri="{FF2B5EF4-FFF2-40B4-BE49-F238E27FC236}">
                <a16:creationId xmlns:a16="http://schemas.microsoft.com/office/drawing/2014/main" id="{CAEE56BA-F636-814A-A890-4BBAAE750F46}"/>
              </a:ext>
            </a:extLst>
          </p:cNvPr>
          <p:cNvSpPr>
            <a:spLocks noGrp="1"/>
          </p:cNvSpPr>
          <p:nvPr>
            <p:ph type="body" sz="quarter" idx="40" hasCustomPrompt="1"/>
          </p:nvPr>
        </p:nvSpPr>
        <p:spPr>
          <a:xfrm>
            <a:off x="6485026" y="4218728"/>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
        <p:nvSpPr>
          <p:cNvPr id="57" name="Text Placeholder 7">
            <a:extLst>
              <a:ext uri="{FF2B5EF4-FFF2-40B4-BE49-F238E27FC236}">
                <a16:creationId xmlns:a16="http://schemas.microsoft.com/office/drawing/2014/main" id="{9813E48C-419C-714D-8526-2AA43F81E71B}"/>
              </a:ext>
            </a:extLst>
          </p:cNvPr>
          <p:cNvSpPr>
            <a:spLocks noGrp="1"/>
          </p:cNvSpPr>
          <p:nvPr>
            <p:ph type="body" sz="quarter" idx="41" hasCustomPrompt="1"/>
          </p:nvPr>
        </p:nvSpPr>
        <p:spPr>
          <a:xfrm>
            <a:off x="6485026" y="4597283"/>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58" name="Text Placeholder 10">
            <a:extLst>
              <a:ext uri="{FF2B5EF4-FFF2-40B4-BE49-F238E27FC236}">
                <a16:creationId xmlns:a16="http://schemas.microsoft.com/office/drawing/2014/main" id="{4D4FD237-047E-9B4E-8E24-7614DA39C6D7}"/>
              </a:ext>
            </a:extLst>
          </p:cNvPr>
          <p:cNvSpPr>
            <a:spLocks noGrp="1"/>
          </p:cNvSpPr>
          <p:nvPr>
            <p:ph type="body" sz="quarter" idx="42" hasCustomPrompt="1"/>
          </p:nvPr>
        </p:nvSpPr>
        <p:spPr>
          <a:xfrm>
            <a:off x="6485026" y="4913977"/>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
        <p:nvSpPr>
          <p:cNvPr id="9" name="Text Placeholder 8">
            <a:extLst>
              <a:ext uri="{FF2B5EF4-FFF2-40B4-BE49-F238E27FC236}">
                <a16:creationId xmlns:a16="http://schemas.microsoft.com/office/drawing/2014/main" id="{7F070236-574A-5143-AD45-DD7A5A66488A}"/>
              </a:ext>
            </a:extLst>
          </p:cNvPr>
          <p:cNvSpPr>
            <a:spLocks noGrp="1"/>
          </p:cNvSpPr>
          <p:nvPr>
            <p:ph type="body" sz="quarter" idx="43" hasCustomPrompt="1"/>
          </p:nvPr>
        </p:nvSpPr>
        <p:spPr>
          <a:xfrm>
            <a:off x="6523927" y="6459758"/>
            <a:ext cx="4726241" cy="236406"/>
          </a:xfr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vert="horz" wrap="none" lIns="180000" tIns="46800" rIns="251999" bIns="46800" rtlCol="0" anchor="ctr">
            <a:noAutofit/>
          </a:bodyPr>
          <a:lstStyle>
            <a:lvl1pPr marL="0" indent="0">
              <a:buFont typeface="Arial" panose="020B0604020202020204" pitchFamily="34" charset="0"/>
              <a:buNone/>
              <a:defRPr lang="en-US" sz="900" b="0" i="0" cap="none" spc="10" baseline="0" dirty="0">
                <a:solidFill>
                  <a:srgbClr val="000000">
                    <a:alpha val="80000"/>
                  </a:srgbClr>
                </a:solidFill>
                <a:effectLst/>
                <a:latin typeface="Azeret Mono" pitchFamily="2" charset="77"/>
                <a:cs typeface="Azeret Mono" pitchFamily="2" charset="77"/>
              </a:defRPr>
            </a:lvl1pPr>
          </a:lstStyle>
          <a:p>
            <a:pPr lvl="0"/>
            <a:r>
              <a:rPr lang="en-US" dirty="0"/>
              <a:t>Insert Quality Officer (“QA performed by &lt;QA name&gt;”)</a:t>
            </a:r>
          </a:p>
        </p:txBody>
      </p:sp>
      <p:sp>
        <p:nvSpPr>
          <p:cNvPr id="3" name="Tijdelijke aanduiding voor voettekst 2">
            <a:extLst>
              <a:ext uri="{FF2B5EF4-FFF2-40B4-BE49-F238E27FC236}">
                <a16:creationId xmlns:a16="http://schemas.microsoft.com/office/drawing/2014/main" id="{1D7BC5E8-3AD2-BAB6-06FB-6A96C525D6FD}"/>
              </a:ext>
            </a:extLst>
          </p:cNvPr>
          <p:cNvSpPr>
            <a:spLocks noGrp="1"/>
          </p:cNvSpPr>
          <p:nvPr>
            <p:ph type="ftr" sz="quarter" idx="44"/>
          </p:nvPr>
        </p:nvSpPr>
        <p:spPr/>
        <p:txBody>
          <a:bodyPr/>
          <a:lstStyle>
            <a:lvl1pPr>
              <a:defRPr>
                <a:solidFill>
                  <a:srgbClr val="FFFFFF"/>
                </a:solidFill>
              </a:defRPr>
            </a:lvl1pPr>
          </a:lstStyle>
          <a:p>
            <a:r>
              <a:rPr lang="nl-NL"/>
              <a:t>Confidential</a:t>
            </a:r>
          </a:p>
        </p:txBody>
      </p:sp>
      <p:sp>
        <p:nvSpPr>
          <p:cNvPr id="6" name="Tijdelijke aanduiding voor dianummer 5">
            <a:extLst>
              <a:ext uri="{FF2B5EF4-FFF2-40B4-BE49-F238E27FC236}">
                <a16:creationId xmlns:a16="http://schemas.microsoft.com/office/drawing/2014/main" id="{8153FF03-B732-B20C-B839-9DB6842A6C9F}"/>
              </a:ext>
            </a:extLst>
          </p:cNvPr>
          <p:cNvSpPr>
            <a:spLocks noGrp="1"/>
          </p:cNvSpPr>
          <p:nvPr>
            <p:ph type="sldNum" sz="quarter" idx="45"/>
          </p:nvPr>
        </p:nvSpPr>
        <p:spPr/>
        <p:txBody>
          <a:bodyPr/>
          <a:lstStyle>
            <a:lvl1pPr>
              <a:defRPr>
                <a:solidFill>
                  <a:srgbClr val="000000"/>
                </a:solidFill>
              </a:defRPr>
            </a:lvl1pPr>
          </a:lstStyle>
          <a:p>
            <a:fld id="{E242BD21-9B61-2246-BCB1-4BE5E1BEBE1C}" type="slidenum">
              <a:rPr lang="nl-NL" smtClean="0"/>
              <a:pPr/>
              <a:t>‹#›</a:t>
            </a:fld>
            <a:endParaRPr lang="nl-NL"/>
          </a:p>
        </p:txBody>
      </p:sp>
      <p:sp>
        <p:nvSpPr>
          <p:cNvPr id="7" name="Titel 6">
            <a:extLst>
              <a:ext uri="{FF2B5EF4-FFF2-40B4-BE49-F238E27FC236}">
                <a16:creationId xmlns:a16="http://schemas.microsoft.com/office/drawing/2014/main" id="{972CAB85-80E6-AE4E-80BE-859473EF3714}"/>
              </a:ext>
            </a:extLst>
          </p:cNvPr>
          <p:cNvSpPr>
            <a:spLocks noGrp="1"/>
          </p:cNvSpPr>
          <p:nvPr>
            <p:ph type="title" hasCustomPrompt="1"/>
          </p:nvPr>
        </p:nvSpPr>
        <p:spPr>
          <a:xfrm>
            <a:off x="1708423" y="-441212"/>
            <a:ext cx="5792514" cy="248402"/>
          </a:xfrm>
        </p:spPr>
        <p:txBody>
          <a:bodyPr/>
          <a:lstStyle>
            <a:lvl1pPr>
              <a:defRPr sz="1000">
                <a:solidFill>
                  <a:schemeClr val="bg1">
                    <a:lumMod val="65000"/>
                  </a:schemeClr>
                </a:solidFill>
              </a:defRPr>
            </a:lvl1pPr>
          </a:lstStyle>
          <a:p>
            <a:r>
              <a:rPr lang="nl-NL" dirty="0"/>
              <a:t>Slide </a:t>
            </a:r>
            <a:r>
              <a:rPr lang="nl-NL" dirty="0" err="1"/>
              <a:t>title</a:t>
            </a:r>
            <a:r>
              <a:rPr lang="nl-NL" dirty="0"/>
              <a:t> </a:t>
            </a:r>
            <a:r>
              <a:rPr lang="nl-NL" dirty="0" err="1"/>
              <a:t>placeholder</a:t>
            </a:r>
            <a:r>
              <a:rPr lang="nl-NL" dirty="0"/>
              <a:t> (</a:t>
            </a:r>
            <a:r>
              <a:rPr lang="nl-NL" dirty="0" err="1"/>
              <a:t>for</a:t>
            </a:r>
            <a:r>
              <a:rPr lang="nl-NL" dirty="0"/>
              <a:t> </a:t>
            </a:r>
            <a:r>
              <a:rPr lang="nl-NL" dirty="0" err="1"/>
              <a:t>compatibility</a:t>
            </a:r>
            <a:r>
              <a:rPr lang="nl-NL" dirty="0"/>
              <a:t> </a:t>
            </a:r>
            <a:r>
              <a:rPr lang="nl-NL" dirty="0" err="1"/>
              <a:t>with</a:t>
            </a:r>
            <a:r>
              <a:rPr lang="nl-NL" dirty="0"/>
              <a:t> </a:t>
            </a:r>
            <a:r>
              <a:rPr lang="nl-NL" dirty="0" err="1"/>
              <a:t>other</a:t>
            </a:r>
            <a:r>
              <a:rPr lang="nl-NL" dirty="0"/>
              <a:t> slides, do </a:t>
            </a:r>
            <a:r>
              <a:rPr lang="nl-NL" dirty="0" err="1"/>
              <a:t>not</a:t>
            </a:r>
            <a:r>
              <a:rPr lang="nl-NL" dirty="0"/>
              <a:t> </a:t>
            </a:r>
            <a:r>
              <a:rPr lang="nl-NL" dirty="0" err="1"/>
              <a:t>use</a:t>
            </a:r>
            <a:r>
              <a:rPr lang="nl-NL" dirty="0"/>
              <a:t>)</a:t>
            </a:r>
            <a:endParaRPr lang="en-US" dirty="0"/>
          </a:p>
        </p:txBody>
      </p:sp>
      <p:sp>
        <p:nvSpPr>
          <p:cNvPr id="26" name="Titel 3">
            <a:extLst>
              <a:ext uri="{FF2B5EF4-FFF2-40B4-BE49-F238E27FC236}">
                <a16:creationId xmlns:a16="http://schemas.microsoft.com/office/drawing/2014/main" id="{150674E9-CD11-6872-1771-0663037B4AB1}"/>
              </a:ext>
            </a:extLst>
          </p:cNvPr>
          <p:cNvSpPr txBox="1">
            <a:spLocks/>
          </p:cNvSpPr>
          <p:nvPr userDrawn="1"/>
        </p:nvSpPr>
        <p:spPr>
          <a:xfrm>
            <a:off x="687600" y="977039"/>
            <a:ext cx="5025746" cy="1218795"/>
          </a:xfrm>
          <a:prstGeom prst="rect">
            <a:avLst/>
          </a:prstGeom>
        </p:spPr>
        <p:txBody>
          <a:bodyPr wrap="square" lIns="234000" tIns="0" rIns="0" bIns="0" anchor="t" anchorCtr="0">
            <a:spAutoFit/>
          </a:bodyPr>
          <a:lstStyle>
            <a:lvl1pPr marL="0" indent="0" algn="l" defTabSz="914400" rtl="0" eaLnBrk="1" latinLnBrk="0" hangingPunct="1">
              <a:lnSpc>
                <a:spcPct val="90000"/>
              </a:lnSpc>
              <a:spcBef>
                <a:spcPts val="0"/>
              </a:spcBef>
              <a:buNone/>
              <a:defRPr lang="en-US" sz="4400" b="1" i="0" kern="1200" spc="0">
                <a:solidFill>
                  <a:schemeClr val="bg1"/>
                </a:solidFill>
                <a:latin typeface="Noir Pro Semi Bold" pitchFamily="2" charset="0"/>
                <a:ea typeface="+mn-ea"/>
                <a:cs typeface="+mn-cs"/>
              </a:defRPr>
            </a:lvl1pPr>
          </a:lstStyle>
          <a:p>
            <a:r>
              <a:rPr lang="nl-NL" dirty="0" err="1">
                <a:solidFill>
                  <a:srgbClr val="FFFFFF"/>
                </a:solidFill>
              </a:rPr>
              <a:t>Your</a:t>
            </a:r>
            <a:r>
              <a:rPr lang="nl-NL" dirty="0">
                <a:solidFill>
                  <a:srgbClr val="FFFFFF"/>
                </a:solidFill>
              </a:rPr>
              <a:t> delivery team</a:t>
            </a:r>
          </a:p>
        </p:txBody>
      </p:sp>
      <p:sp>
        <p:nvSpPr>
          <p:cNvPr id="16" name="Text Placeholder 2">
            <a:extLst>
              <a:ext uri="{FF2B5EF4-FFF2-40B4-BE49-F238E27FC236}">
                <a16:creationId xmlns:a16="http://schemas.microsoft.com/office/drawing/2014/main" id="{68052483-75B2-3E51-14D2-2098A04A2C54}"/>
              </a:ext>
            </a:extLst>
          </p:cNvPr>
          <p:cNvSpPr txBox="1">
            <a:spLocks/>
          </p:cNvSpPr>
          <p:nvPr userDrawn="1"/>
        </p:nvSpPr>
        <p:spPr>
          <a:xfrm>
            <a:off x="6614376" y="6138277"/>
            <a:ext cx="3593008" cy="216792"/>
          </a:xfrm>
          <a:prstGeom prst="rect">
            <a:avLst/>
          </a:prstGeom>
        </p:spPr>
        <p:txBody>
          <a:bodyPr wrap="square" tIns="0" bIns="0" anchor="ctr">
            <a:noAutofit/>
          </a:bodyPr>
          <a:lstStyle>
            <a:defPPr>
              <a:defRPr lang="en-US"/>
            </a:defPPr>
            <a:lvl1pPr marL="228600" lvl="0" indent="-228600">
              <a:lnSpc>
                <a:spcPct val="80000"/>
              </a:lnSpc>
              <a:spcBef>
                <a:spcPts val="1000"/>
              </a:spcBef>
              <a:buFont typeface="Arial"/>
              <a:buNone/>
              <a:defRPr sz="2000" b="0">
                <a:solidFill>
                  <a:srgbClr val="AFB9C2"/>
                </a:solidFill>
                <a:ea typeface="TheSans B6 SemiBold" charset="0"/>
                <a:cs typeface="TheSans B6 SemiBold" charset="0"/>
              </a:defRPr>
            </a:lvl1pPr>
            <a:lvl2pPr marL="685800" indent="-228600">
              <a:lnSpc>
                <a:spcPct val="90000"/>
              </a:lnSpc>
              <a:spcBef>
                <a:spcPts val="500"/>
              </a:spcBef>
              <a:buFont typeface="Arial"/>
              <a:buChar char="•"/>
              <a:defRPr sz="2400"/>
            </a:lvl2pPr>
            <a:lvl3pPr marL="1143000" indent="-228600">
              <a:lnSpc>
                <a:spcPct val="90000"/>
              </a:lnSpc>
              <a:spcBef>
                <a:spcPts val="500"/>
              </a:spcBef>
              <a:buFont typeface="Arial"/>
              <a:buChar char="•"/>
              <a:defRPr sz="2000"/>
            </a:lvl3pPr>
            <a:lvl4pPr marL="1600200" indent="-228600">
              <a:lnSpc>
                <a:spcPct val="90000"/>
              </a:lnSpc>
              <a:spcBef>
                <a:spcPts val="500"/>
              </a:spcBef>
              <a:buFont typeface="Arial"/>
              <a:buChar char="•"/>
            </a:lvl4pPr>
            <a:lvl5pPr marL="2057400" indent="-228600">
              <a:lnSpc>
                <a:spcPct val="90000"/>
              </a:lnSpc>
              <a:spcBef>
                <a:spcPts val="500"/>
              </a:spcBef>
              <a:buFont typeface="Arial"/>
              <a:buChar cha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0" algn="l"/>
            <a:r>
              <a:rPr lang="en-US" sz="1200" b="0" i="0">
                <a:solidFill>
                  <a:srgbClr val="000000"/>
                </a:solidFill>
                <a:latin typeface="Noir Pro" pitchFamily="2" charset="0"/>
                <a:cs typeface="Azeret Mono" pitchFamily="2" charset="77"/>
              </a:rPr>
              <a:t>+31 (0) 20 314 09 53  </a:t>
            </a:r>
          </a:p>
        </p:txBody>
      </p:sp>
      <p:sp>
        <p:nvSpPr>
          <p:cNvPr id="17" name="Text Placeholder 2">
            <a:extLst>
              <a:ext uri="{FF2B5EF4-FFF2-40B4-BE49-F238E27FC236}">
                <a16:creationId xmlns:a16="http://schemas.microsoft.com/office/drawing/2014/main" id="{E2E24D48-27B7-C704-62AD-DAC1B069A355}"/>
              </a:ext>
            </a:extLst>
          </p:cNvPr>
          <p:cNvSpPr txBox="1">
            <a:spLocks/>
          </p:cNvSpPr>
          <p:nvPr userDrawn="1"/>
        </p:nvSpPr>
        <p:spPr>
          <a:xfrm>
            <a:off x="6614376" y="5869904"/>
            <a:ext cx="4012536" cy="216792"/>
          </a:xfrm>
          <a:prstGeom prst="rect">
            <a:avLst/>
          </a:prstGeom>
        </p:spPr>
        <p:txBody>
          <a:bodyPr wrap="square" tIns="0" bIns="0" anchor="ctr">
            <a:noAutofit/>
          </a:bodyPr>
          <a:lstStyle>
            <a:defPPr>
              <a:defRPr lang="en-US"/>
            </a:defPPr>
            <a:lvl1pPr marL="228600" lvl="0" indent="-228600">
              <a:lnSpc>
                <a:spcPct val="80000"/>
              </a:lnSpc>
              <a:spcBef>
                <a:spcPts val="1000"/>
              </a:spcBef>
              <a:buFont typeface="Arial"/>
              <a:buNone/>
              <a:defRPr sz="2000" b="0">
                <a:solidFill>
                  <a:srgbClr val="AFB9C2"/>
                </a:solidFill>
                <a:ea typeface="TheSans B6 SemiBold" charset="0"/>
                <a:cs typeface="TheSans B6 SemiBold" charset="0"/>
              </a:defRPr>
            </a:lvl1pPr>
            <a:lvl2pPr marL="685800" indent="-228600">
              <a:lnSpc>
                <a:spcPct val="90000"/>
              </a:lnSpc>
              <a:spcBef>
                <a:spcPts val="500"/>
              </a:spcBef>
              <a:buFont typeface="Arial"/>
              <a:buChar char="•"/>
              <a:defRPr sz="2400"/>
            </a:lvl2pPr>
            <a:lvl3pPr marL="1143000" indent="-228600">
              <a:lnSpc>
                <a:spcPct val="90000"/>
              </a:lnSpc>
              <a:spcBef>
                <a:spcPts val="500"/>
              </a:spcBef>
              <a:buFont typeface="Arial"/>
              <a:buChar char="•"/>
              <a:defRPr sz="2000"/>
            </a:lvl3pPr>
            <a:lvl4pPr marL="1600200" indent="-228600">
              <a:lnSpc>
                <a:spcPct val="90000"/>
              </a:lnSpc>
              <a:spcBef>
                <a:spcPts val="500"/>
              </a:spcBef>
              <a:buFont typeface="Arial"/>
              <a:buChar char="•"/>
            </a:lvl4pPr>
            <a:lvl5pPr marL="2057400" indent="-228600">
              <a:lnSpc>
                <a:spcPct val="90000"/>
              </a:lnSpc>
              <a:spcBef>
                <a:spcPts val="500"/>
              </a:spcBef>
              <a:buFont typeface="Arial"/>
              <a:buChar cha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0" algn="l"/>
            <a:r>
              <a:rPr lang="en-US" sz="1200" b="0" i="0" dirty="0">
                <a:solidFill>
                  <a:srgbClr val="000000"/>
                </a:solidFill>
                <a:latin typeface="Noir Pro" pitchFamily="2" charset="0"/>
                <a:cs typeface="Azeret Mono" pitchFamily="2" charset="77"/>
              </a:rPr>
              <a:t>www.softwareimprovementgroup.com</a:t>
            </a:r>
          </a:p>
        </p:txBody>
      </p:sp>
      <p:pic>
        <p:nvPicPr>
          <p:cNvPr id="2" name="Graphic 1">
            <a:extLst>
              <a:ext uri="{FF2B5EF4-FFF2-40B4-BE49-F238E27FC236}">
                <a16:creationId xmlns:a16="http://schemas.microsoft.com/office/drawing/2014/main" id="{6FEA10E0-3D73-55D7-E866-371841EA6A3C}"/>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36000" y="3513307"/>
            <a:ext cx="2274111" cy="2022901"/>
          </a:xfrm>
          <a:prstGeom prst="rect">
            <a:avLst/>
          </a:prstGeom>
        </p:spPr>
      </p:pic>
      <p:sp>
        <p:nvSpPr>
          <p:cNvPr id="5" name="Vrije vorm 4">
            <a:extLst>
              <a:ext uri="{FF2B5EF4-FFF2-40B4-BE49-F238E27FC236}">
                <a16:creationId xmlns:a16="http://schemas.microsoft.com/office/drawing/2014/main" id="{1968E369-A70B-7B4A-7672-CDB30D53781E}"/>
              </a:ext>
            </a:extLst>
          </p:cNvPr>
          <p:cNvSpPr/>
          <p:nvPr userDrawn="1"/>
        </p:nvSpPr>
        <p:spPr>
          <a:xfrm>
            <a:off x="160978" y="136357"/>
            <a:ext cx="1103615" cy="228602"/>
          </a:xfrm>
          <a:custGeom>
            <a:avLst/>
            <a:gdLst>
              <a:gd name="connsiteX0" fmla="*/ 133269 w 1103615"/>
              <a:gd name="connsiteY0" fmla="*/ 0 h 228602"/>
              <a:gd name="connsiteX1" fmla="*/ 970346 w 1103615"/>
              <a:gd name="connsiteY1" fmla="*/ 0 h 228602"/>
              <a:gd name="connsiteX2" fmla="*/ 1103615 w 1103615"/>
              <a:gd name="connsiteY2" fmla="*/ 133269 h 228602"/>
              <a:gd name="connsiteX3" fmla="*/ 1103615 w 1103615"/>
              <a:gd name="connsiteY3" fmla="*/ 228602 h 228602"/>
              <a:gd name="connsiteX4" fmla="*/ 0 w 1103615"/>
              <a:gd name="connsiteY4" fmla="*/ 228602 h 228602"/>
              <a:gd name="connsiteX5" fmla="*/ 0 w 1103615"/>
              <a:gd name="connsiteY5" fmla="*/ 133269 h 228602"/>
              <a:gd name="connsiteX6" fmla="*/ 133269 w 1103615"/>
              <a:gd name="connsiteY6" fmla="*/ 0 h 22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3615" h="228602">
                <a:moveTo>
                  <a:pt x="133269" y="0"/>
                </a:moveTo>
                <a:lnTo>
                  <a:pt x="970346" y="0"/>
                </a:lnTo>
                <a:cubicBezTo>
                  <a:pt x="1043948" y="0"/>
                  <a:pt x="1103615" y="59667"/>
                  <a:pt x="1103615" y="133269"/>
                </a:cubicBezTo>
                <a:lnTo>
                  <a:pt x="1103615" y="228602"/>
                </a:lnTo>
                <a:lnTo>
                  <a:pt x="0" y="228602"/>
                </a:lnTo>
                <a:lnTo>
                  <a:pt x="0" y="133269"/>
                </a:lnTo>
                <a:cubicBezTo>
                  <a:pt x="0" y="59667"/>
                  <a:pt x="59667" y="0"/>
                  <a:pt x="133269" y="0"/>
                </a:cubicBezTo>
                <a:close/>
              </a:path>
            </a:pathLst>
          </a:custGeom>
          <a:gradFill>
            <a:gsLst>
              <a:gs pos="6000">
                <a:srgbClr val="F9C816">
                  <a:alpha val="46000"/>
                </a:srgbClr>
              </a:gs>
              <a:gs pos="41000">
                <a:srgbClr val="F9C816">
                  <a:alpha val="0"/>
                </a:srgbClr>
              </a:gs>
              <a:gs pos="30000">
                <a:srgbClr val="F9C816">
                  <a:alpha val="17000"/>
                </a:srgbClr>
              </a:gs>
            </a:gsLst>
            <a:lin ang="4200000" scaled="0"/>
          </a:gradFill>
          <a:ln w="9525">
            <a:gradFill>
              <a:gsLst>
                <a:gs pos="6000">
                  <a:srgbClr val="E88B36"/>
                </a:gs>
                <a:gs pos="46000">
                  <a:srgbClr val="F9C816">
                    <a:alpha val="0"/>
                  </a:srgbClr>
                </a:gs>
                <a:gs pos="23000">
                  <a:srgbClr val="F9C816"/>
                </a:gs>
              </a:gsLst>
              <a:lin ang="468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12" name="Text Placeholder 7">
            <a:extLst>
              <a:ext uri="{FF2B5EF4-FFF2-40B4-BE49-F238E27FC236}">
                <a16:creationId xmlns:a16="http://schemas.microsoft.com/office/drawing/2014/main" id="{57928E76-44DF-8C94-6012-676C8DA4133D}"/>
              </a:ext>
            </a:extLst>
          </p:cNvPr>
          <p:cNvSpPr>
            <a:spLocks noGrp="1"/>
          </p:cNvSpPr>
          <p:nvPr>
            <p:ph type="body" sz="quarter" idx="46" hasCustomPrompt="1"/>
          </p:nvPr>
        </p:nvSpPr>
        <p:spPr>
          <a:xfrm>
            <a:off x="9179101" y="3212289"/>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13" name="Text Placeholder 10">
            <a:extLst>
              <a:ext uri="{FF2B5EF4-FFF2-40B4-BE49-F238E27FC236}">
                <a16:creationId xmlns:a16="http://schemas.microsoft.com/office/drawing/2014/main" id="{F91137F3-1FE3-2DFE-6446-149A353641B2}"/>
              </a:ext>
            </a:extLst>
          </p:cNvPr>
          <p:cNvSpPr>
            <a:spLocks noGrp="1"/>
          </p:cNvSpPr>
          <p:nvPr>
            <p:ph type="body" sz="quarter" idx="47" hasCustomPrompt="1"/>
          </p:nvPr>
        </p:nvSpPr>
        <p:spPr>
          <a:xfrm>
            <a:off x="9179101" y="3528983"/>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
        <p:nvSpPr>
          <p:cNvPr id="18" name="Text Placeholder 7">
            <a:extLst>
              <a:ext uri="{FF2B5EF4-FFF2-40B4-BE49-F238E27FC236}">
                <a16:creationId xmlns:a16="http://schemas.microsoft.com/office/drawing/2014/main" id="{A443E0C3-CAA9-0F97-9FE8-C31EBD5AC162}"/>
              </a:ext>
            </a:extLst>
          </p:cNvPr>
          <p:cNvSpPr>
            <a:spLocks noGrp="1"/>
          </p:cNvSpPr>
          <p:nvPr>
            <p:ph type="body" sz="quarter" idx="48" hasCustomPrompt="1"/>
          </p:nvPr>
        </p:nvSpPr>
        <p:spPr>
          <a:xfrm>
            <a:off x="9179101" y="3902034"/>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19" name="Text Placeholder 10">
            <a:extLst>
              <a:ext uri="{FF2B5EF4-FFF2-40B4-BE49-F238E27FC236}">
                <a16:creationId xmlns:a16="http://schemas.microsoft.com/office/drawing/2014/main" id="{BE63016B-1598-8DC6-006A-313105AA1450}"/>
              </a:ext>
            </a:extLst>
          </p:cNvPr>
          <p:cNvSpPr>
            <a:spLocks noGrp="1"/>
          </p:cNvSpPr>
          <p:nvPr>
            <p:ph type="body" sz="quarter" idx="49" hasCustomPrompt="1"/>
          </p:nvPr>
        </p:nvSpPr>
        <p:spPr>
          <a:xfrm>
            <a:off x="9179101" y="4218728"/>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
        <p:nvSpPr>
          <p:cNvPr id="20" name="Text Placeholder 7">
            <a:extLst>
              <a:ext uri="{FF2B5EF4-FFF2-40B4-BE49-F238E27FC236}">
                <a16:creationId xmlns:a16="http://schemas.microsoft.com/office/drawing/2014/main" id="{9B9DFCE2-7A4E-07E7-F081-7BDFBCE46A5E}"/>
              </a:ext>
            </a:extLst>
          </p:cNvPr>
          <p:cNvSpPr>
            <a:spLocks noGrp="1"/>
          </p:cNvSpPr>
          <p:nvPr>
            <p:ph type="body" sz="quarter" idx="50" hasCustomPrompt="1"/>
          </p:nvPr>
        </p:nvSpPr>
        <p:spPr>
          <a:xfrm>
            <a:off x="9179101" y="4597283"/>
            <a:ext cx="2641424" cy="261936"/>
          </a:xfrm>
        </p:spPr>
        <p:txBody>
          <a:bodyPr wrap="none" tIns="0" rIns="0" bIns="0">
            <a:noAutofit/>
          </a:bodyPr>
          <a:lstStyle>
            <a:lvl1pPr marL="0" indent="0">
              <a:buFont typeface="Arial" panose="020B0604020202020204" pitchFamily="34" charset="0"/>
              <a:buNone/>
              <a:defRPr sz="18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Consultant name</a:t>
            </a:r>
          </a:p>
        </p:txBody>
      </p:sp>
      <p:sp>
        <p:nvSpPr>
          <p:cNvPr id="21" name="Text Placeholder 10">
            <a:extLst>
              <a:ext uri="{FF2B5EF4-FFF2-40B4-BE49-F238E27FC236}">
                <a16:creationId xmlns:a16="http://schemas.microsoft.com/office/drawing/2014/main" id="{8E90BA61-9F26-4973-5826-86EBC38E18E6}"/>
              </a:ext>
            </a:extLst>
          </p:cNvPr>
          <p:cNvSpPr>
            <a:spLocks noGrp="1"/>
          </p:cNvSpPr>
          <p:nvPr>
            <p:ph type="body" sz="quarter" idx="51" hasCustomPrompt="1"/>
          </p:nvPr>
        </p:nvSpPr>
        <p:spPr>
          <a:xfrm>
            <a:off x="9179101" y="4913977"/>
            <a:ext cx="2641424" cy="201426"/>
          </a:xfrm>
        </p:spPr>
        <p:txBody>
          <a:bodyPr wrap="none" tIns="0" rIns="0" bIns="0">
            <a:noAutofit/>
          </a:bodyPr>
          <a:lstStyle>
            <a:lvl1pPr marL="0" indent="0">
              <a:buFont typeface="Arial" panose="020B0604020202020204" pitchFamily="34" charset="0"/>
              <a:buNone/>
              <a:defRPr sz="14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Consultant title</a:t>
            </a:r>
          </a:p>
        </p:txBody>
      </p:sp>
    </p:spTree>
    <p:extLst>
      <p:ext uri="{BB962C8B-B14F-4D97-AF65-F5344CB8AC3E}">
        <p14:creationId xmlns:p14="http://schemas.microsoft.com/office/powerpoint/2010/main" val="196567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act page general">
    <p:bg>
      <p:bgPr>
        <a:solidFill>
          <a:schemeClr val="bg1"/>
        </a:solidFill>
        <a:effectLst/>
      </p:bgPr>
    </p:bg>
    <p:spTree>
      <p:nvGrpSpPr>
        <p:cNvPr id="1" name=""/>
        <p:cNvGrpSpPr/>
        <p:nvPr/>
      </p:nvGrpSpPr>
      <p:grpSpPr>
        <a:xfrm>
          <a:off x="0" y="0"/>
          <a:ext cx="0" cy="0"/>
          <a:chOff x="0" y="0"/>
          <a:chExt cx="0" cy="0"/>
        </a:xfrm>
      </p:grpSpPr>
      <p:pic>
        <p:nvPicPr>
          <p:cNvPr id="14" name="Picture 38">
            <a:extLst>
              <a:ext uri="{FF2B5EF4-FFF2-40B4-BE49-F238E27FC236}">
                <a16:creationId xmlns:a16="http://schemas.microsoft.com/office/drawing/2014/main" id="{10705728-3529-EEAC-6BA5-7FC4C54D932C}"/>
              </a:ext>
            </a:extLst>
          </p:cNvPr>
          <p:cNvPicPr>
            <a:picLocks noChangeAspect="1"/>
          </p:cNvPicPr>
          <p:nvPr userDrawn="1"/>
        </p:nvPicPr>
        <p:blipFill>
          <a:blip r:embed="rId2" cstate="email">
            <a:extLst>
              <a:ext uri="{BEBA8EAE-BF5A-486C-A8C5-ECC9F3942E4B}">
                <a14:imgProps xmlns:a14="http://schemas.microsoft.com/office/drawing/2010/main">
                  <a14:imgLayer r:embed="rId3">
                    <a14:imgEffect>
                      <a14:colorTemperature colorTemp="5948"/>
                    </a14:imgEffect>
                    <a14:imgEffect>
                      <a14:saturation sat="89000"/>
                    </a14:imgEffect>
                    <a14:imgEffect>
                      <a14:brightnessContrast bright="-30000" contrast="13000"/>
                    </a14:imgEffect>
                  </a14:imgLayer>
                </a14:imgProps>
              </a:ext>
              <a:ext uri="{28A0092B-C50C-407E-A947-70E740481C1C}">
                <a14:useLocalDpi xmlns:a14="http://schemas.microsoft.com/office/drawing/2010/main"/>
              </a:ext>
            </a:extLst>
          </a:blip>
          <a:srcRect l="64864" r="-1"/>
          <a:stretch/>
        </p:blipFill>
        <p:spPr>
          <a:xfrm flipH="1">
            <a:off x="-370" y="1"/>
            <a:ext cx="6135321" cy="6857998"/>
          </a:xfrm>
          <a:prstGeom prst="rect">
            <a:avLst/>
          </a:prstGeom>
        </p:spPr>
      </p:pic>
      <p:sp>
        <p:nvSpPr>
          <p:cNvPr id="25" name="Rechthoek 10">
            <a:extLst>
              <a:ext uri="{FF2B5EF4-FFF2-40B4-BE49-F238E27FC236}">
                <a16:creationId xmlns:a16="http://schemas.microsoft.com/office/drawing/2014/main" id="{F8565DB7-3065-32FC-7C6D-77E08F85A889}"/>
              </a:ext>
            </a:extLst>
          </p:cNvPr>
          <p:cNvSpPr/>
          <p:nvPr userDrawn="1"/>
        </p:nvSpPr>
        <p:spPr>
          <a:xfrm>
            <a:off x="0" y="0"/>
            <a:ext cx="6099188" cy="6858000"/>
          </a:xfrm>
          <a:prstGeom prst="rect">
            <a:avLst/>
          </a:prstGeom>
          <a:gradFill>
            <a:gsLst>
              <a:gs pos="0">
                <a:srgbClr val="09204F">
                  <a:alpha val="90588"/>
                </a:srgbClr>
              </a:gs>
              <a:gs pos="80000">
                <a:srgbClr val="1864FF">
                  <a:alpha val="87451"/>
                </a:srgbClr>
              </a:gs>
            </a:gsLst>
            <a:lin ang="1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0" name="Rechthoek 14">
            <a:extLst>
              <a:ext uri="{FF2B5EF4-FFF2-40B4-BE49-F238E27FC236}">
                <a16:creationId xmlns:a16="http://schemas.microsoft.com/office/drawing/2014/main" id="{C8EF42CF-F770-038C-2A0C-3BCFD4AD6C3F}"/>
              </a:ext>
            </a:extLst>
          </p:cNvPr>
          <p:cNvSpPr/>
          <p:nvPr userDrawn="1"/>
        </p:nvSpPr>
        <p:spPr>
          <a:xfrm>
            <a:off x="-1" y="2550296"/>
            <a:ext cx="6099187" cy="4307704"/>
          </a:xfrm>
          <a:prstGeom prst="rect">
            <a:avLst/>
          </a:prstGeom>
          <a:gradFill>
            <a:gsLst>
              <a:gs pos="4000">
                <a:srgbClr val="09204F">
                  <a:alpha val="70980"/>
                </a:srgbClr>
              </a:gs>
              <a:gs pos="100000">
                <a:srgbClr val="1864FF"/>
              </a:gs>
            </a:gsLst>
            <a:lin ang="6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31" name="Rounded Rectangle 11">
            <a:extLst>
              <a:ext uri="{FF2B5EF4-FFF2-40B4-BE49-F238E27FC236}">
                <a16:creationId xmlns:a16="http://schemas.microsoft.com/office/drawing/2014/main" id="{F94A57BA-A7CF-43D2-8324-CA43C14FD623}"/>
              </a:ext>
            </a:extLst>
          </p:cNvPr>
          <p:cNvSpPr/>
          <p:nvPr userDrawn="1"/>
        </p:nvSpPr>
        <p:spPr>
          <a:xfrm>
            <a:off x="158400" y="6255515"/>
            <a:ext cx="3927438" cy="522162"/>
          </a:xfrm>
          <a:prstGeom prst="roundRect">
            <a:avLst>
              <a:gd name="adj" fmla="val 25380"/>
            </a:avLst>
          </a:prstGeom>
          <a:gradFill>
            <a:gsLst>
              <a:gs pos="0">
                <a:srgbClr val="74A2FF">
                  <a:alpha val="81961"/>
                </a:srgbClr>
              </a:gs>
              <a:gs pos="19000">
                <a:srgbClr val="74A2F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32" name="Graphic 31">
            <a:extLst>
              <a:ext uri="{FF2B5EF4-FFF2-40B4-BE49-F238E27FC236}">
                <a16:creationId xmlns:a16="http://schemas.microsoft.com/office/drawing/2014/main" id="{B0EC024E-1150-ED9D-3CC7-A1849E428FE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1663" y="6471870"/>
            <a:ext cx="325232" cy="216821"/>
          </a:xfrm>
          <a:prstGeom prst="rect">
            <a:avLst/>
          </a:prstGeom>
        </p:spPr>
      </p:pic>
      <p:sp>
        <p:nvSpPr>
          <p:cNvPr id="33" name="Rectangle 32">
            <a:extLst>
              <a:ext uri="{FF2B5EF4-FFF2-40B4-BE49-F238E27FC236}">
                <a16:creationId xmlns:a16="http://schemas.microsoft.com/office/drawing/2014/main" id="{C7DEAD04-69C7-97F6-5F0B-4DDA43E5D403}"/>
              </a:ext>
            </a:extLst>
          </p:cNvPr>
          <p:cNvSpPr/>
          <p:nvPr userDrawn="1"/>
        </p:nvSpPr>
        <p:spPr>
          <a:xfrm>
            <a:off x="6099186" y="1"/>
            <a:ext cx="6092814" cy="6858000"/>
          </a:xfrm>
          <a:prstGeom prst="rect">
            <a:avLst/>
          </a:prstGeom>
          <a:gradFill>
            <a:gsLst>
              <a:gs pos="6000">
                <a:srgbClr val="E88C36"/>
              </a:gs>
              <a:gs pos="82000">
                <a:srgbClr val="F8C716"/>
              </a:gs>
            </a:gsLst>
            <a:lin ang="3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b="0" i="0" err="1">
              <a:solidFill>
                <a:schemeClr val="bg1"/>
              </a:solidFill>
              <a:latin typeface="Noir Pro" pitchFamily="2" charset="0"/>
            </a:endParaRPr>
          </a:p>
        </p:txBody>
      </p:sp>
      <p:sp>
        <p:nvSpPr>
          <p:cNvPr id="34" name="Titel 3">
            <a:extLst>
              <a:ext uri="{FF2B5EF4-FFF2-40B4-BE49-F238E27FC236}">
                <a16:creationId xmlns:a16="http://schemas.microsoft.com/office/drawing/2014/main" id="{C9839C37-B5CE-D464-FDD4-6F014A7B28A1}"/>
              </a:ext>
            </a:extLst>
          </p:cNvPr>
          <p:cNvSpPr txBox="1">
            <a:spLocks/>
          </p:cNvSpPr>
          <p:nvPr userDrawn="1"/>
        </p:nvSpPr>
        <p:spPr>
          <a:xfrm>
            <a:off x="687600" y="977039"/>
            <a:ext cx="5025746" cy="1218795"/>
          </a:xfrm>
          <a:prstGeom prst="rect">
            <a:avLst/>
          </a:prstGeom>
        </p:spPr>
        <p:txBody>
          <a:bodyPr wrap="square" lIns="234000" tIns="0" rIns="0" bIns="0" anchor="t" anchorCtr="0">
            <a:spAutoFit/>
          </a:bodyPr>
          <a:lstStyle>
            <a:lvl1pPr marL="0" indent="0" algn="l" defTabSz="914400" rtl="0" eaLnBrk="1" latinLnBrk="0" hangingPunct="1">
              <a:lnSpc>
                <a:spcPct val="90000"/>
              </a:lnSpc>
              <a:spcBef>
                <a:spcPts val="0"/>
              </a:spcBef>
              <a:buNone/>
              <a:defRPr lang="en-US" sz="4400" b="1" i="0" kern="1200" spc="0">
                <a:solidFill>
                  <a:schemeClr val="bg1"/>
                </a:solidFill>
                <a:latin typeface="Noir Pro Semi Bold" pitchFamily="2" charset="0"/>
                <a:ea typeface="+mn-ea"/>
                <a:cs typeface="+mn-cs"/>
              </a:defRPr>
            </a:lvl1pPr>
          </a:lstStyle>
          <a:p>
            <a:r>
              <a:rPr lang="nl-NL" dirty="0">
                <a:solidFill>
                  <a:srgbClr val="FFFFFF"/>
                </a:solidFill>
              </a:rPr>
              <a:t>Contact information</a:t>
            </a:r>
          </a:p>
        </p:txBody>
      </p:sp>
      <p:sp>
        <p:nvSpPr>
          <p:cNvPr id="35" name="Text Placeholder 2">
            <a:extLst>
              <a:ext uri="{FF2B5EF4-FFF2-40B4-BE49-F238E27FC236}">
                <a16:creationId xmlns:a16="http://schemas.microsoft.com/office/drawing/2014/main" id="{3E04643A-71A4-06CA-8F6F-B9FC78962E7B}"/>
              </a:ext>
            </a:extLst>
          </p:cNvPr>
          <p:cNvSpPr txBox="1">
            <a:spLocks/>
          </p:cNvSpPr>
          <p:nvPr userDrawn="1"/>
        </p:nvSpPr>
        <p:spPr>
          <a:xfrm>
            <a:off x="6614376" y="6138277"/>
            <a:ext cx="3593008" cy="216792"/>
          </a:xfrm>
          <a:prstGeom prst="rect">
            <a:avLst/>
          </a:prstGeom>
        </p:spPr>
        <p:txBody>
          <a:bodyPr wrap="square" tIns="0" bIns="0" anchor="ctr">
            <a:noAutofit/>
          </a:bodyPr>
          <a:lstStyle>
            <a:defPPr>
              <a:defRPr lang="en-US"/>
            </a:defPPr>
            <a:lvl1pPr marL="228600" lvl="0" indent="-228600">
              <a:lnSpc>
                <a:spcPct val="80000"/>
              </a:lnSpc>
              <a:spcBef>
                <a:spcPts val="1000"/>
              </a:spcBef>
              <a:buFont typeface="Arial"/>
              <a:buNone/>
              <a:defRPr sz="2000" b="0">
                <a:solidFill>
                  <a:srgbClr val="AFB9C2"/>
                </a:solidFill>
                <a:ea typeface="TheSans B6 SemiBold" charset="0"/>
                <a:cs typeface="TheSans B6 SemiBold" charset="0"/>
              </a:defRPr>
            </a:lvl1pPr>
            <a:lvl2pPr marL="685800" indent="-228600">
              <a:lnSpc>
                <a:spcPct val="90000"/>
              </a:lnSpc>
              <a:spcBef>
                <a:spcPts val="500"/>
              </a:spcBef>
              <a:buFont typeface="Arial"/>
              <a:buChar char="•"/>
              <a:defRPr sz="2400"/>
            </a:lvl2pPr>
            <a:lvl3pPr marL="1143000" indent="-228600">
              <a:lnSpc>
                <a:spcPct val="90000"/>
              </a:lnSpc>
              <a:spcBef>
                <a:spcPts val="500"/>
              </a:spcBef>
              <a:buFont typeface="Arial"/>
              <a:buChar char="•"/>
              <a:defRPr sz="2000"/>
            </a:lvl3pPr>
            <a:lvl4pPr marL="1600200" indent="-228600">
              <a:lnSpc>
                <a:spcPct val="90000"/>
              </a:lnSpc>
              <a:spcBef>
                <a:spcPts val="500"/>
              </a:spcBef>
              <a:buFont typeface="Arial"/>
              <a:buChar char="•"/>
            </a:lvl4pPr>
            <a:lvl5pPr marL="2057400" indent="-228600">
              <a:lnSpc>
                <a:spcPct val="90000"/>
              </a:lnSpc>
              <a:spcBef>
                <a:spcPts val="500"/>
              </a:spcBef>
              <a:buFont typeface="Arial"/>
              <a:buChar cha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0" algn="l"/>
            <a:r>
              <a:rPr lang="en-US" sz="1200" b="0" i="0">
                <a:solidFill>
                  <a:srgbClr val="000000"/>
                </a:solidFill>
                <a:latin typeface="Noir Pro" pitchFamily="2" charset="0"/>
                <a:cs typeface="Azeret Mono" pitchFamily="2" charset="77"/>
              </a:rPr>
              <a:t>+31 (0) 20 314 09 53  </a:t>
            </a:r>
          </a:p>
        </p:txBody>
      </p:sp>
      <p:sp>
        <p:nvSpPr>
          <p:cNvPr id="36" name="Text Placeholder 2">
            <a:extLst>
              <a:ext uri="{FF2B5EF4-FFF2-40B4-BE49-F238E27FC236}">
                <a16:creationId xmlns:a16="http://schemas.microsoft.com/office/drawing/2014/main" id="{527EEB93-4EBF-B8BE-D299-AF811CC9AC01}"/>
              </a:ext>
            </a:extLst>
          </p:cNvPr>
          <p:cNvSpPr txBox="1">
            <a:spLocks/>
          </p:cNvSpPr>
          <p:nvPr userDrawn="1"/>
        </p:nvSpPr>
        <p:spPr>
          <a:xfrm>
            <a:off x="6614376" y="5869904"/>
            <a:ext cx="4012536" cy="216792"/>
          </a:xfrm>
          <a:prstGeom prst="rect">
            <a:avLst/>
          </a:prstGeom>
        </p:spPr>
        <p:txBody>
          <a:bodyPr wrap="square" tIns="0" bIns="0" anchor="ctr">
            <a:noAutofit/>
          </a:bodyPr>
          <a:lstStyle>
            <a:defPPr>
              <a:defRPr lang="en-US"/>
            </a:defPPr>
            <a:lvl1pPr marL="228600" lvl="0" indent="-228600">
              <a:lnSpc>
                <a:spcPct val="80000"/>
              </a:lnSpc>
              <a:spcBef>
                <a:spcPts val="1000"/>
              </a:spcBef>
              <a:buFont typeface="Arial"/>
              <a:buNone/>
              <a:defRPr sz="2000" b="0">
                <a:solidFill>
                  <a:srgbClr val="AFB9C2"/>
                </a:solidFill>
                <a:ea typeface="TheSans B6 SemiBold" charset="0"/>
                <a:cs typeface="TheSans B6 SemiBold" charset="0"/>
              </a:defRPr>
            </a:lvl1pPr>
            <a:lvl2pPr marL="685800" indent="-228600">
              <a:lnSpc>
                <a:spcPct val="90000"/>
              </a:lnSpc>
              <a:spcBef>
                <a:spcPts val="500"/>
              </a:spcBef>
              <a:buFont typeface="Arial"/>
              <a:buChar char="•"/>
              <a:defRPr sz="2400"/>
            </a:lvl2pPr>
            <a:lvl3pPr marL="1143000" indent="-228600">
              <a:lnSpc>
                <a:spcPct val="90000"/>
              </a:lnSpc>
              <a:spcBef>
                <a:spcPts val="500"/>
              </a:spcBef>
              <a:buFont typeface="Arial"/>
              <a:buChar char="•"/>
              <a:defRPr sz="2000"/>
            </a:lvl3pPr>
            <a:lvl4pPr marL="1600200" indent="-228600">
              <a:lnSpc>
                <a:spcPct val="90000"/>
              </a:lnSpc>
              <a:spcBef>
                <a:spcPts val="500"/>
              </a:spcBef>
              <a:buFont typeface="Arial"/>
              <a:buChar char="•"/>
            </a:lvl4pPr>
            <a:lvl5pPr marL="2057400" indent="-228600">
              <a:lnSpc>
                <a:spcPct val="90000"/>
              </a:lnSpc>
              <a:spcBef>
                <a:spcPts val="500"/>
              </a:spcBef>
              <a:buFont typeface="Arial"/>
              <a:buChar char="•"/>
            </a:lvl5pPr>
            <a:lvl6pPr marL="2514600" indent="-228600">
              <a:lnSpc>
                <a:spcPct val="90000"/>
              </a:lnSpc>
              <a:spcBef>
                <a:spcPts val="500"/>
              </a:spcBef>
              <a:buFont typeface="Arial"/>
              <a:buChar char="•"/>
            </a:lvl6pPr>
            <a:lvl7pPr marL="2971800" indent="-228600">
              <a:lnSpc>
                <a:spcPct val="90000"/>
              </a:lnSpc>
              <a:spcBef>
                <a:spcPts val="500"/>
              </a:spcBef>
              <a:buFont typeface="Arial"/>
              <a:buChar char="•"/>
            </a:lvl7pPr>
            <a:lvl8pPr marL="3429000" indent="-228600">
              <a:lnSpc>
                <a:spcPct val="90000"/>
              </a:lnSpc>
              <a:spcBef>
                <a:spcPts val="500"/>
              </a:spcBef>
              <a:buFont typeface="Arial"/>
              <a:buChar char="•"/>
            </a:lvl8pPr>
            <a:lvl9pPr marL="3886200" indent="-228600">
              <a:lnSpc>
                <a:spcPct val="90000"/>
              </a:lnSpc>
              <a:spcBef>
                <a:spcPts val="500"/>
              </a:spcBef>
              <a:buFont typeface="Arial"/>
              <a:buChar char="•"/>
            </a:lvl9pPr>
          </a:lstStyle>
          <a:p>
            <a:pPr lvl="0" algn="l"/>
            <a:r>
              <a:rPr lang="en-US" sz="1200" b="0" i="0" dirty="0">
                <a:solidFill>
                  <a:srgbClr val="000000"/>
                </a:solidFill>
                <a:latin typeface="Noir Pro" pitchFamily="2" charset="0"/>
                <a:cs typeface="Azeret Mono" pitchFamily="2" charset="77"/>
              </a:rPr>
              <a:t>www.softwareimprovementgroup.com</a:t>
            </a:r>
          </a:p>
        </p:txBody>
      </p:sp>
      <p:pic>
        <p:nvPicPr>
          <p:cNvPr id="37" name="Graphic 36">
            <a:extLst>
              <a:ext uri="{FF2B5EF4-FFF2-40B4-BE49-F238E27FC236}">
                <a16:creationId xmlns:a16="http://schemas.microsoft.com/office/drawing/2014/main" id="{21658461-C689-5DE5-87C6-10E1559E0DA6}"/>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936000" y="3513307"/>
            <a:ext cx="2274111" cy="2022901"/>
          </a:xfrm>
          <a:prstGeom prst="rect">
            <a:avLst/>
          </a:prstGeom>
        </p:spPr>
      </p:pic>
      <p:sp>
        <p:nvSpPr>
          <p:cNvPr id="26" name="Titel 6">
            <a:extLst>
              <a:ext uri="{FF2B5EF4-FFF2-40B4-BE49-F238E27FC236}">
                <a16:creationId xmlns:a16="http://schemas.microsoft.com/office/drawing/2014/main" id="{BBADF64E-6EE3-1DF3-AAB9-87DEA30495A0}"/>
              </a:ext>
            </a:extLst>
          </p:cNvPr>
          <p:cNvSpPr txBox="1">
            <a:spLocks/>
          </p:cNvSpPr>
          <p:nvPr userDrawn="1"/>
        </p:nvSpPr>
        <p:spPr>
          <a:xfrm>
            <a:off x="1708423" y="-441212"/>
            <a:ext cx="5792514" cy="248402"/>
          </a:xfrm>
          <a:prstGeom prst="rect">
            <a:avLst/>
          </a:prstGeom>
        </p:spPr>
        <p:txBody>
          <a:bodyPr wrap="square" lIns="234000" tIns="46800" rIns="0" bIns="46800" anchor="ctr" anchorCtr="0">
            <a:spAutoFit/>
          </a:bodyPr>
          <a:lstStyle>
            <a:lvl1pPr marL="0" indent="0" algn="l" defTabSz="914400" rtl="0" eaLnBrk="1" latinLnBrk="0" hangingPunct="1">
              <a:lnSpc>
                <a:spcPct val="100000"/>
              </a:lnSpc>
              <a:spcBef>
                <a:spcPts val="0"/>
              </a:spcBef>
              <a:buNone/>
              <a:defRPr lang="en-US" sz="1000" b="0" i="0" kern="1200" spc="0">
                <a:solidFill>
                  <a:schemeClr val="bg1">
                    <a:lumMod val="65000"/>
                  </a:schemeClr>
                </a:solidFill>
                <a:latin typeface="Noir Pro Medium" pitchFamily="2" charset="0"/>
                <a:ea typeface="+mn-ea"/>
                <a:cs typeface="+mn-cs"/>
              </a:defRPr>
            </a:lvl1pPr>
          </a:lstStyle>
          <a:p>
            <a:r>
              <a:rPr lang="nl-NL" dirty="0"/>
              <a:t>Slide </a:t>
            </a:r>
            <a:r>
              <a:rPr lang="nl-NL" dirty="0" err="1"/>
              <a:t>title</a:t>
            </a:r>
            <a:r>
              <a:rPr lang="nl-NL" dirty="0"/>
              <a:t> </a:t>
            </a:r>
            <a:r>
              <a:rPr lang="nl-NL" dirty="0" err="1"/>
              <a:t>placeholder</a:t>
            </a:r>
            <a:r>
              <a:rPr lang="nl-NL" dirty="0"/>
              <a:t> (</a:t>
            </a:r>
            <a:r>
              <a:rPr lang="nl-NL" dirty="0" err="1"/>
              <a:t>for</a:t>
            </a:r>
            <a:r>
              <a:rPr lang="nl-NL" dirty="0"/>
              <a:t> </a:t>
            </a:r>
            <a:r>
              <a:rPr lang="nl-NL" dirty="0" err="1"/>
              <a:t>compatibility</a:t>
            </a:r>
            <a:r>
              <a:rPr lang="nl-NL" dirty="0"/>
              <a:t> </a:t>
            </a:r>
            <a:r>
              <a:rPr lang="nl-NL" dirty="0" err="1"/>
              <a:t>with</a:t>
            </a:r>
            <a:r>
              <a:rPr lang="nl-NL" dirty="0"/>
              <a:t> </a:t>
            </a:r>
            <a:r>
              <a:rPr lang="nl-NL" dirty="0" err="1"/>
              <a:t>other</a:t>
            </a:r>
            <a:r>
              <a:rPr lang="nl-NL" dirty="0"/>
              <a:t> slides, do </a:t>
            </a:r>
            <a:r>
              <a:rPr lang="nl-NL" dirty="0" err="1"/>
              <a:t>not</a:t>
            </a:r>
            <a:r>
              <a:rPr lang="nl-NL" dirty="0"/>
              <a:t> </a:t>
            </a:r>
            <a:r>
              <a:rPr lang="nl-NL" dirty="0" err="1"/>
              <a:t>use</a:t>
            </a:r>
            <a:r>
              <a:rPr lang="nl-NL" dirty="0"/>
              <a:t>)</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710000" y="-442800"/>
            <a:ext cx="9810000" cy="248402"/>
          </a:xfrm>
          <a:prstGeom prst="rect">
            <a:avLst/>
          </a:prstGeom>
        </p:spPr>
        <p:txBody>
          <a:bodyPr wrap="square" lIns="234000" tIns="46800" rIns="0" bIns="46800" anchor="ctr" anchorCtr="0">
            <a:spAutoFit/>
          </a:bodyPr>
          <a:lstStyle>
            <a:lvl1pPr>
              <a:defRPr lang="en-US" sz="1000" dirty="0">
                <a:solidFill>
                  <a:schemeClr val="bg1">
                    <a:lumMod val="65000"/>
                  </a:schemeClr>
                </a:solidFill>
              </a:defRPr>
            </a:lvl1pPr>
          </a:lstStyle>
          <a:p>
            <a:r>
              <a:rPr lang="nl-NL" dirty="0"/>
              <a:t>Slide </a:t>
            </a:r>
            <a:r>
              <a:rPr lang="nl-NL" dirty="0" err="1"/>
              <a:t>title</a:t>
            </a:r>
            <a:r>
              <a:rPr lang="nl-NL" dirty="0"/>
              <a:t> </a:t>
            </a:r>
            <a:r>
              <a:rPr lang="nl-NL" dirty="0" err="1"/>
              <a:t>placeholder</a:t>
            </a:r>
            <a:r>
              <a:rPr lang="nl-NL" dirty="0"/>
              <a:t> (</a:t>
            </a:r>
            <a:r>
              <a:rPr lang="nl-NL" dirty="0" err="1"/>
              <a:t>for</a:t>
            </a:r>
            <a:r>
              <a:rPr lang="nl-NL" dirty="0"/>
              <a:t> </a:t>
            </a:r>
            <a:r>
              <a:rPr lang="nl-NL" dirty="0" err="1"/>
              <a:t>compatibility</a:t>
            </a:r>
            <a:r>
              <a:rPr lang="nl-NL" dirty="0"/>
              <a:t> </a:t>
            </a:r>
            <a:r>
              <a:rPr lang="nl-NL" dirty="0" err="1"/>
              <a:t>with</a:t>
            </a:r>
            <a:r>
              <a:rPr lang="nl-NL" dirty="0"/>
              <a:t> </a:t>
            </a:r>
            <a:r>
              <a:rPr lang="nl-NL" dirty="0" err="1"/>
              <a:t>other</a:t>
            </a:r>
            <a:r>
              <a:rPr lang="nl-NL" dirty="0"/>
              <a:t> slides, do </a:t>
            </a:r>
            <a:r>
              <a:rPr lang="nl-NL" dirty="0" err="1"/>
              <a:t>not</a:t>
            </a:r>
            <a:r>
              <a:rPr lang="nl-NL" dirty="0"/>
              <a:t> </a:t>
            </a:r>
            <a:r>
              <a:rPr lang="nl-NL" dirty="0" err="1"/>
              <a:t>use</a:t>
            </a:r>
            <a:r>
              <a:rPr lang="nl-NL" dirty="0"/>
              <a:t>)</a:t>
            </a:r>
          </a:p>
        </p:txBody>
      </p:sp>
      <p:sp>
        <p:nvSpPr>
          <p:cNvPr id="8" name="Text Placeholder 7">
            <a:extLst>
              <a:ext uri="{FF2B5EF4-FFF2-40B4-BE49-F238E27FC236}">
                <a16:creationId xmlns:a16="http://schemas.microsoft.com/office/drawing/2014/main" id="{2780D622-8466-B04C-8DFD-B730E797EA3F}"/>
              </a:ext>
            </a:extLst>
          </p:cNvPr>
          <p:cNvSpPr>
            <a:spLocks noGrp="1"/>
          </p:cNvSpPr>
          <p:nvPr>
            <p:ph type="body" sz="quarter" idx="32" hasCustomPrompt="1"/>
          </p:nvPr>
        </p:nvSpPr>
        <p:spPr>
          <a:xfrm>
            <a:off x="6483600" y="1118281"/>
            <a:ext cx="5144400"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45" name="Text Placeholder 7">
            <a:extLst>
              <a:ext uri="{FF2B5EF4-FFF2-40B4-BE49-F238E27FC236}">
                <a16:creationId xmlns:a16="http://schemas.microsoft.com/office/drawing/2014/main" id="{56FEDB43-2B74-1B40-B33C-A25AAD8DD999}"/>
              </a:ext>
            </a:extLst>
          </p:cNvPr>
          <p:cNvSpPr>
            <a:spLocks noGrp="1"/>
          </p:cNvSpPr>
          <p:nvPr>
            <p:ph type="body" sz="quarter" idx="34" hasCustomPrompt="1"/>
          </p:nvPr>
        </p:nvSpPr>
        <p:spPr>
          <a:xfrm>
            <a:off x="6483600" y="3006131"/>
            <a:ext cx="5144400"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47" name="Text Placeholder 10">
            <a:extLst>
              <a:ext uri="{FF2B5EF4-FFF2-40B4-BE49-F238E27FC236}">
                <a16:creationId xmlns:a16="http://schemas.microsoft.com/office/drawing/2014/main" id="{18E3A589-B95B-D14B-8B35-827248735BAF}"/>
              </a:ext>
            </a:extLst>
          </p:cNvPr>
          <p:cNvSpPr>
            <a:spLocks noGrp="1"/>
          </p:cNvSpPr>
          <p:nvPr>
            <p:ph type="body" sz="quarter" idx="35" hasCustomPrompt="1"/>
          </p:nvPr>
        </p:nvSpPr>
        <p:spPr>
          <a:xfrm>
            <a:off x="6483600" y="332185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48" name="Text Placeholder 10">
            <a:extLst>
              <a:ext uri="{FF2B5EF4-FFF2-40B4-BE49-F238E27FC236}">
                <a16:creationId xmlns:a16="http://schemas.microsoft.com/office/drawing/2014/main" id="{8FBC5404-48F5-3F4D-9830-C71054E22120}"/>
              </a:ext>
            </a:extLst>
          </p:cNvPr>
          <p:cNvSpPr>
            <a:spLocks noGrp="1"/>
          </p:cNvSpPr>
          <p:nvPr>
            <p:ph type="body" sz="quarter" idx="36" hasCustomPrompt="1"/>
          </p:nvPr>
        </p:nvSpPr>
        <p:spPr>
          <a:xfrm>
            <a:off x="6483600" y="1677958"/>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9" name="Text Placeholder 7">
            <a:extLst>
              <a:ext uri="{FF2B5EF4-FFF2-40B4-BE49-F238E27FC236}">
                <a16:creationId xmlns:a16="http://schemas.microsoft.com/office/drawing/2014/main" id="{2B2F3057-76A4-6B43-818A-38CCFBF40B34}"/>
              </a:ext>
            </a:extLst>
          </p:cNvPr>
          <p:cNvSpPr>
            <a:spLocks noGrp="1"/>
          </p:cNvSpPr>
          <p:nvPr>
            <p:ph type="body" sz="quarter" idx="37" hasCustomPrompt="1"/>
          </p:nvPr>
        </p:nvSpPr>
        <p:spPr>
          <a:xfrm>
            <a:off x="6483600" y="2060872"/>
            <a:ext cx="5144400"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0" name="Text Placeholder 10">
            <a:extLst>
              <a:ext uri="{FF2B5EF4-FFF2-40B4-BE49-F238E27FC236}">
                <a16:creationId xmlns:a16="http://schemas.microsoft.com/office/drawing/2014/main" id="{6F444726-1D68-A94E-B387-A55930D429BD}"/>
              </a:ext>
            </a:extLst>
          </p:cNvPr>
          <p:cNvSpPr>
            <a:spLocks noGrp="1"/>
          </p:cNvSpPr>
          <p:nvPr>
            <p:ph type="body" sz="quarter" idx="38" hasCustomPrompt="1"/>
          </p:nvPr>
        </p:nvSpPr>
        <p:spPr>
          <a:xfrm>
            <a:off x="6483600" y="2620549"/>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53" name="Text Placeholder 7">
            <a:extLst>
              <a:ext uri="{FF2B5EF4-FFF2-40B4-BE49-F238E27FC236}">
                <a16:creationId xmlns:a16="http://schemas.microsoft.com/office/drawing/2014/main" id="{013CFE9D-2F23-0946-B34E-FF8D67DEBB02}"/>
              </a:ext>
            </a:extLst>
          </p:cNvPr>
          <p:cNvSpPr>
            <a:spLocks noGrp="1"/>
          </p:cNvSpPr>
          <p:nvPr>
            <p:ph type="body" sz="quarter" idx="39" hasCustomPrompt="1"/>
          </p:nvPr>
        </p:nvSpPr>
        <p:spPr>
          <a:xfrm>
            <a:off x="6483600" y="3949691"/>
            <a:ext cx="5144400"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6" name="Text Placeholder 10">
            <a:extLst>
              <a:ext uri="{FF2B5EF4-FFF2-40B4-BE49-F238E27FC236}">
                <a16:creationId xmlns:a16="http://schemas.microsoft.com/office/drawing/2014/main" id="{CAEE56BA-F636-814A-A890-4BBAAE750F46}"/>
              </a:ext>
            </a:extLst>
          </p:cNvPr>
          <p:cNvSpPr>
            <a:spLocks noGrp="1"/>
          </p:cNvSpPr>
          <p:nvPr>
            <p:ph type="body" sz="quarter" idx="40" hasCustomPrompt="1"/>
          </p:nvPr>
        </p:nvSpPr>
        <p:spPr>
          <a:xfrm>
            <a:off x="6483600" y="426541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57" name="Text Placeholder 7">
            <a:extLst>
              <a:ext uri="{FF2B5EF4-FFF2-40B4-BE49-F238E27FC236}">
                <a16:creationId xmlns:a16="http://schemas.microsoft.com/office/drawing/2014/main" id="{9813E48C-419C-714D-8526-2AA43F81E71B}"/>
              </a:ext>
            </a:extLst>
          </p:cNvPr>
          <p:cNvSpPr>
            <a:spLocks noGrp="1"/>
          </p:cNvSpPr>
          <p:nvPr>
            <p:ph type="body" sz="quarter" idx="41" hasCustomPrompt="1"/>
          </p:nvPr>
        </p:nvSpPr>
        <p:spPr>
          <a:xfrm>
            <a:off x="6483600" y="4893251"/>
            <a:ext cx="5144400" cy="261936"/>
          </a:xfrm>
        </p:spPr>
        <p:txBody>
          <a:bodyPr wrap="none" tIns="0" bIns="0">
            <a:noAutofit/>
          </a:bodyPr>
          <a:lstStyle>
            <a:lvl1pPr marL="0" indent="0">
              <a:buFont typeface="Arial" panose="020B0604020202020204" pitchFamily="34" charset="0"/>
              <a:buNone/>
              <a:defRPr sz="2000" b="0" i="0">
                <a:solidFill>
                  <a:srgbClr val="000000"/>
                </a:solidFill>
                <a:latin typeface="Noir Pro Medium" pitchFamily="2" charset="0"/>
              </a:defRPr>
            </a:lvl1pPr>
            <a:lvl2pPr marL="270000" indent="0">
              <a:buFont typeface="Arial" panose="020B0604020202020204" pitchFamily="34" charset="0"/>
              <a:buNone/>
              <a:defRPr/>
            </a:lvl2pPr>
            <a:lvl3pPr marL="522000" indent="0">
              <a:buFont typeface="Arial" panose="020B0604020202020204" pitchFamily="34" charset="0"/>
              <a:buNone/>
              <a:defRPr/>
            </a:lvl3pPr>
            <a:lvl4pPr marL="774000" indent="0">
              <a:buFont typeface="Arial" panose="020B0604020202020204" pitchFamily="34" charset="0"/>
              <a:buNone/>
              <a:defRPr/>
            </a:lvl4pPr>
            <a:lvl5pPr marL="1026000" indent="0">
              <a:buFont typeface="Arial" panose="020B0604020202020204" pitchFamily="34" charset="0"/>
              <a:buNone/>
              <a:defRPr/>
            </a:lvl5pPr>
          </a:lstStyle>
          <a:p>
            <a:pPr lvl="0"/>
            <a:r>
              <a:rPr lang="en-US" dirty="0"/>
              <a:t>Speaker</a:t>
            </a:r>
          </a:p>
        </p:txBody>
      </p:sp>
      <p:sp>
        <p:nvSpPr>
          <p:cNvPr id="58" name="Text Placeholder 10">
            <a:extLst>
              <a:ext uri="{FF2B5EF4-FFF2-40B4-BE49-F238E27FC236}">
                <a16:creationId xmlns:a16="http://schemas.microsoft.com/office/drawing/2014/main" id="{4D4FD237-047E-9B4E-8E24-7614DA39C6D7}"/>
              </a:ext>
            </a:extLst>
          </p:cNvPr>
          <p:cNvSpPr>
            <a:spLocks noGrp="1"/>
          </p:cNvSpPr>
          <p:nvPr>
            <p:ph type="body" sz="quarter" idx="42" hasCustomPrompt="1"/>
          </p:nvPr>
        </p:nvSpPr>
        <p:spPr>
          <a:xfrm>
            <a:off x="6483600" y="520897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Title</a:t>
            </a:r>
          </a:p>
        </p:txBody>
      </p:sp>
      <p:sp>
        <p:nvSpPr>
          <p:cNvPr id="6" name="Text Placeholder 5">
            <a:extLst>
              <a:ext uri="{FF2B5EF4-FFF2-40B4-BE49-F238E27FC236}">
                <a16:creationId xmlns:a16="http://schemas.microsoft.com/office/drawing/2014/main" id="{95D1CEA7-9339-3848-B2B0-9A6116B9924B}"/>
              </a:ext>
            </a:extLst>
          </p:cNvPr>
          <p:cNvSpPr>
            <a:spLocks noGrp="1"/>
          </p:cNvSpPr>
          <p:nvPr>
            <p:ph type="body" sz="quarter" idx="43" hasCustomPrompt="1"/>
          </p:nvPr>
        </p:nvSpPr>
        <p:spPr>
          <a:xfrm>
            <a:off x="6483600" y="1433076"/>
            <a:ext cx="5144400" cy="201426"/>
          </a:xfrm>
        </p:spPr>
        <p:txBody>
          <a:bodyPr vert="horz" wrap="none" lIns="234000" tIns="0" rIns="234000" bIns="0" rtlCol="0">
            <a:noAutofit/>
          </a:bodyPr>
          <a:lstStyle>
            <a:lvl1pPr marL="0" indent="0">
              <a:buNone/>
              <a:defRPr lang="en-US" sz="1600" b="0" i="0" dirty="0">
                <a:solidFill>
                  <a:srgbClr val="000000">
                    <a:alpha val="74902"/>
                  </a:srgbClr>
                </a:solidFill>
                <a:latin typeface="Noir Pro" pitchFamily="2" charset="0"/>
              </a:defRPr>
            </a:lvl1pPr>
          </a:lstStyle>
          <a:p>
            <a:pPr marL="285750" lvl="0" indent="-285750"/>
            <a:r>
              <a:rPr lang="en-US" dirty="0"/>
              <a:t>Title</a:t>
            </a:r>
          </a:p>
        </p:txBody>
      </p:sp>
      <p:sp>
        <p:nvSpPr>
          <p:cNvPr id="39" name="Text Placeholder 5">
            <a:extLst>
              <a:ext uri="{FF2B5EF4-FFF2-40B4-BE49-F238E27FC236}">
                <a16:creationId xmlns:a16="http://schemas.microsoft.com/office/drawing/2014/main" id="{6C3551FB-2F8C-B345-A30C-01137E5F3115}"/>
              </a:ext>
            </a:extLst>
          </p:cNvPr>
          <p:cNvSpPr>
            <a:spLocks noGrp="1"/>
          </p:cNvSpPr>
          <p:nvPr>
            <p:ph type="body" sz="quarter" idx="44" hasCustomPrompt="1"/>
          </p:nvPr>
        </p:nvSpPr>
        <p:spPr>
          <a:xfrm>
            <a:off x="6483600" y="2371496"/>
            <a:ext cx="5144400" cy="201426"/>
          </a:xfrm>
        </p:spPr>
        <p:txBody>
          <a:bodyPr vert="horz" wrap="none" lIns="234000" tIns="0" rIns="234000" bIns="0" rtlCol="0">
            <a:noAutofit/>
          </a:bodyPr>
          <a:lstStyle>
            <a:lvl1pPr marL="0" indent="0">
              <a:buNone/>
              <a:defRPr lang="en-US" sz="1600" b="0" i="0" dirty="0">
                <a:solidFill>
                  <a:srgbClr val="000000">
                    <a:alpha val="74902"/>
                  </a:srgbClr>
                </a:solidFill>
                <a:latin typeface="Noir Pro" pitchFamily="2" charset="0"/>
              </a:defRPr>
            </a:lvl1pPr>
          </a:lstStyle>
          <a:p>
            <a:pPr marL="285750" lvl="0" indent="-285750"/>
            <a:r>
              <a:rPr lang="en-US" dirty="0"/>
              <a:t>Title</a:t>
            </a:r>
          </a:p>
        </p:txBody>
      </p:sp>
      <p:sp>
        <p:nvSpPr>
          <p:cNvPr id="40" name="Text Placeholder 10">
            <a:extLst>
              <a:ext uri="{FF2B5EF4-FFF2-40B4-BE49-F238E27FC236}">
                <a16:creationId xmlns:a16="http://schemas.microsoft.com/office/drawing/2014/main" id="{AAEDB36D-8075-864A-96B7-0874A127938B}"/>
              </a:ext>
            </a:extLst>
          </p:cNvPr>
          <p:cNvSpPr>
            <a:spLocks noGrp="1"/>
          </p:cNvSpPr>
          <p:nvPr>
            <p:ph type="body" sz="quarter" idx="45" hasCustomPrompt="1"/>
          </p:nvPr>
        </p:nvSpPr>
        <p:spPr>
          <a:xfrm>
            <a:off x="6483600" y="356557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1" name="Text Placeholder 10">
            <a:extLst>
              <a:ext uri="{FF2B5EF4-FFF2-40B4-BE49-F238E27FC236}">
                <a16:creationId xmlns:a16="http://schemas.microsoft.com/office/drawing/2014/main" id="{EB7E0FE4-1626-7944-B91A-5691F585869E}"/>
              </a:ext>
            </a:extLst>
          </p:cNvPr>
          <p:cNvSpPr>
            <a:spLocks noGrp="1"/>
          </p:cNvSpPr>
          <p:nvPr>
            <p:ph type="body" sz="quarter" idx="46" hasCustomPrompt="1"/>
          </p:nvPr>
        </p:nvSpPr>
        <p:spPr>
          <a:xfrm>
            <a:off x="6483600" y="450913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2" name="Text Placeholder 10">
            <a:extLst>
              <a:ext uri="{FF2B5EF4-FFF2-40B4-BE49-F238E27FC236}">
                <a16:creationId xmlns:a16="http://schemas.microsoft.com/office/drawing/2014/main" id="{14A15AB8-FF15-5A48-948F-7B9B55B0F0DE}"/>
              </a:ext>
            </a:extLst>
          </p:cNvPr>
          <p:cNvSpPr>
            <a:spLocks noGrp="1"/>
          </p:cNvSpPr>
          <p:nvPr>
            <p:ph type="body" sz="quarter" idx="47" hasCustomPrompt="1"/>
          </p:nvPr>
        </p:nvSpPr>
        <p:spPr>
          <a:xfrm>
            <a:off x="6483600" y="5452691"/>
            <a:ext cx="5144400" cy="201426"/>
          </a:xfrm>
        </p:spPr>
        <p:txBody>
          <a:bodyPr wrap="none" tIns="0" bIns="0">
            <a:noAutofit/>
          </a:bodyPr>
          <a:lstStyle>
            <a:lvl1pPr marL="0" indent="0">
              <a:buFont typeface="Arial" panose="020B0604020202020204" pitchFamily="34" charset="0"/>
              <a:buNone/>
              <a:defRPr sz="1600" b="0" i="0">
                <a:solidFill>
                  <a:srgbClr val="000000">
                    <a:alpha val="74902"/>
                  </a:srgbClr>
                </a:solidFill>
                <a:latin typeface="Noir Pro" pitchFamily="2" charset="0"/>
              </a:defRPr>
            </a:lvl1pPr>
            <a:lvl2pPr marL="270000" indent="0">
              <a:buFont typeface="Arial" panose="020B0604020202020204" pitchFamily="34" charset="0"/>
              <a:buNone/>
              <a:defRPr sz="1400">
                <a:solidFill>
                  <a:srgbClr val="B3BECD"/>
                </a:solidFill>
              </a:defRPr>
            </a:lvl2pPr>
            <a:lvl3pPr marL="522000" indent="0">
              <a:buFont typeface="Arial" panose="020B0604020202020204" pitchFamily="34" charset="0"/>
              <a:buNone/>
              <a:defRPr sz="1400">
                <a:solidFill>
                  <a:srgbClr val="B3BECD"/>
                </a:solidFill>
              </a:defRPr>
            </a:lvl3pPr>
            <a:lvl4pPr marL="774000" indent="0">
              <a:buFont typeface="Arial" panose="020B0604020202020204" pitchFamily="34" charset="0"/>
              <a:buNone/>
              <a:defRPr sz="1400">
                <a:solidFill>
                  <a:srgbClr val="B3BECD"/>
                </a:solidFill>
              </a:defRPr>
            </a:lvl4pPr>
            <a:lvl5pPr marL="1026000" indent="0">
              <a:buFont typeface="Arial" panose="020B0604020202020204" pitchFamily="34" charset="0"/>
              <a:buNone/>
              <a:defRPr sz="1400">
                <a:solidFill>
                  <a:srgbClr val="B3BECD"/>
                </a:solidFill>
              </a:defRPr>
            </a:lvl5pPr>
          </a:lstStyle>
          <a:p>
            <a:pPr lvl="0"/>
            <a:r>
              <a:rPr lang="en-US" dirty="0"/>
              <a:t>Email address</a:t>
            </a:r>
          </a:p>
        </p:txBody>
      </p:sp>
      <p:sp>
        <p:nvSpPr>
          <p:cNvPr id="44" name="Tijdelijke aanduiding voor voettekst 43">
            <a:extLst>
              <a:ext uri="{FF2B5EF4-FFF2-40B4-BE49-F238E27FC236}">
                <a16:creationId xmlns:a16="http://schemas.microsoft.com/office/drawing/2014/main" id="{5AE5F467-A0CD-18A7-2FE1-AFA3C12F116D}"/>
              </a:ext>
            </a:extLst>
          </p:cNvPr>
          <p:cNvSpPr>
            <a:spLocks noGrp="1"/>
          </p:cNvSpPr>
          <p:nvPr>
            <p:ph type="ftr" sz="quarter" idx="48"/>
          </p:nvPr>
        </p:nvSpPr>
        <p:spPr/>
        <p:txBody>
          <a:bodyPr/>
          <a:lstStyle>
            <a:lvl1pPr>
              <a:defRPr>
                <a:solidFill>
                  <a:schemeClr val="bg1"/>
                </a:solidFill>
              </a:defRPr>
            </a:lvl1pPr>
          </a:lstStyle>
          <a:p>
            <a:r>
              <a:rPr lang="nl-NL"/>
              <a:t>Confidential</a:t>
            </a:r>
          </a:p>
        </p:txBody>
      </p:sp>
      <p:sp>
        <p:nvSpPr>
          <p:cNvPr id="46" name="Tijdelijke aanduiding voor dianummer 45">
            <a:extLst>
              <a:ext uri="{FF2B5EF4-FFF2-40B4-BE49-F238E27FC236}">
                <a16:creationId xmlns:a16="http://schemas.microsoft.com/office/drawing/2014/main" id="{88382E4E-E951-CAA8-A812-BAE3AC23D706}"/>
              </a:ext>
            </a:extLst>
          </p:cNvPr>
          <p:cNvSpPr>
            <a:spLocks noGrp="1"/>
          </p:cNvSpPr>
          <p:nvPr>
            <p:ph type="sldNum" sz="quarter" idx="49"/>
          </p:nvPr>
        </p:nvSpPr>
        <p:spPr/>
        <p:txBody>
          <a:bodyPr/>
          <a:lstStyle>
            <a:lvl1pPr>
              <a:defRPr>
                <a:solidFill>
                  <a:schemeClr val="tx1"/>
                </a:solidFill>
              </a:defRPr>
            </a:lvl1pPr>
          </a:lstStyle>
          <a:p>
            <a:fld id="{E242BD21-9B61-2246-BCB1-4BE5E1BEBE1C}" type="slidenum">
              <a:rPr lang="nl-NL" smtClean="0"/>
              <a:pPr/>
              <a:t>‹#›</a:t>
            </a:fld>
            <a:endParaRPr lang="nl-NL"/>
          </a:p>
        </p:txBody>
      </p:sp>
      <p:sp>
        <p:nvSpPr>
          <p:cNvPr id="3" name="Vrije vorm 2">
            <a:extLst>
              <a:ext uri="{FF2B5EF4-FFF2-40B4-BE49-F238E27FC236}">
                <a16:creationId xmlns:a16="http://schemas.microsoft.com/office/drawing/2014/main" id="{503818E0-EA11-C9E2-98D2-B8352101707C}"/>
              </a:ext>
            </a:extLst>
          </p:cNvPr>
          <p:cNvSpPr/>
          <p:nvPr userDrawn="1"/>
        </p:nvSpPr>
        <p:spPr>
          <a:xfrm>
            <a:off x="160978" y="136357"/>
            <a:ext cx="1103615" cy="228602"/>
          </a:xfrm>
          <a:custGeom>
            <a:avLst/>
            <a:gdLst>
              <a:gd name="connsiteX0" fmla="*/ 133269 w 1103615"/>
              <a:gd name="connsiteY0" fmla="*/ 0 h 228602"/>
              <a:gd name="connsiteX1" fmla="*/ 970346 w 1103615"/>
              <a:gd name="connsiteY1" fmla="*/ 0 h 228602"/>
              <a:gd name="connsiteX2" fmla="*/ 1103615 w 1103615"/>
              <a:gd name="connsiteY2" fmla="*/ 133269 h 228602"/>
              <a:gd name="connsiteX3" fmla="*/ 1103615 w 1103615"/>
              <a:gd name="connsiteY3" fmla="*/ 228602 h 228602"/>
              <a:gd name="connsiteX4" fmla="*/ 0 w 1103615"/>
              <a:gd name="connsiteY4" fmla="*/ 228602 h 228602"/>
              <a:gd name="connsiteX5" fmla="*/ 0 w 1103615"/>
              <a:gd name="connsiteY5" fmla="*/ 133269 h 228602"/>
              <a:gd name="connsiteX6" fmla="*/ 133269 w 1103615"/>
              <a:gd name="connsiteY6" fmla="*/ 0 h 228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03615" h="228602">
                <a:moveTo>
                  <a:pt x="133269" y="0"/>
                </a:moveTo>
                <a:lnTo>
                  <a:pt x="970346" y="0"/>
                </a:lnTo>
                <a:cubicBezTo>
                  <a:pt x="1043948" y="0"/>
                  <a:pt x="1103615" y="59667"/>
                  <a:pt x="1103615" y="133269"/>
                </a:cubicBezTo>
                <a:lnTo>
                  <a:pt x="1103615" y="228602"/>
                </a:lnTo>
                <a:lnTo>
                  <a:pt x="0" y="228602"/>
                </a:lnTo>
                <a:lnTo>
                  <a:pt x="0" y="133269"/>
                </a:lnTo>
                <a:cubicBezTo>
                  <a:pt x="0" y="59667"/>
                  <a:pt x="59667" y="0"/>
                  <a:pt x="133269" y="0"/>
                </a:cubicBezTo>
                <a:close/>
              </a:path>
            </a:pathLst>
          </a:custGeom>
          <a:gradFill>
            <a:gsLst>
              <a:gs pos="6000">
                <a:srgbClr val="F9C816">
                  <a:alpha val="46000"/>
                </a:srgbClr>
              </a:gs>
              <a:gs pos="41000">
                <a:srgbClr val="F9C816">
                  <a:alpha val="0"/>
                </a:srgbClr>
              </a:gs>
              <a:gs pos="30000">
                <a:srgbClr val="F9C816">
                  <a:alpha val="17000"/>
                </a:srgbClr>
              </a:gs>
            </a:gsLst>
            <a:lin ang="4200000" scaled="0"/>
          </a:gradFill>
          <a:ln w="9525">
            <a:gradFill>
              <a:gsLst>
                <a:gs pos="6000">
                  <a:srgbClr val="E88B36"/>
                </a:gs>
                <a:gs pos="46000">
                  <a:srgbClr val="F9C816">
                    <a:alpha val="0"/>
                  </a:srgbClr>
                </a:gs>
                <a:gs pos="23000">
                  <a:srgbClr val="F9C816"/>
                </a:gs>
              </a:gsLst>
              <a:lin ang="4680000" scaled="0"/>
            </a:gra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Tree>
    <p:extLst>
      <p:ext uri="{BB962C8B-B14F-4D97-AF65-F5344CB8AC3E}">
        <p14:creationId xmlns:p14="http://schemas.microsoft.com/office/powerpoint/2010/main" val="30214806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Back cover Default">
    <p:bg>
      <p:bgPr>
        <a:solidFill>
          <a:schemeClr val="bg1"/>
        </a:solidFill>
        <a:effectLst/>
      </p:bgPr>
    </p:bg>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E1F28021-7907-5278-2CC1-3C5023DD890E}"/>
              </a:ext>
            </a:extLst>
          </p:cNvPr>
          <p:cNvSpPr/>
          <p:nvPr userDrawn="1"/>
        </p:nvSpPr>
        <p:spPr>
          <a:xfrm>
            <a:off x="1" y="0"/>
            <a:ext cx="12192000" cy="6858000"/>
          </a:xfrm>
          <a:prstGeom prst="rect">
            <a:avLst/>
          </a:prstGeom>
          <a:gradFill>
            <a:gsLst>
              <a:gs pos="0">
                <a:srgbClr val="091E4A"/>
              </a:gs>
              <a:gs pos="99000">
                <a:srgbClr val="1864FF"/>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5" name="Rectangle 1">
            <a:extLst>
              <a:ext uri="{FF2B5EF4-FFF2-40B4-BE49-F238E27FC236}">
                <a16:creationId xmlns:a16="http://schemas.microsoft.com/office/drawing/2014/main" id="{026F4CE2-35B3-2D53-8998-413377F62913}"/>
              </a:ext>
            </a:extLst>
          </p:cNvPr>
          <p:cNvSpPr/>
          <p:nvPr userDrawn="1"/>
        </p:nvSpPr>
        <p:spPr>
          <a:xfrm rot="10800000">
            <a:off x="-2" y="3433244"/>
            <a:ext cx="12192000" cy="3432187"/>
          </a:xfrm>
          <a:prstGeom prst="rect">
            <a:avLst/>
          </a:prstGeom>
          <a:gradFill>
            <a:gsLst>
              <a:gs pos="14000">
                <a:srgbClr val="020202"/>
              </a:gs>
              <a:gs pos="99000">
                <a:srgbClr val="1864FF"/>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7" name="Picture 4">
            <a:extLst>
              <a:ext uri="{FF2B5EF4-FFF2-40B4-BE49-F238E27FC236}">
                <a16:creationId xmlns:a16="http://schemas.microsoft.com/office/drawing/2014/main" id="{3EF77EE1-C2F5-6F6F-F59E-B11502A05E6A}"/>
              </a:ext>
            </a:extLst>
          </p:cNvPr>
          <p:cNvPicPr>
            <a:picLocks noChangeAspect="1"/>
          </p:cNvPicPr>
          <p:nvPr userDrawn="1"/>
        </p:nvPicPr>
        <p:blipFill>
          <a:blip r:embed="rId2"/>
          <a:stretch>
            <a:fillRect/>
          </a:stretch>
        </p:blipFill>
        <p:spPr>
          <a:xfrm>
            <a:off x="4958684" y="2348390"/>
            <a:ext cx="2274632" cy="674455"/>
          </a:xfrm>
          <a:prstGeom prst="rect">
            <a:avLst/>
          </a:prstGeom>
        </p:spPr>
      </p:pic>
      <p:cxnSp>
        <p:nvCxnSpPr>
          <p:cNvPr id="8" name="Straight Connector 11">
            <a:extLst>
              <a:ext uri="{FF2B5EF4-FFF2-40B4-BE49-F238E27FC236}">
                <a16:creationId xmlns:a16="http://schemas.microsoft.com/office/drawing/2014/main" id="{3EEE9914-2F5C-45FF-3E5C-84E9669B58A5}"/>
              </a:ext>
            </a:extLst>
          </p:cNvPr>
          <p:cNvCxnSpPr>
            <a:cxnSpLocks/>
          </p:cNvCxnSpPr>
          <p:nvPr userDrawn="1"/>
        </p:nvCxnSpPr>
        <p:spPr>
          <a:xfrm>
            <a:off x="3782343" y="3431042"/>
            <a:ext cx="4607511" cy="0"/>
          </a:xfrm>
          <a:prstGeom prst="line">
            <a:avLst/>
          </a:prstGeom>
          <a:ln w="12700">
            <a:solidFill>
              <a:srgbClr val="EBEBEB">
                <a:alpha val="40000"/>
              </a:srgbClr>
            </a:solidFill>
            <a:prstDash val="solid"/>
          </a:ln>
        </p:spPr>
        <p:style>
          <a:lnRef idx="1">
            <a:schemeClr val="accent1"/>
          </a:lnRef>
          <a:fillRef idx="0">
            <a:schemeClr val="accent1"/>
          </a:fillRef>
          <a:effectRef idx="0">
            <a:schemeClr val="accent1"/>
          </a:effectRef>
          <a:fontRef idx="minor">
            <a:schemeClr val="tx1"/>
          </a:fontRef>
        </p:style>
      </p:cxnSp>
      <p:sp>
        <p:nvSpPr>
          <p:cNvPr id="9" name="TextBox 2">
            <a:extLst>
              <a:ext uri="{FF2B5EF4-FFF2-40B4-BE49-F238E27FC236}">
                <a16:creationId xmlns:a16="http://schemas.microsoft.com/office/drawing/2014/main" id="{991E0C02-C830-969B-84CC-DA20F3E8B919}"/>
              </a:ext>
            </a:extLst>
          </p:cNvPr>
          <p:cNvSpPr txBox="1"/>
          <p:nvPr userDrawn="1"/>
        </p:nvSpPr>
        <p:spPr>
          <a:xfrm>
            <a:off x="3502976" y="3667938"/>
            <a:ext cx="5186048" cy="707886"/>
          </a:xfrm>
          <a:prstGeom prst="rect">
            <a:avLst/>
          </a:prstGeom>
          <a:noFill/>
        </p:spPr>
        <p:txBody>
          <a:bodyPr wrap="square" rtlCol="0">
            <a:spAutoFit/>
          </a:bodyPr>
          <a:lstStyle/>
          <a:p>
            <a:pPr algn="ctr"/>
            <a:r>
              <a:rPr lang="en-RO" sz="4000" b="0" i="0">
                <a:solidFill>
                  <a:srgbClr val="FFFFFF"/>
                </a:solidFill>
                <a:latin typeface="Noir Pro Medium" pitchFamily="2" charset="0"/>
              </a:rPr>
              <a:t>Identify. Act. Thrive</a:t>
            </a:r>
            <a:r>
              <a:rPr lang="en-US" sz="4000" b="0" i="0" dirty="0">
                <a:solidFill>
                  <a:srgbClr val="FFFFFF"/>
                </a:solidFill>
                <a:latin typeface="Noir Pro Medium" pitchFamily="2" charset="0"/>
              </a:rPr>
              <a:t>.</a:t>
            </a:r>
            <a:endParaRPr lang="en-RO" sz="4000" b="0" i="0">
              <a:solidFill>
                <a:srgbClr val="FFFFFF"/>
              </a:solidFill>
              <a:latin typeface="Noir Pro Medium" pitchFamily="2" charset="0"/>
            </a:endParaRPr>
          </a:p>
        </p:txBody>
      </p:sp>
      <p:pic>
        <p:nvPicPr>
          <p:cNvPr id="10" name="Graphic 9">
            <a:extLst>
              <a:ext uri="{FF2B5EF4-FFF2-40B4-BE49-F238E27FC236}">
                <a16:creationId xmlns:a16="http://schemas.microsoft.com/office/drawing/2014/main" id="{6A217D64-6A78-AD80-C9E2-FE4DABCA8F5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9216360" y="381740"/>
            <a:ext cx="2638288" cy="2346849"/>
          </a:xfrm>
          <a:prstGeom prst="rect">
            <a:avLst/>
          </a:prstGeom>
        </p:spPr>
      </p:pic>
    </p:spTree>
    <p:extLst>
      <p:ext uri="{BB962C8B-B14F-4D97-AF65-F5344CB8AC3E}">
        <p14:creationId xmlns:p14="http://schemas.microsoft.com/office/powerpoint/2010/main" val="326623922"/>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Back cover Yellow">
    <p:bg>
      <p:bgPr>
        <a:solidFill>
          <a:schemeClr val="bg1"/>
        </a:solidFill>
        <a:effectLst/>
      </p:bgPr>
    </p:bg>
    <p:spTree>
      <p:nvGrpSpPr>
        <p:cNvPr id="1" name=""/>
        <p:cNvGrpSpPr/>
        <p:nvPr/>
      </p:nvGrpSpPr>
      <p:grpSpPr>
        <a:xfrm>
          <a:off x="0" y="0"/>
          <a:ext cx="0" cy="0"/>
          <a:chOff x="0" y="0"/>
          <a:chExt cx="0" cy="0"/>
        </a:xfrm>
      </p:grpSpPr>
      <p:sp>
        <p:nvSpPr>
          <p:cNvPr id="3" name="Rectangle 16">
            <a:extLst>
              <a:ext uri="{FF2B5EF4-FFF2-40B4-BE49-F238E27FC236}">
                <a16:creationId xmlns:a16="http://schemas.microsoft.com/office/drawing/2014/main" id="{7529CD6D-935A-C431-B82E-C8796B9ED86A}"/>
              </a:ext>
            </a:extLst>
          </p:cNvPr>
          <p:cNvSpPr/>
          <p:nvPr userDrawn="1"/>
        </p:nvSpPr>
        <p:spPr>
          <a:xfrm>
            <a:off x="1" y="-1"/>
            <a:ext cx="12192000" cy="3450953"/>
          </a:xfrm>
          <a:prstGeom prst="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4" name="Graphic 3">
            <a:extLst>
              <a:ext uri="{FF2B5EF4-FFF2-40B4-BE49-F238E27FC236}">
                <a16:creationId xmlns:a16="http://schemas.microsoft.com/office/drawing/2014/main" id="{6895C6E5-B32E-842A-A263-B3EFDB871B5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216360" y="381740"/>
            <a:ext cx="2638288" cy="2346849"/>
          </a:xfrm>
          <a:prstGeom prst="rect">
            <a:avLst/>
          </a:prstGeom>
        </p:spPr>
      </p:pic>
      <p:sp>
        <p:nvSpPr>
          <p:cNvPr id="11" name="Rectangle 15">
            <a:extLst>
              <a:ext uri="{FF2B5EF4-FFF2-40B4-BE49-F238E27FC236}">
                <a16:creationId xmlns:a16="http://schemas.microsoft.com/office/drawing/2014/main" id="{B4CD15D9-1619-0D8E-7004-1D19DE94B58E}"/>
              </a:ext>
            </a:extLst>
          </p:cNvPr>
          <p:cNvSpPr/>
          <p:nvPr userDrawn="1"/>
        </p:nvSpPr>
        <p:spPr>
          <a:xfrm>
            <a:off x="0" y="3428999"/>
            <a:ext cx="12192000" cy="3450953"/>
          </a:xfrm>
          <a:prstGeom prst="rect">
            <a:avLst/>
          </a:prstGeom>
          <a:gradFill>
            <a:gsLst>
              <a:gs pos="0">
                <a:srgbClr val="E37533"/>
              </a:gs>
              <a:gs pos="100000">
                <a:srgbClr val="F8C716"/>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grpSp>
        <p:nvGrpSpPr>
          <p:cNvPr id="12" name="Group 1">
            <a:extLst>
              <a:ext uri="{FF2B5EF4-FFF2-40B4-BE49-F238E27FC236}">
                <a16:creationId xmlns:a16="http://schemas.microsoft.com/office/drawing/2014/main" id="{15389E50-9C27-AFE4-0228-AF70A09B8636}"/>
              </a:ext>
            </a:extLst>
          </p:cNvPr>
          <p:cNvGrpSpPr/>
          <p:nvPr userDrawn="1"/>
        </p:nvGrpSpPr>
        <p:grpSpPr>
          <a:xfrm>
            <a:off x="3352800" y="2350037"/>
            <a:ext cx="5486400" cy="2027434"/>
            <a:chOff x="3221622" y="3470204"/>
            <a:chExt cx="5486400" cy="2027434"/>
          </a:xfrm>
        </p:grpSpPr>
        <p:pic>
          <p:nvPicPr>
            <p:cNvPr id="13" name="Picture 2">
              <a:extLst>
                <a:ext uri="{FF2B5EF4-FFF2-40B4-BE49-F238E27FC236}">
                  <a16:creationId xmlns:a16="http://schemas.microsoft.com/office/drawing/2014/main" id="{E38E5DA4-BAB5-0D63-D744-0E7C6DB83B8A}"/>
                </a:ext>
              </a:extLst>
            </p:cNvPr>
            <p:cNvPicPr>
              <a:picLocks noChangeAspect="1"/>
            </p:cNvPicPr>
            <p:nvPr userDrawn="1"/>
          </p:nvPicPr>
          <p:blipFill>
            <a:blip r:embed="rId4">
              <a:lum bright="-100000"/>
            </a:blip>
            <a:stretch>
              <a:fillRect/>
            </a:stretch>
          </p:blipFill>
          <p:spPr>
            <a:xfrm>
              <a:off x="4827506" y="3470204"/>
              <a:ext cx="2274632" cy="674455"/>
            </a:xfrm>
            <a:prstGeom prst="rect">
              <a:avLst/>
            </a:prstGeom>
          </p:spPr>
        </p:pic>
        <p:cxnSp>
          <p:nvCxnSpPr>
            <p:cNvPr id="14" name="Straight Connector 3">
              <a:extLst>
                <a:ext uri="{FF2B5EF4-FFF2-40B4-BE49-F238E27FC236}">
                  <a16:creationId xmlns:a16="http://schemas.microsoft.com/office/drawing/2014/main" id="{4D4E9700-873A-CE4E-0C45-24463DFF104C}"/>
                </a:ext>
              </a:extLst>
            </p:cNvPr>
            <p:cNvCxnSpPr>
              <a:cxnSpLocks/>
            </p:cNvCxnSpPr>
            <p:nvPr userDrawn="1"/>
          </p:nvCxnSpPr>
          <p:spPr>
            <a:xfrm>
              <a:off x="3643653" y="4545712"/>
              <a:ext cx="4595446" cy="0"/>
            </a:xfrm>
            <a:prstGeom prst="line">
              <a:avLst/>
            </a:prstGeom>
            <a:ln w="12700">
              <a:solidFill>
                <a:srgbClr val="151632">
                  <a:alpha val="40000"/>
                </a:srgbClr>
              </a:solidFill>
              <a:prstDash val="solid"/>
            </a:ln>
          </p:spPr>
          <p:style>
            <a:lnRef idx="1">
              <a:schemeClr val="accent1"/>
            </a:lnRef>
            <a:fillRef idx="0">
              <a:schemeClr val="accent1"/>
            </a:fillRef>
            <a:effectRef idx="0">
              <a:schemeClr val="accent1"/>
            </a:effectRef>
            <a:fontRef idx="minor">
              <a:schemeClr val="tx1"/>
            </a:fontRef>
          </p:style>
        </p:cxnSp>
        <p:sp>
          <p:nvSpPr>
            <p:cNvPr id="15" name="TextBox 4">
              <a:extLst>
                <a:ext uri="{FF2B5EF4-FFF2-40B4-BE49-F238E27FC236}">
                  <a16:creationId xmlns:a16="http://schemas.microsoft.com/office/drawing/2014/main" id="{C97AEB85-7847-41C1-3D5F-478CD63B463C}"/>
                </a:ext>
              </a:extLst>
            </p:cNvPr>
            <p:cNvSpPr txBox="1"/>
            <p:nvPr userDrawn="1"/>
          </p:nvSpPr>
          <p:spPr>
            <a:xfrm>
              <a:off x="3221622" y="4789752"/>
              <a:ext cx="5486400" cy="707886"/>
            </a:xfrm>
            <a:prstGeom prst="rect">
              <a:avLst/>
            </a:prstGeom>
            <a:noFill/>
          </p:spPr>
          <p:txBody>
            <a:bodyPr wrap="square" rtlCol="0">
              <a:spAutoFit/>
            </a:bodyPr>
            <a:lstStyle/>
            <a:p>
              <a:pPr algn="ctr"/>
              <a:r>
                <a:rPr lang="en-RO" sz="4000" b="0" i="0">
                  <a:solidFill>
                    <a:srgbClr val="000000"/>
                  </a:solidFill>
                  <a:latin typeface="Noir Pro Medium" pitchFamily="2" charset="0"/>
                </a:rPr>
                <a:t>Identify. Act. Thrive</a:t>
              </a:r>
              <a:r>
                <a:rPr lang="en-US" sz="4000" b="0" i="0" dirty="0">
                  <a:solidFill>
                    <a:srgbClr val="000000"/>
                  </a:solidFill>
                  <a:latin typeface="Noir Pro Medium" pitchFamily="2" charset="0"/>
                </a:rPr>
                <a:t>.</a:t>
              </a:r>
              <a:endParaRPr lang="en-RO" sz="4000" b="0" i="0">
                <a:solidFill>
                  <a:srgbClr val="000000"/>
                </a:solidFill>
                <a:latin typeface="Noir Pro Medium" pitchFamily="2" charset="0"/>
              </a:endParaRPr>
            </a:p>
          </p:txBody>
        </p:sp>
      </p:grpSp>
    </p:spTree>
    <p:extLst>
      <p:ext uri="{BB962C8B-B14F-4D97-AF65-F5344CB8AC3E}">
        <p14:creationId xmlns:p14="http://schemas.microsoft.com/office/powerpoint/2010/main" val="187951355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OSH system results">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a:extLst>
              <a:ext uri="{FF2B5EF4-FFF2-40B4-BE49-F238E27FC236}">
                <a16:creationId xmlns:a16="http://schemas.microsoft.com/office/drawing/2014/main" id="{8BA9C428-1541-C94A-80EE-1111372D8A28}"/>
              </a:ext>
            </a:extLst>
          </p:cNvPr>
          <p:cNvPicPr>
            <a:picLocks noChangeAspect="1"/>
          </p:cNvPicPr>
          <p:nvPr userDrawn="1"/>
        </p:nvPicPr>
        <p:blipFill>
          <a:blip r:embed="rId2" cstate="hqprint">
            <a:biLevel thresh="50000"/>
            <a:extLst>
              <a:ext uri="{BEBA8EAE-BF5A-486C-A8C5-ECC9F3942E4B}">
                <a14:imgProps xmlns:a14="http://schemas.microsoft.com/office/drawing/2010/main">
                  <a14:imgLayer r:embed="rId3">
                    <a14:imgEffect>
                      <a14:brightnessContrast bright="-100000" contrast="-100000"/>
                    </a14:imgEffect>
                  </a14:imgLayer>
                </a14:imgProps>
              </a:ext>
              <a:ext uri="{28A0092B-C50C-407E-A947-70E740481C1C}">
                <a14:useLocalDpi xmlns:a14="http://schemas.microsoft.com/office/drawing/2010/main"/>
              </a:ext>
            </a:extLst>
          </a:blip>
          <a:stretch>
            <a:fillRect/>
          </a:stretch>
        </p:blipFill>
        <p:spPr>
          <a:xfrm>
            <a:off x="515276" y="253846"/>
            <a:ext cx="578757" cy="357468"/>
          </a:xfrm>
          <a:prstGeom prst="rect">
            <a:avLst/>
          </a:prstGeom>
        </p:spPr>
      </p:pic>
      <p:sp>
        <p:nvSpPr>
          <p:cNvPr id="14" name="Rectangle 13">
            <a:extLst>
              <a:ext uri="{FF2B5EF4-FFF2-40B4-BE49-F238E27FC236}">
                <a16:creationId xmlns:a16="http://schemas.microsoft.com/office/drawing/2014/main" id="{FE202330-2F83-7148-995E-101EE0C39C59}"/>
              </a:ext>
            </a:extLst>
          </p:cNvPr>
          <p:cNvSpPr/>
          <p:nvPr userDrawn="1"/>
        </p:nvSpPr>
        <p:spPr>
          <a:xfrm>
            <a:off x="0" y="6485860"/>
            <a:ext cx="373804" cy="372140"/>
          </a:xfrm>
          <a:prstGeom prst="rect">
            <a:avLst/>
          </a:prstGeom>
          <a:solidFill>
            <a:srgbClr val="DFC12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6" name="Rectangle 15">
            <a:extLst>
              <a:ext uri="{FF2B5EF4-FFF2-40B4-BE49-F238E27FC236}">
                <a16:creationId xmlns:a16="http://schemas.microsoft.com/office/drawing/2014/main" id="{55F528EF-6CE7-9345-82A1-021612861512}"/>
              </a:ext>
            </a:extLst>
          </p:cNvPr>
          <p:cNvSpPr/>
          <p:nvPr userDrawn="1"/>
        </p:nvSpPr>
        <p:spPr>
          <a:xfrm>
            <a:off x="535154" y="6481274"/>
            <a:ext cx="4841077" cy="3721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36000" rtlCol="0" anchor="ctr"/>
          <a:lstStyle/>
          <a:p>
            <a:r>
              <a:rPr lang="en-US" sz="1000" b="1" spc="10">
                <a:solidFill>
                  <a:srgbClr val="AFB9C2"/>
                </a:solidFill>
              </a:rPr>
              <a:t>//</a:t>
            </a:r>
            <a:r>
              <a:rPr lang="en-US" sz="1000" spc="10">
                <a:solidFill>
                  <a:srgbClr val="AFB9C2"/>
                </a:solidFill>
              </a:rPr>
              <a:t> SOFTWARE IMPROVEMENT GROUP</a:t>
            </a:r>
            <a:endParaRPr lang="en-US" sz="1000" b="1" spc="10">
              <a:solidFill>
                <a:srgbClr val="AFB9C2"/>
              </a:solidFill>
            </a:endParaRP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a:t>Insert key slide message</a:t>
            </a:r>
          </a:p>
        </p:txBody>
      </p:sp>
      <p:sp>
        <p:nvSpPr>
          <p:cNvPr id="22" name="Footer Placeholder 5">
            <a:extLst>
              <a:ext uri="{FF2B5EF4-FFF2-40B4-BE49-F238E27FC236}">
                <a16:creationId xmlns:a16="http://schemas.microsoft.com/office/drawing/2014/main" id="{5A64A1FE-97D7-7F4B-AF9A-F0D4DD021B2D}"/>
              </a:ext>
            </a:extLst>
          </p:cNvPr>
          <p:cNvSpPr>
            <a:spLocks noGrp="1"/>
          </p:cNvSpPr>
          <p:nvPr>
            <p:ph type="ftr" sz="quarter" idx="3"/>
          </p:nvPr>
        </p:nvSpPr>
        <p:spPr>
          <a:xfrm>
            <a:off x="2669790" y="6549140"/>
            <a:ext cx="804066"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defRPr lang="en-US" sz="1000" b="1" spc="10" dirty="0">
                <a:solidFill>
                  <a:srgbClr val="B2BECD"/>
                </a:solidFill>
              </a:defRPr>
            </a:lvl1pPr>
          </a:lstStyle>
          <a:p>
            <a:r>
              <a:rPr lang="en-US"/>
              <a:t>Confidential</a:t>
            </a:r>
          </a:p>
        </p:txBody>
      </p:sp>
      <p:grpSp>
        <p:nvGrpSpPr>
          <p:cNvPr id="27" name="Group 26">
            <a:extLst>
              <a:ext uri="{FF2B5EF4-FFF2-40B4-BE49-F238E27FC236}">
                <a16:creationId xmlns:a16="http://schemas.microsoft.com/office/drawing/2014/main" id="{5E3D95FD-87E1-8242-936D-A016724AAC60}"/>
              </a:ext>
            </a:extLst>
          </p:cNvPr>
          <p:cNvGrpSpPr/>
          <p:nvPr userDrawn="1"/>
        </p:nvGrpSpPr>
        <p:grpSpPr>
          <a:xfrm>
            <a:off x="340066" y="1419480"/>
            <a:ext cx="5561970" cy="1324829"/>
            <a:chOff x="340066" y="1721909"/>
            <a:chExt cx="5561970" cy="1324829"/>
          </a:xfrm>
        </p:grpSpPr>
        <p:sp>
          <p:nvSpPr>
            <p:cNvPr id="28" name="Oval 27">
              <a:extLst>
                <a:ext uri="{FF2B5EF4-FFF2-40B4-BE49-F238E27FC236}">
                  <a16:creationId xmlns:a16="http://schemas.microsoft.com/office/drawing/2014/main" id="{5D59DCD9-95CA-2849-8561-B2216ED23288}"/>
                </a:ext>
              </a:extLst>
            </p:cNvPr>
            <p:cNvSpPr/>
            <p:nvPr/>
          </p:nvSpPr>
          <p:spPr>
            <a:xfrm>
              <a:off x="340066" y="2357792"/>
              <a:ext cx="5405506" cy="688946"/>
            </a:xfrm>
            <a:prstGeom prst="ellipse">
              <a:avLst/>
            </a:prstGeom>
            <a:solidFill>
              <a:srgbClr val="000000">
                <a:alpha val="25000"/>
              </a:srgbClr>
            </a:solidFill>
            <a:ln>
              <a:noFill/>
            </a:ln>
            <a:effectLst>
              <a:softEdge rad="2667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29" name="Rectangle 28">
              <a:extLst>
                <a:ext uri="{FF2B5EF4-FFF2-40B4-BE49-F238E27FC236}">
                  <a16:creationId xmlns:a16="http://schemas.microsoft.com/office/drawing/2014/main" id="{26731D74-9128-1544-855C-A1FEBA1CA2CF}"/>
                </a:ext>
              </a:extLst>
            </p:cNvPr>
            <p:cNvSpPr/>
            <p:nvPr/>
          </p:nvSpPr>
          <p:spPr>
            <a:xfrm>
              <a:off x="429915" y="1721909"/>
              <a:ext cx="5472121" cy="97288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grpSp>
      <p:sp>
        <p:nvSpPr>
          <p:cNvPr id="30" name="TextBox 29">
            <a:extLst>
              <a:ext uri="{FF2B5EF4-FFF2-40B4-BE49-F238E27FC236}">
                <a16:creationId xmlns:a16="http://schemas.microsoft.com/office/drawing/2014/main" id="{F21ED1E9-7DDE-7349-A824-0A8F7F613A5A}"/>
              </a:ext>
            </a:extLst>
          </p:cNvPr>
          <p:cNvSpPr txBox="1"/>
          <p:nvPr userDrawn="1"/>
        </p:nvSpPr>
        <p:spPr>
          <a:xfrm>
            <a:off x="429915" y="1364824"/>
            <a:ext cx="4469780" cy="357085"/>
          </a:xfrm>
          <a:prstGeom prst="rect">
            <a:avLst/>
          </a:prstGeom>
          <a:solidFill>
            <a:schemeClr val="accent1"/>
          </a:solidFill>
        </p:spPr>
        <p:txBody>
          <a:bodyPr wrap="square" lIns="90000" rtlCol="0" anchor="t">
            <a:spAutoFit/>
          </a:bodyPr>
          <a:lstStyle/>
          <a:p>
            <a:pPr>
              <a:lnSpc>
                <a:spcPct val="114000"/>
              </a:lnSpc>
            </a:pPr>
            <a:r>
              <a:rPr lang="en-US" sz="1600" b="1">
                <a:solidFill>
                  <a:schemeClr val="bg1"/>
                </a:solidFill>
              </a:rPr>
              <a:t>Risks in external dependencies</a:t>
            </a:r>
            <a:r>
              <a:rPr lang="en-US" sz="1600" b="0">
                <a:solidFill>
                  <a:schemeClr val="bg1"/>
                </a:solidFill>
              </a:rPr>
              <a:t> – System overview</a:t>
            </a:r>
          </a:p>
        </p:txBody>
      </p:sp>
      <p:sp>
        <p:nvSpPr>
          <p:cNvPr id="31" name="Content Placeholder 2">
            <a:extLst>
              <a:ext uri="{FF2B5EF4-FFF2-40B4-BE49-F238E27FC236}">
                <a16:creationId xmlns:a16="http://schemas.microsoft.com/office/drawing/2014/main" id="{B90D4AFC-98E5-0C4A-9707-F2559B9A97DC}"/>
              </a:ext>
            </a:extLst>
          </p:cNvPr>
          <p:cNvSpPr txBox="1">
            <a:spLocks/>
          </p:cNvSpPr>
          <p:nvPr userDrawn="1"/>
        </p:nvSpPr>
        <p:spPr>
          <a:xfrm>
            <a:off x="1204383" y="1831229"/>
            <a:ext cx="3695312" cy="262104"/>
          </a:xfrm>
          <a:prstGeom prst="rect">
            <a:avLst/>
          </a:prstGeom>
        </p:spPr>
        <p:txBody>
          <a:bodyPr vert="horz" lIns="0" tIns="0" rIns="0" bIns="0" rtlCol="0">
            <a:noAutofit/>
          </a:bodyPr>
          <a:lstStyle>
            <a:lvl1pPr marL="270000" indent="-270000" algn="l" defTabSz="274638" rtl="0" eaLnBrk="1" latinLnBrk="0" hangingPunct="1">
              <a:lnSpc>
                <a:spcPts val="2400"/>
              </a:lnSpc>
              <a:spcBef>
                <a:spcPts val="0"/>
              </a:spcBef>
              <a:spcAft>
                <a:spcPts val="567"/>
              </a:spcAft>
              <a:buClr>
                <a:schemeClr val="accent2"/>
              </a:buClr>
              <a:buFont typeface="TheSans B4 SemiLight"/>
              <a:buChar char="&gt;"/>
              <a:defRPr sz="1800" kern="1200">
                <a:solidFill>
                  <a:schemeClr val="tx2"/>
                </a:solidFill>
                <a:latin typeface="+mn-lt"/>
                <a:ea typeface="+mn-ea"/>
                <a:cs typeface="+mn-cs"/>
              </a:defRPr>
            </a:lvl1pPr>
            <a:lvl2pPr marL="540000" indent="-270000" algn="l" defTabSz="457200" rtl="0" eaLnBrk="1" latinLnBrk="0" hangingPunct="1">
              <a:lnSpc>
                <a:spcPts val="2400"/>
              </a:lnSpc>
              <a:spcBef>
                <a:spcPts val="0"/>
              </a:spcBef>
              <a:spcAft>
                <a:spcPts val="567"/>
              </a:spcAft>
              <a:buClr>
                <a:schemeClr val="accent2"/>
              </a:buClr>
              <a:buFont typeface="Arial"/>
              <a:buChar char="•"/>
              <a:defRPr sz="1800" kern="1200">
                <a:solidFill>
                  <a:schemeClr val="tx2"/>
                </a:solidFill>
                <a:latin typeface="+mn-lt"/>
                <a:ea typeface="+mn-ea"/>
                <a:cs typeface="+mn-cs"/>
              </a:defRPr>
            </a:lvl2pPr>
            <a:lvl3pPr marL="810000" marR="0" indent="-270000" algn="l" defTabSz="457200" rtl="0" eaLnBrk="1" fontAlgn="auto" latinLnBrk="0" hangingPunct="1">
              <a:lnSpc>
                <a:spcPts val="2400"/>
              </a:lnSpc>
              <a:spcBef>
                <a:spcPts val="0"/>
              </a:spcBef>
              <a:spcAft>
                <a:spcPts val="567"/>
              </a:spcAft>
              <a:buClrTx/>
              <a:buSzTx/>
              <a:buFont typeface="Lucida Grande"/>
              <a:buChar char="-"/>
              <a:tabLst/>
              <a:defRPr sz="1800" kern="1200">
                <a:solidFill>
                  <a:schemeClr val="tx2"/>
                </a:solidFill>
                <a:latin typeface="+mn-lt"/>
                <a:ea typeface="+mn-ea"/>
                <a:cs typeface="+mn-cs"/>
              </a:defRPr>
            </a:lvl3pPr>
            <a:lvl4pPr marL="41400" indent="0" algn="l" defTabSz="457200" rtl="0" eaLnBrk="1" latinLnBrk="0" hangingPunct="1">
              <a:lnSpc>
                <a:spcPts val="2400"/>
              </a:lnSpc>
              <a:spcBef>
                <a:spcPts val="0"/>
              </a:spcBef>
              <a:buClr>
                <a:schemeClr val="accent2"/>
              </a:buClr>
              <a:buFont typeface="Lucida Grande"/>
              <a:buNone/>
              <a:defRPr sz="1800" kern="1200">
                <a:solidFill>
                  <a:schemeClr val="tx2"/>
                </a:solidFill>
                <a:latin typeface="+mn-lt"/>
                <a:ea typeface="+mn-ea"/>
                <a:cs typeface="+mn-cs"/>
              </a:defRPr>
            </a:lvl4pPr>
            <a:lvl5pPr marL="270000" indent="-228600" algn="l" defTabSz="457200" rtl="0" eaLnBrk="1" latinLnBrk="0" hangingPunct="1">
              <a:lnSpc>
                <a:spcPts val="2400"/>
              </a:lnSpc>
              <a:spcBef>
                <a:spcPts val="0"/>
              </a:spcBef>
              <a:buClr>
                <a:schemeClr val="accent2"/>
              </a:buClr>
              <a:buFont typeface="Lucida Grande"/>
              <a:buChar char="&gt;"/>
              <a:defRPr sz="1800" kern="1200">
                <a:solidFill>
                  <a:schemeClr val="tx2"/>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gn="ctr">
              <a:lnSpc>
                <a:spcPct val="100000"/>
              </a:lnSpc>
              <a:buNone/>
            </a:pPr>
            <a:endParaRPr lang="en-GB" sz="1400" b="1">
              <a:solidFill>
                <a:schemeClr val="accent1"/>
              </a:solidFill>
              <a:latin typeface="Calibri Regular"/>
            </a:endParaRPr>
          </a:p>
        </p:txBody>
      </p:sp>
      <p:sp>
        <p:nvSpPr>
          <p:cNvPr id="48" name="Rectangle 47">
            <a:extLst>
              <a:ext uri="{FF2B5EF4-FFF2-40B4-BE49-F238E27FC236}">
                <a16:creationId xmlns:a16="http://schemas.microsoft.com/office/drawing/2014/main" id="{91356441-694B-B541-8959-E690A83565FC}"/>
              </a:ext>
            </a:extLst>
          </p:cNvPr>
          <p:cNvSpPr/>
          <p:nvPr userDrawn="1"/>
        </p:nvSpPr>
        <p:spPr>
          <a:xfrm>
            <a:off x="529948" y="1770243"/>
            <a:ext cx="4504276" cy="372650"/>
          </a:xfrm>
          <a:prstGeom prst="rect">
            <a:avLst/>
          </a:prstGeom>
          <a:gradFill>
            <a:gsLst>
              <a:gs pos="0">
                <a:schemeClr val="bg2">
                  <a:alpha val="25000"/>
                </a:schemeClr>
              </a:gs>
              <a:gs pos="100000">
                <a:schemeClr val="bg2">
                  <a:alpha val="0"/>
                </a:schemeClr>
              </a:gs>
            </a:gsLst>
            <a:lin ang="2700000" scaled="0"/>
          </a:gradFill>
          <a:ln w="9525">
            <a:solidFill>
              <a:schemeClr val="bg2">
                <a:alpha val="7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50" name="AutoShape 5">
            <a:extLst>
              <a:ext uri="{FF2B5EF4-FFF2-40B4-BE49-F238E27FC236}">
                <a16:creationId xmlns:a16="http://schemas.microsoft.com/office/drawing/2014/main" id="{A85B6768-8DD0-3840-98FF-EA35442768A0}"/>
              </a:ext>
            </a:extLst>
          </p:cNvPr>
          <p:cNvSpPr>
            <a:spLocks noChangeArrowheads="1"/>
          </p:cNvSpPr>
          <p:nvPr userDrawn="1"/>
        </p:nvSpPr>
        <p:spPr bwMode="auto">
          <a:xfrm>
            <a:off x="1162617" y="1867237"/>
            <a:ext cx="1946019" cy="169277"/>
          </a:xfrm>
          <a:prstGeom prst="foldedCorner">
            <a:avLst>
              <a:gd name="adj" fmla="val 0"/>
            </a:avLst>
          </a:prstGeom>
          <a:noFill/>
          <a:ln w="6350" cmpd="sng">
            <a:noFill/>
            <a:round/>
            <a:headEnd/>
            <a:tailEnd/>
          </a:ln>
          <a:effectLst/>
        </p:spPr>
        <p:txBody>
          <a:bodyPr wrap="square" lIns="36000" tIns="0" rIns="36000" bIns="0">
            <a:spAutoFit/>
          </a:bodyPr>
          <a:lstStyle/>
          <a:p>
            <a:pPr algn="l">
              <a:defRPr/>
            </a:pPr>
            <a:r>
              <a:rPr lang="en-US" sz="1100">
                <a:solidFill>
                  <a:schemeClr val="bg2"/>
                </a:solidFill>
                <a:latin typeface="Calibri" panose="020F0502020204030204" pitchFamily="34" charset="0"/>
                <a:cs typeface="Calibri" panose="020F0502020204030204" pitchFamily="34" charset="0"/>
              </a:rPr>
              <a:t>external dependencies in total</a:t>
            </a:r>
            <a:endParaRPr lang="en-US" sz="1200" spc="-50" noProof="1">
              <a:solidFill>
                <a:schemeClr val="bg2"/>
              </a:solidFill>
              <a:cs typeface="TheSansMono M5"/>
            </a:endParaRPr>
          </a:p>
        </p:txBody>
      </p:sp>
      <p:sp>
        <p:nvSpPr>
          <p:cNvPr id="54" name="Rectangle 53">
            <a:extLst>
              <a:ext uri="{FF2B5EF4-FFF2-40B4-BE49-F238E27FC236}">
                <a16:creationId xmlns:a16="http://schemas.microsoft.com/office/drawing/2014/main" id="{97CD0235-CB15-C949-BCBD-9E062FB24F3A}"/>
              </a:ext>
            </a:extLst>
          </p:cNvPr>
          <p:cNvSpPr/>
          <p:nvPr userDrawn="1"/>
        </p:nvSpPr>
        <p:spPr>
          <a:xfrm>
            <a:off x="6116295" y="730293"/>
            <a:ext cx="6075705" cy="61277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accent1"/>
              </a:solidFill>
            </a:endParaRPr>
          </a:p>
        </p:txBody>
      </p:sp>
      <p:sp>
        <p:nvSpPr>
          <p:cNvPr id="55" name="Content Placeholder 2">
            <a:extLst>
              <a:ext uri="{FF2B5EF4-FFF2-40B4-BE49-F238E27FC236}">
                <a16:creationId xmlns:a16="http://schemas.microsoft.com/office/drawing/2014/main" id="{C8989BBF-287E-B847-9CAC-6DA102EFBD4A}"/>
              </a:ext>
            </a:extLst>
          </p:cNvPr>
          <p:cNvSpPr>
            <a:spLocks noGrp="1"/>
          </p:cNvSpPr>
          <p:nvPr userDrawn="1">
            <p:ph sz="quarter" idx="13" hasCustomPrompt="1"/>
          </p:nvPr>
        </p:nvSpPr>
        <p:spPr>
          <a:xfrm>
            <a:off x="6420006" y="1368000"/>
            <a:ext cx="5326793" cy="4950000"/>
          </a:xfrm>
        </p:spPr>
        <p:txBody>
          <a:bodyPr>
            <a:noAutofit/>
          </a:bodyPr>
          <a:lstStyle>
            <a:lvl1pPr marL="285750" indent="-285750">
              <a:buFont typeface="Wingdings" pitchFamily="2" charset="2"/>
              <a:buChar char="§"/>
              <a:tabLst/>
              <a:defRPr>
                <a:solidFill>
                  <a:schemeClr val="tx2"/>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Insert content text (headers in bold)</a:t>
            </a:r>
          </a:p>
        </p:txBody>
      </p:sp>
      <p:sp>
        <p:nvSpPr>
          <p:cNvPr id="56" name="Text Placeholder 2">
            <a:extLst>
              <a:ext uri="{FF2B5EF4-FFF2-40B4-BE49-F238E27FC236}">
                <a16:creationId xmlns:a16="http://schemas.microsoft.com/office/drawing/2014/main" id="{8FE26B8D-BD73-4444-8D0F-1248DE1DD5BD}"/>
              </a:ext>
            </a:extLst>
          </p:cNvPr>
          <p:cNvSpPr>
            <a:spLocks noGrp="1"/>
          </p:cNvSpPr>
          <p:nvPr>
            <p:ph type="body" sz="quarter" idx="14" hasCustomPrompt="1"/>
          </p:nvPr>
        </p:nvSpPr>
        <p:spPr>
          <a:xfrm>
            <a:off x="566858" y="1816783"/>
            <a:ext cx="562010" cy="265112"/>
          </a:xfrm>
        </p:spPr>
        <p:txBody>
          <a:bodyPr anchor="ctr">
            <a:noAutofit/>
          </a:bodyPr>
          <a:lstStyle>
            <a:lvl1pPr marL="0" indent="0" algn="r">
              <a:buFont typeface="Arial" panose="020B0604020202020204" pitchFamily="34" charset="0"/>
              <a:buNone/>
              <a:defRPr sz="1600" b="1">
                <a:solidFill>
                  <a:schemeClr val="bg2"/>
                </a:solidFill>
              </a:defRPr>
            </a:lvl1pPr>
            <a:lvl2pPr marL="270000" indent="0">
              <a:buFont typeface="Arial" panose="020B0604020202020204" pitchFamily="34" charset="0"/>
              <a:buNone/>
              <a:defRPr b="1">
                <a:solidFill>
                  <a:schemeClr val="bg2"/>
                </a:solidFill>
              </a:defRPr>
            </a:lvl2pPr>
            <a:lvl3pPr marL="522000" indent="0">
              <a:buFont typeface="Arial" panose="020B0604020202020204" pitchFamily="34" charset="0"/>
              <a:buNone/>
              <a:defRPr b="1">
                <a:solidFill>
                  <a:schemeClr val="bg2"/>
                </a:solidFill>
              </a:defRPr>
            </a:lvl3pPr>
            <a:lvl4pPr marL="774000" indent="0">
              <a:buFont typeface="Arial" panose="020B0604020202020204" pitchFamily="34" charset="0"/>
              <a:buNone/>
              <a:defRPr b="1">
                <a:solidFill>
                  <a:schemeClr val="bg2"/>
                </a:solidFill>
              </a:defRPr>
            </a:lvl4pPr>
            <a:lvl5pPr marL="1026000" indent="0">
              <a:buFont typeface="Arial" panose="020B0604020202020204" pitchFamily="34" charset="0"/>
              <a:buNone/>
              <a:defRPr b="1">
                <a:solidFill>
                  <a:schemeClr val="bg2"/>
                </a:solidFill>
              </a:defRPr>
            </a:lvl5pPr>
          </a:lstStyle>
          <a:p>
            <a:pPr lvl="0"/>
            <a:r>
              <a:rPr lang="en-US"/>
              <a:t>&lt;#&gt;</a:t>
            </a:r>
          </a:p>
        </p:txBody>
      </p:sp>
      <p:sp>
        <p:nvSpPr>
          <p:cNvPr id="9" name="TextBox 8">
            <a:extLst>
              <a:ext uri="{FF2B5EF4-FFF2-40B4-BE49-F238E27FC236}">
                <a16:creationId xmlns:a16="http://schemas.microsoft.com/office/drawing/2014/main" id="{A4A32BDF-19FE-16E0-140C-A92D63BFE40D}"/>
              </a:ext>
            </a:extLst>
          </p:cNvPr>
          <p:cNvSpPr txBox="1"/>
          <p:nvPr userDrawn="1"/>
        </p:nvSpPr>
        <p:spPr>
          <a:xfrm>
            <a:off x="-143206" y="5881381"/>
            <a:ext cx="2549071" cy="289438"/>
          </a:xfrm>
          <a:prstGeom prst="rect">
            <a:avLst/>
          </a:prstGeom>
          <a:noFill/>
        </p:spPr>
        <p:txBody>
          <a:bodyPr wrap="square" lIns="90000" rtlCol="0" anchor="t">
            <a:spAutoFit/>
          </a:bodyPr>
          <a:lstStyle/>
          <a:p>
            <a:pPr algn="r">
              <a:lnSpc>
                <a:spcPct val="113000"/>
              </a:lnSpc>
            </a:pPr>
            <a:r>
              <a:rPr lang="en-US" sz="1200">
                <a:solidFill>
                  <a:schemeClr val="tx1">
                    <a:lumMod val="60000"/>
                    <a:lumOff val="40000"/>
                    <a:alpha val="50000"/>
                  </a:schemeClr>
                </a:solidFill>
              </a:rPr>
              <a:t>Number of dependencies:</a:t>
            </a:r>
          </a:p>
        </p:txBody>
      </p:sp>
      <p:grpSp>
        <p:nvGrpSpPr>
          <p:cNvPr id="17" name="Group 16">
            <a:extLst>
              <a:ext uri="{FF2B5EF4-FFF2-40B4-BE49-F238E27FC236}">
                <a16:creationId xmlns:a16="http://schemas.microsoft.com/office/drawing/2014/main" id="{FD846DF8-6FB9-113B-E643-AFB994F128E9}"/>
              </a:ext>
            </a:extLst>
          </p:cNvPr>
          <p:cNvGrpSpPr/>
          <p:nvPr userDrawn="1"/>
        </p:nvGrpSpPr>
        <p:grpSpPr>
          <a:xfrm>
            <a:off x="184167" y="2938848"/>
            <a:ext cx="2176758" cy="478914"/>
            <a:chOff x="184167" y="2938848"/>
            <a:chExt cx="2176758" cy="478914"/>
          </a:xfrm>
        </p:grpSpPr>
        <p:pic>
          <p:nvPicPr>
            <p:cNvPr id="6" name="Graphic 5">
              <a:extLst>
                <a:ext uri="{FF2B5EF4-FFF2-40B4-BE49-F238E27FC236}">
                  <a16:creationId xmlns:a16="http://schemas.microsoft.com/office/drawing/2014/main" id="{92CB4BC1-E3EB-78F3-84A5-877A5B841E78}"/>
                </a:ext>
              </a:extLst>
            </p:cNvPr>
            <p:cNvPicPr>
              <a:picLocks noChangeAspect="1"/>
            </p:cNvPicPr>
            <p:nvPr userDrawn="1"/>
          </p:nvPicPr>
          <p:blipFill>
            <a:blip r:embed="rId4">
              <a:lum bright="100000"/>
              <a:alphaModFix amt="80000"/>
              <a:extLst>
                <a:ext uri="{96DAC541-7B7A-43D3-8B79-37D633B846F1}">
                  <asvg:svgBlip xmlns:asvg="http://schemas.microsoft.com/office/drawing/2016/SVG/main" r:embed="rId5"/>
                </a:ext>
              </a:extLst>
            </a:blip>
            <a:stretch>
              <a:fillRect/>
            </a:stretch>
          </p:blipFill>
          <p:spPr>
            <a:xfrm>
              <a:off x="2132325" y="3145777"/>
              <a:ext cx="228600" cy="228600"/>
            </a:xfrm>
            <a:prstGeom prst="rect">
              <a:avLst/>
            </a:prstGeom>
          </p:spPr>
        </p:pic>
        <p:sp>
          <p:nvSpPr>
            <p:cNvPr id="11" name="TextBox 10">
              <a:extLst>
                <a:ext uri="{FF2B5EF4-FFF2-40B4-BE49-F238E27FC236}">
                  <a16:creationId xmlns:a16="http://schemas.microsoft.com/office/drawing/2014/main" id="{63CF1F6A-1F88-8145-FE5C-042E83FC70D0}"/>
                </a:ext>
              </a:extLst>
            </p:cNvPr>
            <p:cNvSpPr txBox="1"/>
            <p:nvPr userDrawn="1"/>
          </p:nvSpPr>
          <p:spPr>
            <a:xfrm>
              <a:off x="184167" y="2938848"/>
              <a:ext cx="1930982" cy="478914"/>
            </a:xfrm>
            <a:prstGeom prst="rect">
              <a:avLst/>
            </a:prstGeom>
            <a:noFill/>
          </p:spPr>
          <p:txBody>
            <a:bodyPr wrap="square">
              <a:spAutoFit/>
            </a:bodyPr>
            <a:lstStyle/>
            <a:p>
              <a:pPr algn="r">
                <a:lnSpc>
                  <a:spcPct val="180000"/>
                </a:lnSpc>
              </a:pPr>
              <a:r>
                <a:rPr lang="en-US" sz="1600" b="1">
                  <a:solidFill>
                    <a:schemeClr val="tx1">
                      <a:lumMod val="40000"/>
                      <a:lumOff val="60000"/>
                    </a:schemeClr>
                  </a:solidFill>
                </a:rPr>
                <a:t>vulnerability </a:t>
              </a:r>
              <a:r>
                <a:rPr lang="en-US" sz="1600">
                  <a:solidFill>
                    <a:schemeClr val="tx1">
                      <a:lumMod val="40000"/>
                      <a:lumOff val="60000"/>
                    </a:schemeClr>
                  </a:solidFill>
                </a:rPr>
                <a:t>risk</a:t>
              </a:r>
            </a:p>
          </p:txBody>
        </p:sp>
      </p:grpSp>
      <p:grpSp>
        <p:nvGrpSpPr>
          <p:cNvPr id="19" name="Group 18">
            <a:extLst>
              <a:ext uri="{FF2B5EF4-FFF2-40B4-BE49-F238E27FC236}">
                <a16:creationId xmlns:a16="http://schemas.microsoft.com/office/drawing/2014/main" id="{7833F2AE-B882-CA12-2A4B-CA6E81F265E6}"/>
              </a:ext>
            </a:extLst>
          </p:cNvPr>
          <p:cNvGrpSpPr/>
          <p:nvPr userDrawn="1"/>
        </p:nvGrpSpPr>
        <p:grpSpPr>
          <a:xfrm>
            <a:off x="1016807" y="3564280"/>
            <a:ext cx="1344118" cy="423514"/>
            <a:chOff x="1016807" y="3564280"/>
            <a:chExt cx="1344118" cy="423514"/>
          </a:xfrm>
        </p:grpSpPr>
        <p:pic>
          <p:nvPicPr>
            <p:cNvPr id="3" name="Graphic 2">
              <a:extLst>
                <a:ext uri="{FF2B5EF4-FFF2-40B4-BE49-F238E27FC236}">
                  <a16:creationId xmlns:a16="http://schemas.microsoft.com/office/drawing/2014/main" id="{55B06F22-E984-AAA7-DF5B-49AA31FAED79}"/>
                </a:ext>
              </a:extLst>
            </p:cNvPr>
            <p:cNvPicPr>
              <a:picLocks noChangeAspect="1"/>
            </p:cNvPicPr>
            <p:nvPr userDrawn="1"/>
          </p:nvPicPr>
          <p:blipFill>
            <a:blip r:embed="rId6">
              <a:lum bright="100000"/>
              <a:alphaModFix amt="80000"/>
              <a:extLst>
                <a:ext uri="{96DAC541-7B7A-43D3-8B79-37D633B846F1}">
                  <asvg:svgBlip xmlns:asvg="http://schemas.microsoft.com/office/drawing/2016/SVG/main" r:embed="rId7"/>
                </a:ext>
              </a:extLst>
            </a:blip>
            <a:stretch>
              <a:fillRect/>
            </a:stretch>
          </p:blipFill>
          <p:spPr>
            <a:xfrm>
              <a:off x="2132325" y="3703034"/>
              <a:ext cx="228600" cy="228600"/>
            </a:xfrm>
            <a:prstGeom prst="rect">
              <a:avLst/>
            </a:prstGeom>
          </p:spPr>
        </p:pic>
        <p:sp>
          <p:nvSpPr>
            <p:cNvPr id="13" name="TextBox 12">
              <a:extLst>
                <a:ext uri="{FF2B5EF4-FFF2-40B4-BE49-F238E27FC236}">
                  <a16:creationId xmlns:a16="http://schemas.microsoft.com/office/drawing/2014/main" id="{918ECFD4-7514-0241-5872-BB758C0682D7}"/>
                </a:ext>
              </a:extLst>
            </p:cNvPr>
            <p:cNvSpPr txBox="1"/>
            <p:nvPr userDrawn="1"/>
          </p:nvSpPr>
          <p:spPr>
            <a:xfrm>
              <a:off x="1016807" y="3564280"/>
              <a:ext cx="1098342" cy="423514"/>
            </a:xfrm>
            <a:prstGeom prst="rect">
              <a:avLst/>
            </a:prstGeom>
            <a:noFill/>
          </p:spPr>
          <p:txBody>
            <a:bodyPr wrap="square">
              <a:spAutoFit/>
            </a:bodyPr>
            <a:lstStyle/>
            <a:p>
              <a:pPr algn="r">
                <a:lnSpc>
                  <a:spcPct val="150000"/>
                </a:lnSpc>
              </a:pPr>
              <a:r>
                <a:rPr lang="en-US" sz="1600" b="1">
                  <a:solidFill>
                    <a:schemeClr val="tx1">
                      <a:lumMod val="40000"/>
                      <a:lumOff val="60000"/>
                    </a:schemeClr>
                  </a:solidFill>
                </a:rPr>
                <a:t>legal </a:t>
              </a:r>
              <a:r>
                <a:rPr lang="en-US" sz="1600">
                  <a:solidFill>
                    <a:schemeClr val="tx1">
                      <a:lumMod val="40000"/>
                      <a:lumOff val="60000"/>
                    </a:schemeClr>
                  </a:solidFill>
                </a:rPr>
                <a:t>risk</a:t>
              </a:r>
            </a:p>
          </p:txBody>
        </p:sp>
      </p:grpSp>
      <p:grpSp>
        <p:nvGrpSpPr>
          <p:cNvPr id="21" name="Group 20">
            <a:extLst>
              <a:ext uri="{FF2B5EF4-FFF2-40B4-BE49-F238E27FC236}">
                <a16:creationId xmlns:a16="http://schemas.microsoft.com/office/drawing/2014/main" id="{558AA51C-901A-9B84-CE25-4D427A46CAC1}"/>
              </a:ext>
            </a:extLst>
          </p:cNvPr>
          <p:cNvGrpSpPr/>
          <p:nvPr userDrawn="1"/>
        </p:nvGrpSpPr>
        <p:grpSpPr>
          <a:xfrm>
            <a:off x="283779" y="4213198"/>
            <a:ext cx="2077146" cy="276999"/>
            <a:chOff x="283779" y="4213198"/>
            <a:chExt cx="2077146" cy="276999"/>
          </a:xfrm>
        </p:grpSpPr>
        <p:pic>
          <p:nvPicPr>
            <p:cNvPr id="2" name="Graphic 1">
              <a:extLst>
                <a:ext uri="{FF2B5EF4-FFF2-40B4-BE49-F238E27FC236}">
                  <a16:creationId xmlns:a16="http://schemas.microsoft.com/office/drawing/2014/main" id="{309C6217-E883-2005-7854-9846D558305C}"/>
                </a:ext>
              </a:extLst>
            </p:cNvPr>
            <p:cNvPicPr>
              <a:picLocks noChangeAspect="1"/>
            </p:cNvPicPr>
            <p:nvPr userDrawn="1"/>
          </p:nvPicPr>
          <p:blipFill>
            <a:blip r:embed="rId8">
              <a:lum bright="100000"/>
              <a:alphaModFix amt="80000"/>
              <a:extLst>
                <a:ext uri="{96DAC541-7B7A-43D3-8B79-37D633B846F1}">
                  <asvg:svgBlip xmlns:asvg="http://schemas.microsoft.com/office/drawing/2016/SVG/main" r:embed="rId9"/>
                </a:ext>
              </a:extLst>
            </a:blip>
            <a:stretch>
              <a:fillRect/>
            </a:stretch>
          </p:blipFill>
          <p:spPr>
            <a:xfrm>
              <a:off x="2132325" y="4260843"/>
              <a:ext cx="228600" cy="228600"/>
            </a:xfrm>
            <a:prstGeom prst="rect">
              <a:avLst/>
            </a:prstGeom>
          </p:spPr>
        </p:pic>
        <p:sp>
          <p:nvSpPr>
            <p:cNvPr id="32" name="TextBox 31">
              <a:extLst>
                <a:ext uri="{FF2B5EF4-FFF2-40B4-BE49-F238E27FC236}">
                  <a16:creationId xmlns:a16="http://schemas.microsoft.com/office/drawing/2014/main" id="{D435142B-912E-4B8A-58D9-C27402CCBF87}"/>
                </a:ext>
              </a:extLst>
            </p:cNvPr>
            <p:cNvSpPr txBox="1"/>
            <p:nvPr userDrawn="1"/>
          </p:nvSpPr>
          <p:spPr>
            <a:xfrm>
              <a:off x="283779" y="4213198"/>
              <a:ext cx="1831370" cy="276999"/>
            </a:xfrm>
            <a:prstGeom prst="rect">
              <a:avLst/>
            </a:prstGeom>
            <a:noFill/>
          </p:spPr>
          <p:txBody>
            <a:bodyPr wrap="square">
              <a:spAutoFit/>
            </a:bodyPr>
            <a:lstStyle/>
            <a:p>
              <a:pPr algn="r">
                <a:lnSpc>
                  <a:spcPct val="100000"/>
                </a:lnSpc>
              </a:pPr>
              <a:r>
                <a:rPr lang="en-US" sz="1200" b="0">
                  <a:solidFill>
                    <a:schemeClr val="tx1">
                      <a:lumMod val="40000"/>
                      <a:lumOff val="60000"/>
                    </a:schemeClr>
                  </a:solidFill>
                </a:rPr>
                <a:t>freshness risk</a:t>
              </a:r>
            </a:p>
          </p:txBody>
        </p:sp>
      </p:grpSp>
      <p:grpSp>
        <p:nvGrpSpPr>
          <p:cNvPr id="23" name="Group 22">
            <a:extLst>
              <a:ext uri="{FF2B5EF4-FFF2-40B4-BE49-F238E27FC236}">
                <a16:creationId xmlns:a16="http://schemas.microsoft.com/office/drawing/2014/main" id="{A0CB14B6-5B84-25D4-9CE0-CD4E9AB33AC3}"/>
              </a:ext>
            </a:extLst>
          </p:cNvPr>
          <p:cNvGrpSpPr/>
          <p:nvPr userDrawn="1"/>
        </p:nvGrpSpPr>
        <p:grpSpPr>
          <a:xfrm>
            <a:off x="763256" y="4628191"/>
            <a:ext cx="1597669" cy="307777"/>
            <a:chOff x="763256" y="4610126"/>
            <a:chExt cx="1597669" cy="307777"/>
          </a:xfrm>
        </p:grpSpPr>
        <p:pic>
          <p:nvPicPr>
            <p:cNvPr id="5" name="Graphic 4">
              <a:extLst>
                <a:ext uri="{FF2B5EF4-FFF2-40B4-BE49-F238E27FC236}">
                  <a16:creationId xmlns:a16="http://schemas.microsoft.com/office/drawing/2014/main" id="{A826661C-B819-E9F6-2659-EBBAE34CB6D8}"/>
                </a:ext>
              </a:extLst>
            </p:cNvPr>
            <p:cNvPicPr>
              <a:picLocks noChangeAspect="1"/>
            </p:cNvPicPr>
            <p:nvPr userDrawn="1"/>
          </p:nvPicPr>
          <p:blipFill>
            <a:blip r:embed="rId10">
              <a:lum bright="100000"/>
              <a:alphaModFix amt="80000"/>
              <a:extLst>
                <a:ext uri="{96DAC541-7B7A-43D3-8B79-37D633B846F1}">
                  <asvg:svgBlip xmlns:asvg="http://schemas.microsoft.com/office/drawing/2016/SVG/main" r:embed="rId11"/>
                </a:ext>
              </a:extLst>
            </a:blip>
            <a:stretch>
              <a:fillRect/>
            </a:stretch>
          </p:blipFill>
          <p:spPr>
            <a:xfrm>
              <a:off x="2132325" y="4671752"/>
              <a:ext cx="228600" cy="228600"/>
            </a:xfrm>
            <a:prstGeom prst="rect">
              <a:avLst/>
            </a:prstGeom>
          </p:spPr>
        </p:pic>
        <p:sp>
          <p:nvSpPr>
            <p:cNvPr id="35" name="TextBox 34">
              <a:extLst>
                <a:ext uri="{FF2B5EF4-FFF2-40B4-BE49-F238E27FC236}">
                  <a16:creationId xmlns:a16="http://schemas.microsoft.com/office/drawing/2014/main" id="{4929CEE3-98D7-9F5B-587E-4C33DB5EB3B8}"/>
                </a:ext>
              </a:extLst>
            </p:cNvPr>
            <p:cNvSpPr txBox="1"/>
            <p:nvPr userDrawn="1"/>
          </p:nvSpPr>
          <p:spPr>
            <a:xfrm>
              <a:off x="763256" y="4610126"/>
              <a:ext cx="1351893" cy="307777"/>
            </a:xfrm>
            <a:prstGeom prst="rect">
              <a:avLst/>
            </a:prstGeom>
            <a:noFill/>
          </p:spPr>
          <p:txBody>
            <a:bodyPr wrap="square">
              <a:spAutoFit/>
            </a:bodyPr>
            <a:lstStyle/>
            <a:p>
              <a:pPr algn="r">
                <a:lnSpc>
                  <a:spcPct val="100000"/>
                </a:lnSpc>
              </a:pPr>
              <a:r>
                <a:rPr lang="en-US" sz="1200" b="0">
                  <a:solidFill>
                    <a:schemeClr val="tx1">
                      <a:lumMod val="40000"/>
                      <a:lumOff val="60000"/>
                    </a:schemeClr>
                  </a:solidFill>
                </a:rPr>
                <a:t>stability</a:t>
              </a:r>
              <a:r>
                <a:rPr lang="en-US" sz="1400" b="0">
                  <a:solidFill>
                    <a:schemeClr val="tx1">
                      <a:lumMod val="40000"/>
                      <a:lumOff val="60000"/>
                    </a:schemeClr>
                  </a:solidFill>
                </a:rPr>
                <a:t> </a:t>
              </a:r>
              <a:r>
                <a:rPr lang="en-US" sz="1200" b="0">
                  <a:solidFill>
                    <a:schemeClr val="tx1">
                      <a:lumMod val="40000"/>
                      <a:lumOff val="60000"/>
                    </a:schemeClr>
                  </a:solidFill>
                </a:rPr>
                <a:t>risk</a:t>
              </a:r>
            </a:p>
          </p:txBody>
        </p:sp>
      </p:grpSp>
      <p:grpSp>
        <p:nvGrpSpPr>
          <p:cNvPr id="24" name="Group 23">
            <a:extLst>
              <a:ext uri="{FF2B5EF4-FFF2-40B4-BE49-F238E27FC236}">
                <a16:creationId xmlns:a16="http://schemas.microsoft.com/office/drawing/2014/main" id="{5831422A-942B-5C44-B632-3495D5574AD2}"/>
              </a:ext>
            </a:extLst>
          </p:cNvPr>
          <p:cNvGrpSpPr/>
          <p:nvPr userDrawn="1"/>
        </p:nvGrpSpPr>
        <p:grpSpPr>
          <a:xfrm>
            <a:off x="632049" y="5073962"/>
            <a:ext cx="1728876" cy="276999"/>
            <a:chOff x="632049" y="5033912"/>
            <a:chExt cx="1728876" cy="276999"/>
          </a:xfrm>
        </p:grpSpPr>
        <p:pic>
          <p:nvPicPr>
            <p:cNvPr id="4" name="Graphic 3">
              <a:extLst>
                <a:ext uri="{FF2B5EF4-FFF2-40B4-BE49-F238E27FC236}">
                  <a16:creationId xmlns:a16="http://schemas.microsoft.com/office/drawing/2014/main" id="{5A08C835-BC34-CED7-C169-00E4B30B00EF}"/>
                </a:ext>
              </a:extLst>
            </p:cNvPr>
            <p:cNvPicPr>
              <a:picLocks noChangeAspect="1"/>
            </p:cNvPicPr>
            <p:nvPr userDrawn="1"/>
          </p:nvPicPr>
          <p:blipFill>
            <a:blip r:embed="rId12">
              <a:lum bright="100000"/>
              <a:alphaModFix amt="80000"/>
              <a:extLst>
                <a:ext uri="{96DAC541-7B7A-43D3-8B79-37D633B846F1}">
                  <asvg:svgBlip xmlns:asvg="http://schemas.microsoft.com/office/drawing/2016/SVG/main" r:embed="rId13"/>
                </a:ext>
              </a:extLst>
            </a:blip>
            <a:stretch>
              <a:fillRect/>
            </a:stretch>
          </p:blipFill>
          <p:spPr>
            <a:xfrm>
              <a:off x="2132325" y="5075030"/>
              <a:ext cx="228600" cy="228600"/>
            </a:xfrm>
            <a:prstGeom prst="rect">
              <a:avLst/>
            </a:prstGeom>
          </p:spPr>
        </p:pic>
        <p:sp>
          <p:nvSpPr>
            <p:cNvPr id="36" name="TextBox 35">
              <a:extLst>
                <a:ext uri="{FF2B5EF4-FFF2-40B4-BE49-F238E27FC236}">
                  <a16:creationId xmlns:a16="http://schemas.microsoft.com/office/drawing/2014/main" id="{3A69FE6E-A255-48D4-C7E8-F5E6D264D886}"/>
                </a:ext>
              </a:extLst>
            </p:cNvPr>
            <p:cNvSpPr txBox="1"/>
            <p:nvPr userDrawn="1"/>
          </p:nvSpPr>
          <p:spPr>
            <a:xfrm>
              <a:off x="632049" y="5033912"/>
              <a:ext cx="1483100" cy="276999"/>
            </a:xfrm>
            <a:prstGeom prst="rect">
              <a:avLst/>
            </a:prstGeom>
            <a:noFill/>
          </p:spPr>
          <p:txBody>
            <a:bodyPr wrap="square">
              <a:spAutoFit/>
            </a:bodyPr>
            <a:lstStyle/>
            <a:p>
              <a:pPr algn="r">
                <a:lnSpc>
                  <a:spcPct val="100000"/>
                </a:lnSpc>
              </a:pPr>
              <a:r>
                <a:rPr lang="en-US" sz="1200" b="0">
                  <a:solidFill>
                    <a:schemeClr val="tx1">
                      <a:lumMod val="40000"/>
                      <a:lumOff val="60000"/>
                    </a:schemeClr>
                  </a:solidFill>
                </a:rPr>
                <a:t>management risk</a:t>
              </a:r>
            </a:p>
          </p:txBody>
        </p:sp>
      </p:grpSp>
      <p:grpSp>
        <p:nvGrpSpPr>
          <p:cNvPr id="25" name="Group 24">
            <a:extLst>
              <a:ext uri="{FF2B5EF4-FFF2-40B4-BE49-F238E27FC236}">
                <a16:creationId xmlns:a16="http://schemas.microsoft.com/office/drawing/2014/main" id="{5F8C6D75-F690-0C6C-33C1-6B28E6F5F6AC}"/>
              </a:ext>
            </a:extLst>
          </p:cNvPr>
          <p:cNvGrpSpPr/>
          <p:nvPr userDrawn="1"/>
        </p:nvGrpSpPr>
        <p:grpSpPr>
          <a:xfrm>
            <a:off x="708077" y="5488955"/>
            <a:ext cx="1652848" cy="276999"/>
            <a:chOff x="708077" y="5488955"/>
            <a:chExt cx="1652848" cy="276999"/>
          </a:xfrm>
        </p:grpSpPr>
        <p:pic>
          <p:nvPicPr>
            <p:cNvPr id="7" name="Graphic 6">
              <a:extLst>
                <a:ext uri="{FF2B5EF4-FFF2-40B4-BE49-F238E27FC236}">
                  <a16:creationId xmlns:a16="http://schemas.microsoft.com/office/drawing/2014/main" id="{3D163BBF-D73D-9771-B050-1D5ACCF6131A}"/>
                </a:ext>
              </a:extLst>
            </p:cNvPr>
            <p:cNvPicPr>
              <a:picLocks noChangeAspect="1"/>
            </p:cNvPicPr>
            <p:nvPr userDrawn="1"/>
          </p:nvPicPr>
          <p:blipFill>
            <a:blip r:embed="rId14">
              <a:lum bright="100000"/>
              <a:alphaModFix amt="80000"/>
              <a:extLst>
                <a:ext uri="{96DAC541-7B7A-43D3-8B79-37D633B846F1}">
                  <asvg:svgBlip xmlns:asvg="http://schemas.microsoft.com/office/drawing/2016/SVG/main" r:embed="rId15"/>
                </a:ext>
              </a:extLst>
            </a:blip>
            <a:stretch>
              <a:fillRect/>
            </a:stretch>
          </p:blipFill>
          <p:spPr>
            <a:xfrm>
              <a:off x="2132325" y="5517723"/>
              <a:ext cx="228600" cy="228600"/>
            </a:xfrm>
            <a:prstGeom prst="rect">
              <a:avLst/>
            </a:prstGeom>
          </p:spPr>
        </p:pic>
        <p:sp>
          <p:nvSpPr>
            <p:cNvPr id="39" name="TextBox 38">
              <a:extLst>
                <a:ext uri="{FF2B5EF4-FFF2-40B4-BE49-F238E27FC236}">
                  <a16:creationId xmlns:a16="http://schemas.microsoft.com/office/drawing/2014/main" id="{BB860CF2-34E2-DE9F-17DE-0B05CCAB9F66}"/>
                </a:ext>
              </a:extLst>
            </p:cNvPr>
            <p:cNvSpPr txBox="1"/>
            <p:nvPr userDrawn="1"/>
          </p:nvSpPr>
          <p:spPr>
            <a:xfrm>
              <a:off x="708077" y="5488955"/>
              <a:ext cx="1407072" cy="276999"/>
            </a:xfrm>
            <a:prstGeom prst="rect">
              <a:avLst/>
            </a:prstGeom>
            <a:noFill/>
          </p:spPr>
          <p:txBody>
            <a:bodyPr wrap="square">
              <a:spAutoFit/>
            </a:bodyPr>
            <a:lstStyle/>
            <a:p>
              <a:pPr algn="r">
                <a:lnSpc>
                  <a:spcPct val="100000"/>
                </a:lnSpc>
              </a:pPr>
              <a:r>
                <a:rPr lang="en-US" sz="1200" b="0">
                  <a:solidFill>
                    <a:schemeClr val="tx1">
                      <a:lumMod val="40000"/>
                      <a:lumOff val="60000"/>
                    </a:schemeClr>
                  </a:solidFill>
                </a:rPr>
                <a:t>activity risk</a:t>
              </a:r>
            </a:p>
          </p:txBody>
        </p:sp>
      </p:grpSp>
      <p:sp>
        <p:nvSpPr>
          <p:cNvPr id="40" name="TextBox 39">
            <a:extLst>
              <a:ext uri="{FF2B5EF4-FFF2-40B4-BE49-F238E27FC236}">
                <a16:creationId xmlns:a16="http://schemas.microsoft.com/office/drawing/2014/main" id="{CE5C3847-A367-1ACD-62C1-099B8EEB07F1}"/>
              </a:ext>
            </a:extLst>
          </p:cNvPr>
          <p:cNvSpPr txBox="1"/>
          <p:nvPr userDrawn="1"/>
        </p:nvSpPr>
        <p:spPr>
          <a:xfrm>
            <a:off x="1972649" y="2655839"/>
            <a:ext cx="1152452" cy="289438"/>
          </a:xfrm>
          <a:prstGeom prst="rect">
            <a:avLst/>
          </a:prstGeom>
          <a:noFill/>
        </p:spPr>
        <p:txBody>
          <a:bodyPr wrap="none" lIns="90000" rtlCol="0" anchor="t">
            <a:spAutoFit/>
          </a:bodyPr>
          <a:lstStyle/>
          <a:p>
            <a:pPr algn="l">
              <a:lnSpc>
                <a:spcPct val="113000"/>
              </a:lnSpc>
            </a:pPr>
            <a:r>
              <a:rPr lang="en-NL" sz="1200" b="1" i="0">
                <a:solidFill>
                  <a:srgbClr val="C1C7CF"/>
                </a:solidFill>
              </a:rPr>
              <a:t>Risk categories</a:t>
            </a:r>
          </a:p>
        </p:txBody>
      </p:sp>
    </p:spTree>
    <p:extLst>
      <p:ext uri="{BB962C8B-B14F-4D97-AF65-F5344CB8AC3E}">
        <p14:creationId xmlns:p14="http://schemas.microsoft.com/office/powerpoint/2010/main" val="597180273"/>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userDrawn="1">
  <p:cSld name="General dark">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299649B-5451-C04E-B29F-B9106BA428C6}"/>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8EB6C95-789F-6849-B896-687225A3A848}"/>
              </a:ext>
            </a:extLst>
          </p:cNvPr>
          <p:cNvSpPr/>
          <p:nvPr userDrawn="1"/>
        </p:nvSpPr>
        <p:spPr>
          <a:xfrm>
            <a:off x="1526399" y="1"/>
            <a:ext cx="10665601" cy="853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Slide Number Placeholder 5">
            <a:extLst>
              <a:ext uri="{FF2B5EF4-FFF2-40B4-BE49-F238E27FC236}">
                <a16:creationId xmlns:a16="http://schemas.microsoft.com/office/drawing/2014/main" id="{598AB3A5-9E9A-0F4F-B44F-E7B1D1AFFB8E}"/>
              </a:ext>
            </a:extLst>
          </p:cNvPr>
          <p:cNvSpPr>
            <a:spLocks noGrp="1"/>
          </p:cNvSpPr>
          <p:nvPr>
            <p:ph type="sldNum" sz="quarter" idx="4"/>
          </p:nvPr>
        </p:nvSpPr>
        <p:spPr>
          <a:xfrm>
            <a:off x="11495599" y="6550219"/>
            <a:ext cx="250068" cy="23640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36000" rtlCol="0" anchor="ctr"/>
          <a:lstStyle>
            <a:lvl1pPr algn="r">
              <a:defRPr lang="en-US" sz="1000" b="1" spc="10" smtClean="0">
                <a:solidFill>
                  <a:srgbClr val="B2BECD"/>
                </a:solidFill>
              </a:defRPr>
            </a:lvl1pPr>
          </a:lstStyle>
          <a:p>
            <a:fld id="{E242BD21-9B61-2246-BCB1-4BE5E1BEBE1C}" type="slidenum">
              <a:rPr lang="en-US" smtClean="0"/>
              <a:pPr/>
              <a:t>‹#›</a:t>
            </a:fld>
            <a:endParaRPr lang="en-US"/>
          </a:p>
        </p:txBody>
      </p:sp>
      <p:sp>
        <p:nvSpPr>
          <p:cNvPr id="17" name="TextBox 16">
            <a:extLst>
              <a:ext uri="{FF2B5EF4-FFF2-40B4-BE49-F238E27FC236}">
                <a16:creationId xmlns:a16="http://schemas.microsoft.com/office/drawing/2014/main" id="{9AD62445-A202-3741-926B-06A74F654895}"/>
              </a:ext>
            </a:extLst>
          </p:cNvPr>
          <p:cNvSpPr txBox="1"/>
          <p:nvPr userDrawn="1"/>
        </p:nvSpPr>
        <p:spPr>
          <a:xfrm>
            <a:off x="1848464" y="146728"/>
            <a:ext cx="334297" cy="276999"/>
          </a:xfrm>
          <a:prstGeom prst="rect">
            <a:avLst/>
          </a:prstGeom>
        </p:spPr>
        <p:txBody>
          <a:bodyPr wrap="square" anchor="ctr">
            <a:spAutoFit/>
          </a:bodyPr>
          <a:lstStyle>
            <a:defPPr>
              <a:defRPr lang="en-US"/>
            </a:defPPr>
            <a:lvl1pPr>
              <a:defRPr sz="1200" b="1" spc="-10">
                <a:solidFill>
                  <a:srgbClr val="183142">
                    <a:alpha val="25000"/>
                  </a:srgbClr>
                </a:solidFill>
                <a:latin typeface="TheSans B6 SemiBold" charset="0"/>
                <a:ea typeface="TheSans B6 SemiBold" charset="0"/>
                <a:cs typeface="TheSans B6 SemiBold" charset="0"/>
              </a:defRPr>
            </a:lvl1pPr>
            <a:lvl2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2pPr>
            <a:lvl3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3pPr>
            <a:lvl4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4pPr>
            <a:lvl5pPr indent="0">
              <a:lnSpc>
                <a:spcPct val="90000"/>
              </a:lnSpc>
              <a:spcBef>
                <a:spcPts val="500"/>
              </a:spcBef>
              <a:buFont typeface="Arial" panose="020B0604020202020204" pitchFamily="34" charset="0"/>
              <a:buNone/>
              <a:defRPr sz="1600" b="0" i="0" spc="-50" baseline="0">
                <a:solidFill>
                  <a:srgbClr val="607692"/>
                </a:solidFill>
                <a:latin typeface="Open Sans" panose="020B0606030504020204" pitchFamily="34" charset="0"/>
                <a:ea typeface="Open Sans" panose="020B0606030504020204" pitchFamily="34" charset="0"/>
                <a:cs typeface="Open Sans" panose="020B0606030504020204" pitchFamily="34"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lvl="0"/>
            <a:r>
              <a:rPr lang="en-US" dirty="0">
                <a:solidFill>
                  <a:srgbClr val="B2BECD"/>
                </a:solidFill>
                <a:latin typeface="+mn-lt"/>
              </a:rPr>
              <a:t>//</a:t>
            </a:r>
          </a:p>
        </p:txBody>
      </p:sp>
      <p:sp>
        <p:nvSpPr>
          <p:cNvPr id="18" name="Text Placeholder 4">
            <a:extLst>
              <a:ext uri="{FF2B5EF4-FFF2-40B4-BE49-F238E27FC236}">
                <a16:creationId xmlns:a16="http://schemas.microsoft.com/office/drawing/2014/main" id="{A7985789-259F-8A45-8AFC-1116A7FBC4C0}"/>
              </a:ext>
            </a:extLst>
          </p:cNvPr>
          <p:cNvSpPr>
            <a:spLocks noGrp="1"/>
          </p:cNvSpPr>
          <p:nvPr>
            <p:ph type="body" sz="quarter" idx="12" hasCustomPrompt="1"/>
          </p:nvPr>
        </p:nvSpPr>
        <p:spPr>
          <a:xfrm>
            <a:off x="2105790" y="169213"/>
            <a:ext cx="9639877" cy="216756"/>
          </a:xfrm>
          <a:prstGeom prst="rect">
            <a:avLst/>
          </a:prstGeom>
        </p:spPr>
        <p:txBody>
          <a:bodyPr wrap="square" lIns="0" tIns="18000" rIns="90000" bIns="0" anchor="t">
            <a:spAutoFit/>
          </a:bodyPr>
          <a:lstStyle>
            <a:lvl1pPr marL="0" indent="0">
              <a:buNone/>
              <a:defRPr lang="en-US" sz="1200" b="1" cap="all" spc="-10" baseline="0" dirty="0">
                <a:solidFill>
                  <a:srgbClr val="B2BECD"/>
                </a:solidFill>
                <a:latin typeface="+mn-lt"/>
                <a:ea typeface="TheSans B6 SemiBold" charset="0"/>
                <a:cs typeface="TheSans B6 SemiBold" charset="0"/>
              </a:defRPr>
            </a:lvl1pPr>
          </a:lstStyle>
          <a:p>
            <a:pPr marL="0" lvl="0"/>
            <a:r>
              <a:rPr lang="en-US" dirty="0"/>
              <a:t>INSERT PRESENTATION SECTION</a:t>
            </a:r>
          </a:p>
        </p:txBody>
      </p:sp>
      <p:sp>
        <p:nvSpPr>
          <p:cNvPr id="20" name="Title 1">
            <a:extLst>
              <a:ext uri="{FF2B5EF4-FFF2-40B4-BE49-F238E27FC236}">
                <a16:creationId xmlns:a16="http://schemas.microsoft.com/office/drawing/2014/main" id="{0585523F-AA2C-D94A-8558-94C468B99C36}"/>
              </a:ext>
            </a:extLst>
          </p:cNvPr>
          <p:cNvSpPr>
            <a:spLocks noGrp="1"/>
          </p:cNvSpPr>
          <p:nvPr>
            <p:ph type="title" hasCustomPrompt="1"/>
          </p:nvPr>
        </p:nvSpPr>
        <p:spPr>
          <a:xfrm>
            <a:off x="1935667" y="391823"/>
            <a:ext cx="9810000" cy="282819"/>
          </a:xfrm>
          <a:prstGeom prst="rect">
            <a:avLst/>
          </a:prstGeom>
        </p:spPr>
        <p:txBody>
          <a:bodyPr wrap="square" lIns="0" tIns="0" rIns="0" bIns="0" anchor="t">
            <a:noAutofit/>
          </a:bodyPr>
          <a:lstStyle>
            <a:lvl1pPr>
              <a:defRPr lang="en-US" sz="2000" b="1" spc="-10" dirty="0">
                <a:solidFill>
                  <a:schemeClr val="tx2"/>
                </a:solidFill>
                <a:latin typeface="+mn-lt"/>
                <a:ea typeface="+mn-ea"/>
                <a:cs typeface="+mn-cs"/>
              </a:defRPr>
            </a:lvl1pPr>
          </a:lstStyle>
          <a:p>
            <a:pPr marL="228600" lvl="0" indent="-228600">
              <a:spcBef>
                <a:spcPts val="1000"/>
              </a:spcBef>
              <a:buFont typeface="Arial"/>
            </a:pPr>
            <a:r>
              <a:rPr lang="en-US" dirty="0"/>
              <a:t>Insert key slide message</a:t>
            </a:r>
          </a:p>
        </p:txBody>
      </p:sp>
      <p:sp>
        <p:nvSpPr>
          <p:cNvPr id="13" name="Content Placeholder 2">
            <a:extLst>
              <a:ext uri="{FF2B5EF4-FFF2-40B4-BE49-F238E27FC236}">
                <a16:creationId xmlns:a16="http://schemas.microsoft.com/office/drawing/2014/main" id="{5B723CB0-4ECE-354C-B92C-5CCAC7B1422C}"/>
              </a:ext>
            </a:extLst>
          </p:cNvPr>
          <p:cNvSpPr>
            <a:spLocks noGrp="1"/>
          </p:cNvSpPr>
          <p:nvPr>
            <p:ph sz="quarter" idx="13" hasCustomPrompt="1"/>
          </p:nvPr>
        </p:nvSpPr>
        <p:spPr>
          <a:xfrm>
            <a:off x="514800" y="1368000"/>
            <a:ext cx="11232000" cy="4950000"/>
          </a:xfrm>
        </p:spPr>
        <p:txBody>
          <a:bodyPr>
            <a:noAutofit/>
          </a:bodyPr>
          <a:lstStyle>
            <a:lvl1pPr marL="285750" indent="-285750">
              <a:buFont typeface="Wingdings" pitchFamily="2" charset="2"/>
              <a:buChar char="§"/>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Tree>
    <p:extLst>
      <p:ext uri="{BB962C8B-B14F-4D97-AF65-F5344CB8AC3E}">
        <p14:creationId xmlns:p14="http://schemas.microsoft.com/office/powerpoint/2010/main" val="241849921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28138930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154799" y="1411200"/>
            <a:ext cx="5864400"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177600" y="1411200"/>
            <a:ext cx="5857199" cy="4842000"/>
          </a:xfrm>
        </p:spPr>
        <p:txBody>
          <a:bodyPr vert="horz" lIns="216000" tIns="46800" rIns="234000" bIns="46800" rtlCol="0">
            <a:noAutofit/>
          </a:bodyPr>
          <a:lstStyle>
            <a:lvl1pPr marL="0" indent="0">
              <a:buNone/>
              <a:defRPr lang="en-US" dirty="0"/>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19409606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solidFill>
            <a:srgbClr val="1864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199" cy="4842000"/>
          </a:xfrm>
          <a:noFill/>
        </p:spPr>
        <p:txBody>
          <a:bodyPr lIns="216000" tIns="144000" rIns="234000">
            <a:noAutofit/>
          </a:bodyPr>
          <a:lstStyle>
            <a:lvl1pPr marL="0" indent="0">
              <a:buClr>
                <a:schemeClr val="bg1"/>
              </a:buClr>
              <a:buFont typeface="Arial" panose="020B0604020202020204" pitchFamily="34" charset="0"/>
              <a:buNone/>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FD55FCDC-BB83-7114-0C6B-0AD338AD5B06}"/>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202779667"/>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548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154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50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52758636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Three columns spaciou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7" name="Tijdelijke aanduiding voor inhoud 6">
            <a:extLst>
              <a:ext uri="{FF2B5EF4-FFF2-40B4-BE49-F238E27FC236}">
                <a16:creationId xmlns:a16="http://schemas.microsoft.com/office/drawing/2014/main" id="{E5B70D0A-6B25-D122-63B1-F4D26DF1EDE3}"/>
              </a:ext>
            </a:extLst>
          </p:cNvPr>
          <p:cNvSpPr>
            <a:spLocks noGrp="1"/>
          </p:cNvSpPr>
          <p:nvPr>
            <p:ph sz="quarter" idx="22" hasCustomPrompt="1"/>
          </p:nvPr>
        </p:nvSpPr>
        <p:spPr>
          <a:xfrm>
            <a:off x="380010" y="1644733"/>
            <a:ext cx="3485408" cy="4352307"/>
          </a:xfrm>
          <a:prstGeom prst="roundRect">
            <a:avLst>
              <a:gd name="adj" fmla="val 3389"/>
            </a:avLst>
          </a:prstGeom>
          <a:gradFill>
            <a:gsLst>
              <a:gs pos="41000">
                <a:srgbClr val="1864FF">
                  <a:alpha val="19608"/>
                </a:srgbClr>
              </a:gs>
              <a:gs pos="6000">
                <a:srgbClr val="1864FF">
                  <a:alpha val="0"/>
                </a:srgbClr>
              </a:gs>
            </a:gsLst>
            <a:lin ang="18000000" scaled="0"/>
          </a:gradFill>
          <a:ln w="19050">
            <a:noFill/>
          </a:ln>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10" name="Tijdelijke aanduiding voor inhoud 9">
            <a:extLst>
              <a:ext uri="{FF2B5EF4-FFF2-40B4-BE49-F238E27FC236}">
                <a16:creationId xmlns:a16="http://schemas.microsoft.com/office/drawing/2014/main" id="{1CAAD66A-A11C-CB72-9834-C00EA7B90F9A}"/>
              </a:ext>
            </a:extLst>
          </p:cNvPr>
          <p:cNvSpPr>
            <a:spLocks noGrp="1"/>
          </p:cNvSpPr>
          <p:nvPr>
            <p:ph sz="quarter" idx="23" hasCustomPrompt="1"/>
          </p:nvPr>
        </p:nvSpPr>
        <p:spPr>
          <a:xfrm>
            <a:off x="4349165" y="1644733"/>
            <a:ext cx="3485408" cy="4352307"/>
          </a:xfrm>
          <a:prstGeom prst="roundRect">
            <a:avLst>
              <a:gd name="adj" fmla="val 3456"/>
            </a:avLst>
          </a:prstGeom>
          <a:gradFill>
            <a:gsLst>
              <a:gs pos="41000">
                <a:srgbClr val="1864FF">
                  <a:alpha val="19608"/>
                </a:srgbClr>
              </a:gs>
              <a:gs pos="6000">
                <a:srgbClr val="1864FF">
                  <a:alpha val="0"/>
                </a:srgbClr>
              </a:gs>
            </a:gsLst>
            <a:lin ang="18000000" scaled="0"/>
          </a:gradFill>
          <a:ln w="19050">
            <a:noFill/>
          </a:ln>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11" name="Tijdelijke aanduiding voor inhoud 10">
            <a:extLst>
              <a:ext uri="{FF2B5EF4-FFF2-40B4-BE49-F238E27FC236}">
                <a16:creationId xmlns:a16="http://schemas.microsoft.com/office/drawing/2014/main" id="{940C39F7-DAAA-DFC7-161F-DFDBF0B4AB9F}"/>
              </a:ext>
            </a:extLst>
          </p:cNvPr>
          <p:cNvSpPr>
            <a:spLocks noGrp="1"/>
          </p:cNvSpPr>
          <p:nvPr>
            <p:ph sz="quarter" idx="24" hasCustomPrompt="1"/>
          </p:nvPr>
        </p:nvSpPr>
        <p:spPr>
          <a:xfrm>
            <a:off x="8318320" y="1644733"/>
            <a:ext cx="3485408" cy="4352307"/>
          </a:xfrm>
          <a:prstGeom prst="roundRect">
            <a:avLst>
              <a:gd name="adj" fmla="val 3271"/>
            </a:avLst>
          </a:prstGeom>
          <a:gradFill>
            <a:gsLst>
              <a:gs pos="41000">
                <a:srgbClr val="1864FF">
                  <a:alpha val="19608"/>
                </a:srgbClr>
              </a:gs>
              <a:gs pos="6000">
                <a:srgbClr val="1864FF">
                  <a:alpha val="0"/>
                </a:srgbClr>
              </a:gs>
            </a:gsLst>
            <a:lin ang="18000000" scaled="0"/>
          </a:gradFill>
          <a:ln w="19050">
            <a:noFill/>
          </a:ln>
          <a:effectLst/>
        </p:spPr>
        <p:txBody>
          <a:bodyPr vert="horz" wrap="square" lIns="180000" tIns="144000" rIns="108000" bIns="45720" rtlCol="0">
            <a:noAutofit/>
          </a:bodyPr>
          <a:lstStyle>
            <a:lvl1pPr marL="0" indent="0">
              <a:buNone/>
              <a:defRPr lang="en-US" b="0" i="0" dirty="0"/>
            </a:lvl1pPr>
          </a:lstStyle>
          <a:p>
            <a:pPr marL="285750" lvl="0" indent="-28575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81707161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Horizontal image with three text colum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54800" y="4324863"/>
            <a:ext cx="3884399" cy="19332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154400" y="4324863"/>
            <a:ext cx="3884399" cy="19332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50400" y="4324863"/>
            <a:ext cx="3884399" cy="19332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7" name="Tijdelijke aanduiding voor afbeelding 6">
            <a:extLst>
              <a:ext uri="{FF2B5EF4-FFF2-40B4-BE49-F238E27FC236}">
                <a16:creationId xmlns:a16="http://schemas.microsoft.com/office/drawing/2014/main" id="{39D17671-375B-F8EA-B52B-CEC6C09B566A}"/>
              </a:ext>
            </a:extLst>
          </p:cNvPr>
          <p:cNvSpPr>
            <a:spLocks noGrp="1"/>
          </p:cNvSpPr>
          <p:nvPr>
            <p:ph type="pic" sz="quarter" idx="27" hasCustomPrompt="1"/>
          </p:nvPr>
        </p:nvSpPr>
        <p:spPr>
          <a:xfrm>
            <a:off x="155575" y="1411200"/>
            <a:ext cx="11879263" cy="2755900"/>
          </a:xfrm>
        </p:spPr>
        <p:txBody>
          <a:bodyPr/>
          <a:lstStyle>
            <a:lvl1pPr marL="0" indent="0" algn="ctr">
              <a:buFont typeface="Arial" panose="020B0604020202020204" pitchFamily="34" charset="0"/>
              <a:buNone/>
              <a:defRPr/>
            </a:lvl1pPr>
          </a:lstStyle>
          <a:p>
            <a:br>
              <a:rPr lang="en-US"/>
            </a:br>
            <a:r>
              <a:rPr lang="en-US"/>
              <a:t>Insert an image. The inserted image will be cropped to this placeholder.</a:t>
            </a:r>
          </a:p>
        </p:txBody>
      </p:sp>
    </p:spTree>
    <p:extLst>
      <p:ext uri="{BB962C8B-B14F-4D97-AF65-F5344CB8AC3E}">
        <p14:creationId xmlns:p14="http://schemas.microsoft.com/office/powerpoint/2010/main" val="117150394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rows">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154799" y="1411200"/>
            <a:ext cx="11880000" cy="2358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154799" y="3898062"/>
            <a:ext cx="11880000" cy="2358000"/>
          </a:xfrm>
        </p:spPr>
        <p:txBody>
          <a:bodyPr vert="horz" lIns="216000" tIns="46800" rIns="234000" bIns="46800" rtlCol="0">
            <a:noAutofit/>
          </a:bodyPr>
          <a:lstStyle>
            <a:lvl1pPr marL="0" indent="0">
              <a:buNone/>
              <a:defRPr lang="en-US" dirty="0"/>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183028853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mage with description and text">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5473700"/>
            <a:ext cx="6578932" cy="782638"/>
          </a:xfrm>
        </p:spPr>
        <p:txBody>
          <a:bodyPr lIns="216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image description or content text</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7137400" y="1540934"/>
            <a:ext cx="4896000" cy="4715404"/>
          </a:xfrm>
        </p:spPr>
        <p:txBody>
          <a:bodyPr vert="horz" lIns="216000" tIns="46800" rIns="0" bIns="46800" rtlCol="0" anchor="t">
            <a:noAutofit/>
          </a:bodyPr>
          <a:lstStyle>
            <a:lvl1pPr marL="0" indent="0" algn="l">
              <a:buNone/>
              <a:defRPr lang="en-US" sz="1600" b="0" i="0" dirty="0">
                <a:latin typeface="+mn-lt"/>
              </a:defRPr>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lvl1pPr marL="0" indent="0">
              <a:buFont typeface="Arial" panose="020B0604020202020204" pitchFamily="34" charset="0"/>
              <a:buNone/>
              <a:defRPr/>
            </a:lvl1p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6578933" cy="3700139"/>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Tree>
    <p:extLst>
      <p:ext uri="{BB962C8B-B14F-4D97-AF65-F5344CB8AC3E}">
        <p14:creationId xmlns:p14="http://schemas.microsoft.com/office/powerpoint/2010/main" val="36460930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wo images with description">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4861366"/>
            <a:ext cx="5522420" cy="1393200"/>
          </a:xfrm>
        </p:spPr>
        <p:txBody>
          <a:bodyPr lIns="216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image description or content text</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288911" y="4861367"/>
            <a:ext cx="5522421" cy="1393200"/>
          </a:xfrm>
        </p:spPr>
        <p:txBody>
          <a:bodyPr vert="horz" lIns="216000" tIns="46800" rIns="0" bIns="46800" rtlCol="0" anchor="t">
            <a:noAutofit/>
          </a:bodyPr>
          <a:lstStyle>
            <a:lvl1pPr marL="0" indent="0" algn="l">
              <a:buNone/>
              <a:defRPr lang="en-US" sz="1600" b="0" i="0" dirty="0">
                <a:latin typeface="+mn-lt"/>
              </a:defRPr>
            </a:lvl1pPr>
          </a:lstStyle>
          <a:p>
            <a:pPr lvl="0"/>
            <a:r>
              <a:rPr lang="en-US" dirty="0"/>
              <a:t>Insert image description or content text</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11" name="Tijdelijke aanduiding voor afbeelding 10">
            <a:extLst>
              <a:ext uri="{FF2B5EF4-FFF2-40B4-BE49-F238E27FC236}">
                <a16:creationId xmlns:a16="http://schemas.microsoft.com/office/drawing/2014/main" id="{3278BC24-FF8A-184E-4F1C-1879F1DF8FB4}"/>
              </a:ext>
            </a:extLst>
          </p:cNvPr>
          <p:cNvSpPr>
            <a:spLocks noGrp="1"/>
          </p:cNvSpPr>
          <p:nvPr>
            <p:ph type="pic" sz="quarter" idx="23" hasCustomPrompt="1"/>
          </p:nvPr>
        </p:nvSpPr>
        <p:spPr>
          <a:xfrm>
            <a:off x="6288914"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8" name="Triangle 24">
            <a:extLst>
              <a:ext uri="{FF2B5EF4-FFF2-40B4-BE49-F238E27FC236}">
                <a16:creationId xmlns:a16="http://schemas.microsoft.com/office/drawing/2014/main" id="{F818DE49-C6E9-7D7A-366E-8A47D33CD426}"/>
              </a:ext>
            </a:extLst>
          </p:cNvPr>
          <p:cNvSpPr/>
          <p:nvPr userDrawn="1"/>
        </p:nvSpPr>
        <p:spPr>
          <a:xfrm flipV="1">
            <a:off x="4196" y="8398070"/>
            <a:ext cx="173972" cy="79252"/>
          </a:xfrm>
          <a:prstGeom prst="triangle">
            <a:avLst/>
          </a:pr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C53F80EE-0945-9598-86E4-5835C70A0E8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133538" y="6619203"/>
            <a:ext cx="385839" cy="166520"/>
          </a:xfrm>
          <a:prstGeom prst="rect">
            <a:avLst/>
          </a:prstGeom>
        </p:spPr>
      </p:pic>
    </p:spTree>
    <p:extLst>
      <p:ext uri="{BB962C8B-B14F-4D97-AF65-F5344CB8AC3E}">
        <p14:creationId xmlns:p14="http://schemas.microsoft.com/office/powerpoint/2010/main" val="28307269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ide image">
    <p:spTree>
      <p:nvGrpSpPr>
        <p:cNvPr id="1" name=""/>
        <p:cNvGrpSpPr/>
        <p:nvPr/>
      </p:nvGrpSpPr>
      <p:grpSpPr>
        <a:xfrm>
          <a:off x="0" y="0"/>
          <a:ext cx="0" cy="0"/>
          <a:chOff x="0" y="0"/>
          <a:chExt cx="0" cy="0"/>
        </a:xfrm>
      </p:grpSpPr>
      <p:sp>
        <p:nvSpPr>
          <p:cNvPr id="18" name="Text Placeholder 4">
            <a:extLst>
              <a:ext uri="{FF2B5EF4-FFF2-40B4-BE49-F238E27FC236}">
                <a16:creationId xmlns:a16="http://schemas.microsoft.com/office/drawing/2014/main" id="{8289E72B-8537-DA46-B51A-1764BAD11007}"/>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Content Placeholder 2">
            <a:extLst>
              <a:ext uri="{FF2B5EF4-FFF2-40B4-BE49-F238E27FC236}">
                <a16:creationId xmlns:a16="http://schemas.microsoft.com/office/drawing/2014/main" id="{C161AE6A-17BD-3C43-B24D-A3D22CFBB4AC}"/>
              </a:ext>
            </a:extLst>
          </p:cNvPr>
          <p:cNvSpPr>
            <a:spLocks noGrp="1"/>
          </p:cNvSpPr>
          <p:nvPr>
            <p:ph sz="quarter" idx="18" hasCustomPrompt="1"/>
          </p:nvPr>
        </p:nvSpPr>
        <p:spPr>
          <a:xfrm>
            <a:off x="3841200" y="1411200"/>
            <a:ext cx="8197200" cy="4842000"/>
          </a:xfrm>
        </p:spPr>
        <p:txBody>
          <a:bodyPr lIns="144000" tIns="468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7402BAE-74C3-47FF-26E5-85804D2479C9}"/>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6" name="Tijdelijke aanduiding voor voettekst 5">
            <a:extLst>
              <a:ext uri="{FF2B5EF4-FFF2-40B4-BE49-F238E27FC236}">
                <a16:creationId xmlns:a16="http://schemas.microsoft.com/office/drawing/2014/main" id="{64753EB1-39C2-2103-0BD7-A79D2E955EC3}"/>
              </a:ext>
            </a:extLst>
          </p:cNvPr>
          <p:cNvSpPr>
            <a:spLocks noGrp="1"/>
          </p:cNvSpPr>
          <p:nvPr>
            <p:ph type="ftr" sz="quarter" idx="19"/>
          </p:nvPr>
        </p:nvSpPr>
        <p:spPr/>
        <p:txBody>
          <a:bodyPr/>
          <a:lstStyle/>
          <a:p>
            <a:r>
              <a:rPr lang="nl-NL"/>
              <a:t>Confidential</a:t>
            </a:r>
          </a:p>
        </p:txBody>
      </p:sp>
      <p:sp>
        <p:nvSpPr>
          <p:cNvPr id="7" name="Tijdelijke aanduiding voor dianummer 6">
            <a:extLst>
              <a:ext uri="{FF2B5EF4-FFF2-40B4-BE49-F238E27FC236}">
                <a16:creationId xmlns:a16="http://schemas.microsoft.com/office/drawing/2014/main" id="{F2512AA9-D444-999E-DA43-12DD9D181E4C}"/>
              </a:ext>
            </a:extLst>
          </p:cNvPr>
          <p:cNvSpPr>
            <a:spLocks noGrp="1"/>
          </p:cNvSpPr>
          <p:nvPr>
            <p:ph type="sldNum" sz="quarter" idx="20"/>
          </p:nvPr>
        </p:nvSpPr>
        <p:spPr/>
        <p:txBody>
          <a:bodyPr/>
          <a:lstStyle/>
          <a:p>
            <a:fld id="{E242BD21-9B61-2246-BCB1-4BE5E1BEBE1C}" type="slidenum">
              <a:rPr lang="nl-NL" smtClean="0"/>
              <a:pPr/>
              <a:t>‹#›</a:t>
            </a:fld>
            <a:endParaRPr lang="nl-NL"/>
          </a:p>
        </p:txBody>
      </p:sp>
      <p:sp>
        <p:nvSpPr>
          <p:cNvPr id="11" name="Rechthoek 10">
            <a:extLst>
              <a:ext uri="{FF2B5EF4-FFF2-40B4-BE49-F238E27FC236}">
                <a16:creationId xmlns:a16="http://schemas.microsoft.com/office/drawing/2014/main" id="{43EF2BE2-8B2F-A0A7-A984-085D7AF64A1C}"/>
              </a:ext>
            </a:extLst>
          </p:cNvPr>
          <p:cNvSpPr/>
          <p:nvPr userDrawn="1"/>
        </p:nvSpPr>
        <p:spPr>
          <a:xfrm>
            <a:off x="0" y="1103086"/>
            <a:ext cx="3817257" cy="486228"/>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9" name="Tijdelijke aanduiding voor afbeelding 8">
            <a:extLst>
              <a:ext uri="{FF2B5EF4-FFF2-40B4-BE49-F238E27FC236}">
                <a16:creationId xmlns:a16="http://schemas.microsoft.com/office/drawing/2014/main" id="{6E6A480A-9A54-14B7-E249-59D9FB6D0704}"/>
              </a:ext>
            </a:extLst>
          </p:cNvPr>
          <p:cNvSpPr>
            <a:spLocks noGrp="1"/>
          </p:cNvSpPr>
          <p:nvPr>
            <p:ph type="pic" sz="quarter" idx="17" hasCustomPrompt="1"/>
          </p:nvPr>
        </p:nvSpPr>
        <p:spPr>
          <a:xfrm>
            <a:off x="154800" y="1275616"/>
            <a:ext cx="3539433" cy="4977584"/>
          </a:xfrm>
          <a:custGeom>
            <a:avLst/>
            <a:gdLst>
              <a:gd name="connsiteX0" fmla="*/ 0 w 3539433"/>
              <a:gd name="connsiteY0" fmla="*/ 0 h 4977584"/>
              <a:gd name="connsiteX1" fmla="*/ 89123 w 3539433"/>
              <a:gd name="connsiteY1" fmla="*/ 0 h 4977584"/>
              <a:gd name="connsiteX2" fmla="*/ 1389600 w 3539433"/>
              <a:gd name="connsiteY2" fmla="*/ 0 h 4977584"/>
              <a:gd name="connsiteX3" fmla="*/ 3450310 w 3539433"/>
              <a:gd name="connsiteY3" fmla="*/ 0 h 4977584"/>
              <a:gd name="connsiteX4" fmla="*/ 3539433 w 3539433"/>
              <a:gd name="connsiteY4" fmla="*/ 89123 h 4977584"/>
              <a:gd name="connsiteX5" fmla="*/ 3539433 w 3539433"/>
              <a:gd name="connsiteY5" fmla="*/ 4888461 h 4977584"/>
              <a:gd name="connsiteX6" fmla="*/ 3450310 w 3539433"/>
              <a:gd name="connsiteY6" fmla="*/ 4977584 h 4977584"/>
              <a:gd name="connsiteX7" fmla="*/ 1389600 w 3539433"/>
              <a:gd name="connsiteY7" fmla="*/ 4977584 h 4977584"/>
              <a:gd name="connsiteX8" fmla="*/ 89123 w 3539433"/>
              <a:gd name="connsiteY8" fmla="*/ 4977584 h 4977584"/>
              <a:gd name="connsiteX9" fmla="*/ 0 w 3539433"/>
              <a:gd name="connsiteY9" fmla="*/ 4977584 h 4977584"/>
              <a:gd name="connsiteX10" fmla="*/ 0 w 3539433"/>
              <a:gd name="connsiteY10" fmla="*/ 2630384 h 4977584"/>
              <a:gd name="connsiteX11" fmla="*/ 0 w 3539433"/>
              <a:gd name="connsiteY11" fmla="*/ 2347200 h 4977584"/>
              <a:gd name="connsiteX12" fmla="*/ 0 w 3539433"/>
              <a:gd name="connsiteY12" fmla="*/ 89123 h 4977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39433" h="4977584">
                <a:moveTo>
                  <a:pt x="0" y="0"/>
                </a:moveTo>
                <a:lnTo>
                  <a:pt x="89123" y="0"/>
                </a:lnTo>
                <a:lnTo>
                  <a:pt x="1389600" y="0"/>
                </a:lnTo>
                <a:lnTo>
                  <a:pt x="3450310" y="0"/>
                </a:lnTo>
                <a:cubicBezTo>
                  <a:pt x="3499531" y="0"/>
                  <a:pt x="3539433" y="39902"/>
                  <a:pt x="3539433" y="89123"/>
                </a:cubicBezTo>
                <a:lnTo>
                  <a:pt x="3539433" y="4888461"/>
                </a:lnTo>
                <a:cubicBezTo>
                  <a:pt x="3539433" y="4937682"/>
                  <a:pt x="3499531" y="4977584"/>
                  <a:pt x="3450310" y="4977584"/>
                </a:cubicBezTo>
                <a:lnTo>
                  <a:pt x="1389600" y="4977584"/>
                </a:lnTo>
                <a:lnTo>
                  <a:pt x="89123" y="4977584"/>
                </a:lnTo>
                <a:lnTo>
                  <a:pt x="0" y="4977584"/>
                </a:lnTo>
                <a:lnTo>
                  <a:pt x="0" y="2630384"/>
                </a:lnTo>
                <a:lnTo>
                  <a:pt x="0" y="2347200"/>
                </a:lnTo>
                <a:lnTo>
                  <a:pt x="0" y="89123"/>
                </a:lnTo>
                <a:close/>
              </a:path>
            </a:pathLst>
          </a:custGeom>
        </p:spPr>
        <p:txBody>
          <a:bodyPr wrap="square" anchor="ctr">
            <a:noAutofit/>
          </a:bodyPr>
          <a:lstStyle>
            <a:lvl1pPr marL="0" indent="0" algn="ctr">
              <a:lnSpc>
                <a:spcPct val="100000"/>
              </a:lnSpc>
              <a:buNone/>
              <a:defRPr sz="1400" b="0" i="0">
                <a:solidFill>
                  <a:schemeClr val="tx1">
                    <a:lumMod val="50000"/>
                    <a:lumOff val="50000"/>
                  </a:schemeClr>
                </a:solidFill>
              </a:defRPr>
            </a:lvl1pPr>
          </a:lstStyle>
          <a:p>
            <a:r>
              <a:rPr lang="en-US"/>
              <a:t>Click the icon to add a picture. The picture will be cropped to the placeholder shape.</a:t>
            </a:r>
          </a:p>
          <a:p>
            <a:endParaRPr lang="en-US"/>
          </a:p>
          <a:p>
            <a:endParaRPr lang="en-US"/>
          </a:p>
          <a:p>
            <a:endParaRPr lang="en-US"/>
          </a:p>
          <a:p>
            <a:endParaRPr lang="en-US"/>
          </a:p>
          <a:p>
            <a:endParaRPr lang="en-US"/>
          </a:p>
          <a:p>
            <a:r>
              <a:rPr lang="en-US"/>
              <a:t> </a:t>
            </a:r>
          </a:p>
        </p:txBody>
      </p:sp>
    </p:spTree>
    <p:extLst>
      <p:ext uri="{BB962C8B-B14F-4D97-AF65-F5344CB8AC3E}">
        <p14:creationId xmlns:p14="http://schemas.microsoft.com/office/powerpoint/2010/main" val="421710788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Five blocks">
    <p:spTree>
      <p:nvGrpSpPr>
        <p:cNvPr id="1" name=""/>
        <p:cNvGrpSpPr/>
        <p:nvPr/>
      </p:nvGrpSpPr>
      <p:grpSpPr>
        <a:xfrm>
          <a:off x="0" y="0"/>
          <a:ext cx="0" cy="0"/>
          <a:chOff x="0" y="0"/>
          <a:chExt cx="0" cy="0"/>
        </a:xfrm>
      </p:grpSpPr>
      <p:grpSp>
        <p:nvGrpSpPr>
          <p:cNvPr id="100" name="Group 99">
            <a:extLst>
              <a:ext uri="{FF2B5EF4-FFF2-40B4-BE49-F238E27FC236}">
                <a16:creationId xmlns:a16="http://schemas.microsoft.com/office/drawing/2014/main" id="{77D5684E-5501-A3B9-EAD4-66768110BFFD}"/>
              </a:ext>
            </a:extLst>
          </p:cNvPr>
          <p:cNvGrpSpPr/>
          <p:nvPr userDrawn="1"/>
        </p:nvGrpSpPr>
        <p:grpSpPr>
          <a:xfrm flipV="1">
            <a:off x="8801158" y="2844042"/>
            <a:ext cx="1218978" cy="1981838"/>
            <a:chOff x="2276371" y="2725684"/>
            <a:chExt cx="1218978" cy="1981838"/>
          </a:xfrm>
        </p:grpSpPr>
        <p:sp>
          <p:nvSpPr>
            <p:cNvPr id="101" name="Arc 100">
              <a:extLst>
                <a:ext uri="{FF2B5EF4-FFF2-40B4-BE49-F238E27FC236}">
                  <a16:creationId xmlns:a16="http://schemas.microsoft.com/office/drawing/2014/main" id="{E5ADA783-7CEC-6F06-3A64-E66D19EAF987}"/>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2" name="Straight Connector 101">
              <a:extLst>
                <a:ext uri="{FF2B5EF4-FFF2-40B4-BE49-F238E27FC236}">
                  <a16:creationId xmlns:a16="http://schemas.microsoft.com/office/drawing/2014/main" id="{4247DFE5-12BF-BDAC-F651-9D18BBCB3CAD}"/>
                </a:ext>
              </a:extLst>
            </p:cNvPr>
            <p:cNvCxnSpPr>
              <a:cxnSpLocks/>
              <a:endCxn id="101"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103" name="Straight Connector 102">
              <a:extLst>
                <a:ext uri="{FF2B5EF4-FFF2-40B4-BE49-F238E27FC236}">
                  <a16:creationId xmlns:a16="http://schemas.microsoft.com/office/drawing/2014/main" id="{E417D8B6-98B1-116D-9327-16915022800E}"/>
                </a:ext>
              </a:extLst>
            </p:cNvPr>
            <p:cNvCxnSpPr>
              <a:cxnSpLocks/>
              <a:stCxn id="101"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104" name="Arc 103">
              <a:extLst>
                <a:ext uri="{FF2B5EF4-FFF2-40B4-BE49-F238E27FC236}">
                  <a16:creationId xmlns:a16="http://schemas.microsoft.com/office/drawing/2014/main" id="{D88DCE86-6CB3-DC20-F3B9-15E81F8493DC}"/>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105" name="Straight Connector 104">
              <a:extLst>
                <a:ext uri="{FF2B5EF4-FFF2-40B4-BE49-F238E27FC236}">
                  <a16:creationId xmlns:a16="http://schemas.microsoft.com/office/drawing/2014/main" id="{CD010A37-AC91-BE50-6162-5E0A798C88B1}"/>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4390776" y="2844042"/>
            <a:ext cx="1218978" cy="1981838"/>
            <a:chOff x="2276371" y="2725684"/>
            <a:chExt cx="1218978"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794C06F0-7B4E-2875-EF28-CE95D8EEB0ED}"/>
              </a:ext>
            </a:extLst>
          </p:cNvPr>
          <p:cNvGrpSpPr/>
          <p:nvPr userDrawn="1"/>
        </p:nvGrpSpPr>
        <p:grpSpPr>
          <a:xfrm>
            <a:off x="6578743" y="2844042"/>
            <a:ext cx="1218978" cy="1981838"/>
            <a:chOff x="2276371" y="2725684"/>
            <a:chExt cx="1218978" cy="1981838"/>
          </a:xfrm>
        </p:grpSpPr>
        <p:sp>
          <p:nvSpPr>
            <p:cNvPr id="89" name="Arc 88">
              <a:extLst>
                <a:ext uri="{FF2B5EF4-FFF2-40B4-BE49-F238E27FC236}">
                  <a16:creationId xmlns:a16="http://schemas.microsoft.com/office/drawing/2014/main" id="{DC292CC1-9D9C-46CA-D895-551B7AAFBEAA}"/>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60125E7C-A345-2364-908E-F59A22FBEEE2}"/>
                </a:ext>
              </a:extLst>
            </p:cNvPr>
            <p:cNvCxnSpPr>
              <a:cxnSpLocks/>
              <a:endCxn id="89"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ADC0DB5-A8BA-67D6-0ACD-19C3F7D6CB50}"/>
                </a:ext>
              </a:extLst>
            </p:cNvPr>
            <p:cNvCxnSpPr>
              <a:cxnSpLocks/>
              <a:stCxn id="89"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2" name="Arc 91">
              <a:extLst>
                <a:ext uri="{FF2B5EF4-FFF2-40B4-BE49-F238E27FC236}">
                  <a16:creationId xmlns:a16="http://schemas.microsoft.com/office/drawing/2014/main" id="{BE08FC4B-A50E-558E-A136-4E68521D8D8D}"/>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8978A94E-2BDE-8D87-C982-F97E02FAD073}"/>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168098" y="2844042"/>
            <a:ext cx="1218978" cy="1981838"/>
            <a:chOff x="2276371" y="2725684"/>
            <a:chExt cx="1218978"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2276371" y="2725684"/>
              <a:ext cx="51582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52005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2744056"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2704701"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7" name="Oval 36">
            <a:extLst>
              <a:ext uri="{FF2B5EF4-FFF2-40B4-BE49-F238E27FC236}">
                <a16:creationId xmlns:a16="http://schemas.microsoft.com/office/drawing/2014/main" id="{CD139D85-B489-0C38-B82E-D7AE46D0A3EF}"/>
              </a:ext>
            </a:extLst>
          </p:cNvPr>
          <p:cNvSpPr/>
          <p:nvPr userDrawn="1"/>
        </p:nvSpPr>
        <p:spPr>
          <a:xfrm>
            <a:off x="7151789" y="457564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870858"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3077029"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Rounded Rectangle 26">
            <a:extLst>
              <a:ext uri="{FF2B5EF4-FFF2-40B4-BE49-F238E27FC236}">
                <a16:creationId xmlns:a16="http://schemas.microsoft.com/office/drawing/2014/main" id="{BB96945D-5CE3-145C-F7A2-91E75E84E44F}"/>
              </a:ext>
            </a:extLst>
          </p:cNvPr>
          <p:cNvSpPr/>
          <p:nvPr userDrawn="1"/>
        </p:nvSpPr>
        <p:spPr>
          <a:xfrm>
            <a:off x="5283200"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US" noProof="0"/>
          </a:p>
        </p:txBody>
      </p:sp>
      <p:sp>
        <p:nvSpPr>
          <p:cNvPr id="28" name="Rounded Rectangle 27">
            <a:extLst>
              <a:ext uri="{FF2B5EF4-FFF2-40B4-BE49-F238E27FC236}">
                <a16:creationId xmlns:a16="http://schemas.microsoft.com/office/drawing/2014/main" id="{D5EA0EB4-97E2-78C8-1974-9403BB498AD7}"/>
              </a:ext>
            </a:extLst>
          </p:cNvPr>
          <p:cNvSpPr/>
          <p:nvPr userDrawn="1"/>
        </p:nvSpPr>
        <p:spPr>
          <a:xfrm>
            <a:off x="7489371"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9" name="Rounded Rectangle 28">
            <a:extLst>
              <a:ext uri="{FF2B5EF4-FFF2-40B4-BE49-F238E27FC236}">
                <a16:creationId xmlns:a16="http://schemas.microsoft.com/office/drawing/2014/main" id="{BEB051BD-155C-20D3-4C9F-7768341E5A46}"/>
              </a:ext>
            </a:extLst>
          </p:cNvPr>
          <p:cNvSpPr/>
          <p:nvPr userDrawn="1"/>
        </p:nvSpPr>
        <p:spPr>
          <a:xfrm>
            <a:off x="9695543"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5" name="Oval 34">
            <a:extLst>
              <a:ext uri="{FF2B5EF4-FFF2-40B4-BE49-F238E27FC236}">
                <a16:creationId xmlns:a16="http://schemas.microsoft.com/office/drawing/2014/main" id="{7C4F3885-28D3-B916-E4CD-FA2B02F79732}"/>
              </a:ext>
            </a:extLst>
          </p:cNvPr>
          <p:cNvSpPr/>
          <p:nvPr userDrawn="1"/>
        </p:nvSpPr>
        <p:spPr>
          <a:xfrm>
            <a:off x="4965589" y="292026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6" name="Oval 35">
            <a:extLst>
              <a:ext uri="{FF2B5EF4-FFF2-40B4-BE49-F238E27FC236}">
                <a16:creationId xmlns:a16="http://schemas.microsoft.com/office/drawing/2014/main" id="{80701215-79F2-9B73-7F11-2BC3D7920C1C}"/>
              </a:ext>
            </a:extLst>
          </p:cNvPr>
          <p:cNvSpPr/>
          <p:nvPr userDrawn="1"/>
        </p:nvSpPr>
        <p:spPr>
          <a:xfrm>
            <a:off x="4929145" y="3131518"/>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8" name="Oval 37">
            <a:extLst>
              <a:ext uri="{FF2B5EF4-FFF2-40B4-BE49-F238E27FC236}">
                <a16:creationId xmlns:a16="http://schemas.microsoft.com/office/drawing/2014/main" id="{B80569E7-0092-2448-EFF5-24105687D197}"/>
              </a:ext>
            </a:extLst>
          </p:cNvPr>
          <p:cNvSpPr/>
          <p:nvPr userDrawn="1"/>
        </p:nvSpPr>
        <p:spPr>
          <a:xfrm>
            <a:off x="9385737" y="3400896"/>
            <a:ext cx="49454" cy="49454"/>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9" name="Oval 38">
            <a:extLst>
              <a:ext uri="{FF2B5EF4-FFF2-40B4-BE49-F238E27FC236}">
                <a16:creationId xmlns:a16="http://schemas.microsoft.com/office/drawing/2014/main" id="{EF7395FC-AF46-692C-B96C-2622A03AF050}"/>
              </a:ext>
            </a:extLst>
          </p:cNvPr>
          <p:cNvSpPr/>
          <p:nvPr userDrawn="1"/>
        </p:nvSpPr>
        <p:spPr>
          <a:xfrm>
            <a:off x="9374021" y="3557989"/>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40" name="Oval 39">
            <a:extLst>
              <a:ext uri="{FF2B5EF4-FFF2-40B4-BE49-F238E27FC236}">
                <a16:creationId xmlns:a16="http://schemas.microsoft.com/office/drawing/2014/main" id="{DAF55B6C-F7EF-739A-D823-6A04A08172A1}"/>
              </a:ext>
            </a:extLst>
          </p:cNvPr>
          <p:cNvSpPr/>
          <p:nvPr userDrawn="1"/>
        </p:nvSpPr>
        <p:spPr>
          <a:xfrm>
            <a:off x="9356553" y="3738514"/>
            <a:ext cx="107822" cy="107822"/>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950613"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3149805"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5361375"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95061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2" name="Text Placeholder 40">
            <a:extLst>
              <a:ext uri="{FF2B5EF4-FFF2-40B4-BE49-F238E27FC236}">
                <a16:creationId xmlns:a16="http://schemas.microsoft.com/office/drawing/2014/main" id="{70F51C84-8F7D-3ED4-DA78-0564858C81B6}"/>
              </a:ext>
            </a:extLst>
          </p:cNvPr>
          <p:cNvSpPr>
            <a:spLocks noGrp="1"/>
          </p:cNvSpPr>
          <p:nvPr>
            <p:ph type="body" sz="quarter" idx="30" hasCustomPrompt="1"/>
          </p:nvPr>
        </p:nvSpPr>
        <p:spPr>
          <a:xfrm>
            <a:off x="7565158" y="1991730"/>
            <a:ext cx="1468772" cy="1924347"/>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3149805" y="1991731"/>
            <a:ext cx="1468772" cy="1922340"/>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4" name="Text Placeholder 40">
            <a:extLst>
              <a:ext uri="{FF2B5EF4-FFF2-40B4-BE49-F238E27FC236}">
                <a16:creationId xmlns:a16="http://schemas.microsoft.com/office/drawing/2014/main" id="{4DDE102C-0FF4-211F-C9E5-84EE6C4C7303}"/>
              </a:ext>
            </a:extLst>
          </p:cNvPr>
          <p:cNvSpPr>
            <a:spLocks noGrp="1"/>
          </p:cNvSpPr>
          <p:nvPr>
            <p:ph type="body" sz="quarter" idx="32" hasCustomPrompt="1"/>
          </p:nvPr>
        </p:nvSpPr>
        <p:spPr>
          <a:xfrm>
            <a:off x="9776728" y="3705313"/>
            <a:ext cx="1468772" cy="1986771"/>
          </a:xfrm>
          <a:noFill/>
        </p:spPr>
        <p:txBody>
          <a:bodyPr wrap="square" lIns="36000" rIns="0" bIns="0" rtlCol="0" anchor="t">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536137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8" name="Content Placeholder 4">
            <a:extLst>
              <a:ext uri="{FF2B5EF4-FFF2-40B4-BE49-F238E27FC236}">
                <a16:creationId xmlns:a16="http://schemas.microsoft.com/office/drawing/2014/main" id="{26D8A10A-B7C5-EE3A-1834-C5CDCFF99060}"/>
              </a:ext>
            </a:extLst>
          </p:cNvPr>
          <p:cNvSpPr>
            <a:spLocks noGrp="1"/>
          </p:cNvSpPr>
          <p:nvPr>
            <p:ph sz="quarter" idx="34" hasCustomPrompt="1"/>
          </p:nvPr>
        </p:nvSpPr>
        <p:spPr>
          <a:xfrm>
            <a:off x="7565158"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9" name="Content Placeholder 4">
            <a:extLst>
              <a:ext uri="{FF2B5EF4-FFF2-40B4-BE49-F238E27FC236}">
                <a16:creationId xmlns:a16="http://schemas.microsoft.com/office/drawing/2014/main" id="{7F1008AB-F209-275B-629D-4AF00EC8E079}"/>
              </a:ext>
            </a:extLst>
          </p:cNvPr>
          <p:cNvSpPr>
            <a:spLocks noGrp="1"/>
          </p:cNvSpPr>
          <p:nvPr>
            <p:ph sz="quarter" idx="35" hasCustomPrompt="1"/>
          </p:nvPr>
        </p:nvSpPr>
        <p:spPr>
          <a:xfrm>
            <a:off x="9776728"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3" name="Tijdelijke aanduiding voor tekst 12">
            <a:extLst>
              <a:ext uri="{FF2B5EF4-FFF2-40B4-BE49-F238E27FC236}">
                <a16:creationId xmlns:a16="http://schemas.microsoft.com/office/drawing/2014/main" id="{0ECF876C-5868-265B-CE50-852DD046E88B}"/>
              </a:ext>
            </a:extLst>
          </p:cNvPr>
          <p:cNvSpPr>
            <a:spLocks noGrp="1"/>
          </p:cNvSpPr>
          <p:nvPr>
            <p:ph type="body" sz="quarter" idx="41" hasCustomPrompt="1"/>
          </p:nvPr>
        </p:nvSpPr>
        <p:spPr>
          <a:xfrm>
            <a:off x="946499"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15" name="Tijdelijke aanduiding voor tekst 12">
            <a:extLst>
              <a:ext uri="{FF2B5EF4-FFF2-40B4-BE49-F238E27FC236}">
                <a16:creationId xmlns:a16="http://schemas.microsoft.com/office/drawing/2014/main" id="{2C5EBCB8-9B8B-E3B6-1AFE-1A5EC9C6C608}"/>
              </a:ext>
            </a:extLst>
          </p:cNvPr>
          <p:cNvSpPr>
            <a:spLocks noGrp="1"/>
          </p:cNvSpPr>
          <p:nvPr>
            <p:ph type="body" sz="quarter" idx="42" hasCustomPrompt="1"/>
          </p:nvPr>
        </p:nvSpPr>
        <p:spPr>
          <a:xfrm>
            <a:off x="3145726"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2" name="Tijdelijke aanduiding voor tekst 12">
            <a:extLst>
              <a:ext uri="{FF2B5EF4-FFF2-40B4-BE49-F238E27FC236}">
                <a16:creationId xmlns:a16="http://schemas.microsoft.com/office/drawing/2014/main" id="{E47BEE7B-7D0F-DD43-825C-3CD93DB0D651}"/>
              </a:ext>
            </a:extLst>
          </p:cNvPr>
          <p:cNvSpPr>
            <a:spLocks noGrp="1"/>
          </p:cNvSpPr>
          <p:nvPr>
            <p:ph type="body" sz="quarter" idx="43" hasCustomPrompt="1"/>
          </p:nvPr>
        </p:nvSpPr>
        <p:spPr>
          <a:xfrm>
            <a:off x="5363805"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4" name="Tijdelijke aanduiding voor tekst 12">
            <a:extLst>
              <a:ext uri="{FF2B5EF4-FFF2-40B4-BE49-F238E27FC236}">
                <a16:creationId xmlns:a16="http://schemas.microsoft.com/office/drawing/2014/main" id="{875F2A78-8D2A-DF58-0B78-CF29787C1C0C}"/>
              </a:ext>
            </a:extLst>
          </p:cNvPr>
          <p:cNvSpPr>
            <a:spLocks noGrp="1"/>
          </p:cNvSpPr>
          <p:nvPr>
            <p:ph type="body" sz="quarter" idx="44" hasCustomPrompt="1"/>
          </p:nvPr>
        </p:nvSpPr>
        <p:spPr>
          <a:xfrm>
            <a:off x="7565158"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26" name="Tijdelijke aanduiding voor tekst 12">
            <a:extLst>
              <a:ext uri="{FF2B5EF4-FFF2-40B4-BE49-F238E27FC236}">
                <a16:creationId xmlns:a16="http://schemas.microsoft.com/office/drawing/2014/main" id="{FD43409F-6B9F-4BC2-4F1D-5CB63A2E1CBC}"/>
              </a:ext>
            </a:extLst>
          </p:cNvPr>
          <p:cNvSpPr>
            <a:spLocks noGrp="1"/>
          </p:cNvSpPr>
          <p:nvPr>
            <p:ph type="body" sz="quarter" idx="45" hasCustomPrompt="1"/>
          </p:nvPr>
        </p:nvSpPr>
        <p:spPr>
          <a:xfrm>
            <a:off x="9772650"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56622515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Four blocks">
    <p:spTree>
      <p:nvGrpSpPr>
        <p:cNvPr id="1" name=""/>
        <p:cNvGrpSpPr/>
        <p:nvPr/>
      </p:nvGrpSpPr>
      <p:grpSpPr>
        <a:xfrm>
          <a:off x="0" y="0"/>
          <a:ext cx="0" cy="0"/>
          <a:chOff x="0" y="0"/>
          <a:chExt cx="0" cy="0"/>
        </a:xfrm>
      </p:grpSpPr>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5081551" y="2844042"/>
            <a:ext cx="1747470" cy="1981838"/>
            <a:chOff x="1872611" y="2725684"/>
            <a:chExt cx="1747470"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flipV="1">
              <a:off x="1872611" y="2725684"/>
              <a:ext cx="91958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flipV="1">
              <a:off x="2975298" y="4707522"/>
              <a:ext cx="644783"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88" name="Group 87">
            <a:extLst>
              <a:ext uri="{FF2B5EF4-FFF2-40B4-BE49-F238E27FC236}">
                <a16:creationId xmlns:a16="http://schemas.microsoft.com/office/drawing/2014/main" id="{794C06F0-7B4E-2875-EF28-CE95D8EEB0ED}"/>
              </a:ext>
            </a:extLst>
          </p:cNvPr>
          <p:cNvGrpSpPr/>
          <p:nvPr userDrawn="1"/>
        </p:nvGrpSpPr>
        <p:grpSpPr>
          <a:xfrm>
            <a:off x="8180739" y="2844042"/>
            <a:ext cx="1720907" cy="1981838"/>
            <a:chOff x="2029569" y="2725684"/>
            <a:chExt cx="1720907" cy="1981838"/>
          </a:xfrm>
        </p:grpSpPr>
        <p:sp>
          <p:nvSpPr>
            <p:cNvPr id="89" name="Arc 88">
              <a:extLst>
                <a:ext uri="{FF2B5EF4-FFF2-40B4-BE49-F238E27FC236}">
                  <a16:creationId xmlns:a16="http://schemas.microsoft.com/office/drawing/2014/main" id="{DC292CC1-9D9C-46CA-D895-551B7AAFBEAA}"/>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0" name="Straight Connector 89">
              <a:extLst>
                <a:ext uri="{FF2B5EF4-FFF2-40B4-BE49-F238E27FC236}">
                  <a16:creationId xmlns:a16="http://schemas.microsoft.com/office/drawing/2014/main" id="{60125E7C-A345-2364-908E-F59A22FBEEE2}"/>
                </a:ext>
              </a:extLst>
            </p:cNvPr>
            <p:cNvCxnSpPr>
              <a:cxnSpLocks/>
              <a:endCxn id="89" idx="0"/>
            </p:cNvCxnSpPr>
            <p:nvPr userDrawn="1"/>
          </p:nvCxnSpPr>
          <p:spPr>
            <a:xfrm>
              <a:off x="2029569" y="2725684"/>
              <a:ext cx="762628"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2ADC0DB5-A8BA-67D6-0ACD-19C3F7D6CB50}"/>
                </a:ext>
              </a:extLst>
            </p:cNvPr>
            <p:cNvCxnSpPr>
              <a:cxnSpLocks/>
              <a:stCxn id="89"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2" name="Arc 91">
              <a:extLst>
                <a:ext uri="{FF2B5EF4-FFF2-40B4-BE49-F238E27FC236}">
                  <a16:creationId xmlns:a16="http://schemas.microsoft.com/office/drawing/2014/main" id="{BE08FC4B-A50E-558E-A136-4E68521D8D8D}"/>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3" name="Straight Connector 92">
              <a:extLst>
                <a:ext uri="{FF2B5EF4-FFF2-40B4-BE49-F238E27FC236}">
                  <a16:creationId xmlns:a16="http://schemas.microsoft.com/office/drawing/2014/main" id="{8978A94E-2BDE-8D87-C982-F97E02FAD073}"/>
                </a:ext>
              </a:extLst>
            </p:cNvPr>
            <p:cNvCxnSpPr>
              <a:cxnSpLocks/>
            </p:cNvCxnSpPr>
            <p:nvPr userDrawn="1"/>
          </p:nvCxnSpPr>
          <p:spPr>
            <a:xfrm>
              <a:off x="2975298" y="4707522"/>
              <a:ext cx="775178"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240629" y="2844042"/>
            <a:ext cx="1856721" cy="1981838"/>
            <a:chOff x="1978486" y="2725684"/>
            <a:chExt cx="1856721"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1978486" y="2725684"/>
              <a:ext cx="81371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859909"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3113376"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3074021"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7" name="Oval 36">
            <a:extLst>
              <a:ext uri="{FF2B5EF4-FFF2-40B4-BE49-F238E27FC236}">
                <a16:creationId xmlns:a16="http://schemas.microsoft.com/office/drawing/2014/main" id="{CD139D85-B489-0C38-B82E-D7AE46D0A3EF}"/>
              </a:ext>
            </a:extLst>
          </p:cNvPr>
          <p:cNvSpPr/>
          <p:nvPr userDrawn="1"/>
        </p:nvSpPr>
        <p:spPr>
          <a:xfrm>
            <a:off x="9001531" y="457564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870858"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3812420"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7" name="Rounded Rectangle 26">
            <a:extLst>
              <a:ext uri="{FF2B5EF4-FFF2-40B4-BE49-F238E27FC236}">
                <a16:creationId xmlns:a16="http://schemas.microsoft.com/office/drawing/2014/main" id="{BB96945D-5CE3-145C-F7A2-91E75E84E44F}"/>
              </a:ext>
            </a:extLst>
          </p:cNvPr>
          <p:cNvSpPr/>
          <p:nvPr userDrawn="1"/>
        </p:nvSpPr>
        <p:spPr>
          <a:xfrm>
            <a:off x="6753982"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b"/>
          <a:lstStyle/>
          <a:p>
            <a:pPr algn="ctr"/>
            <a:endParaRPr lang="en-US" noProof="0"/>
          </a:p>
        </p:txBody>
      </p:sp>
      <p:sp>
        <p:nvSpPr>
          <p:cNvPr id="28" name="Rounded Rectangle 27">
            <a:extLst>
              <a:ext uri="{FF2B5EF4-FFF2-40B4-BE49-F238E27FC236}">
                <a16:creationId xmlns:a16="http://schemas.microsoft.com/office/drawing/2014/main" id="{D5EA0EB4-97E2-78C8-1974-9403BB498AD7}"/>
              </a:ext>
            </a:extLst>
          </p:cNvPr>
          <p:cNvSpPr/>
          <p:nvPr userDrawn="1"/>
        </p:nvSpPr>
        <p:spPr>
          <a:xfrm>
            <a:off x="9695543"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950613" y="2594920"/>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3890129" y="4588084"/>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6833099" y="2594920"/>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950615"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2" name="Text Placeholder 40">
            <a:extLst>
              <a:ext uri="{FF2B5EF4-FFF2-40B4-BE49-F238E27FC236}">
                <a16:creationId xmlns:a16="http://schemas.microsoft.com/office/drawing/2014/main" id="{70F51C84-8F7D-3ED4-DA78-0564858C81B6}"/>
              </a:ext>
            </a:extLst>
          </p:cNvPr>
          <p:cNvSpPr>
            <a:spLocks noGrp="1"/>
          </p:cNvSpPr>
          <p:nvPr>
            <p:ph type="body" sz="quarter" idx="30" hasCustomPrompt="1"/>
          </p:nvPr>
        </p:nvSpPr>
        <p:spPr>
          <a:xfrm>
            <a:off x="9772189" y="1991730"/>
            <a:ext cx="1468772" cy="1924347"/>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3890129" y="1991731"/>
            <a:ext cx="1468772" cy="1922340"/>
          </a:xfrm>
          <a:noFill/>
        </p:spPr>
        <p:txBody>
          <a:bodyPr wrap="square" lIns="36000" rIns="0" bIns="0" rtlCol="0" anchor="b">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6833099" y="3705313"/>
            <a:ext cx="1468772" cy="1986771"/>
          </a:xfrm>
          <a:noFill/>
        </p:spPr>
        <p:txBody>
          <a:bodyPr wrap="square" lIns="36000" rIns="0" bIns="0" rtlCol="0">
            <a:noAutofit/>
          </a:bodyPr>
          <a:lstStyle>
            <a:lvl1pPr marL="0" indent="0">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8" name="Content Placeholder 4">
            <a:extLst>
              <a:ext uri="{FF2B5EF4-FFF2-40B4-BE49-F238E27FC236}">
                <a16:creationId xmlns:a16="http://schemas.microsoft.com/office/drawing/2014/main" id="{26D8A10A-B7C5-EE3A-1834-C5CDCFF99060}"/>
              </a:ext>
            </a:extLst>
          </p:cNvPr>
          <p:cNvSpPr>
            <a:spLocks noGrp="1"/>
          </p:cNvSpPr>
          <p:nvPr>
            <p:ph sz="quarter" idx="34" hasCustomPrompt="1"/>
          </p:nvPr>
        </p:nvSpPr>
        <p:spPr>
          <a:xfrm>
            <a:off x="9772189" y="4588084"/>
            <a:ext cx="1468773" cy="985538"/>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2" name="Oval 11">
            <a:extLst>
              <a:ext uri="{FF2B5EF4-FFF2-40B4-BE49-F238E27FC236}">
                <a16:creationId xmlns:a16="http://schemas.microsoft.com/office/drawing/2014/main" id="{1B943A2C-7940-A7F9-9651-0B1C185E6240}"/>
              </a:ext>
            </a:extLst>
          </p:cNvPr>
          <p:cNvSpPr/>
          <p:nvPr userDrawn="1"/>
        </p:nvSpPr>
        <p:spPr>
          <a:xfrm>
            <a:off x="6076526" y="3400896"/>
            <a:ext cx="49454" cy="49454"/>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Oval 12">
            <a:extLst>
              <a:ext uri="{FF2B5EF4-FFF2-40B4-BE49-F238E27FC236}">
                <a16:creationId xmlns:a16="http://schemas.microsoft.com/office/drawing/2014/main" id="{56649D49-AF5A-CE13-2D52-35F23D2033F0}"/>
              </a:ext>
            </a:extLst>
          </p:cNvPr>
          <p:cNvSpPr/>
          <p:nvPr userDrawn="1"/>
        </p:nvSpPr>
        <p:spPr>
          <a:xfrm>
            <a:off x="6064810" y="3557989"/>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Oval 13">
            <a:extLst>
              <a:ext uri="{FF2B5EF4-FFF2-40B4-BE49-F238E27FC236}">
                <a16:creationId xmlns:a16="http://schemas.microsoft.com/office/drawing/2014/main" id="{F5F77568-02A4-5403-F949-7E604A41346F}"/>
              </a:ext>
            </a:extLst>
          </p:cNvPr>
          <p:cNvSpPr/>
          <p:nvPr userDrawn="1"/>
        </p:nvSpPr>
        <p:spPr>
          <a:xfrm>
            <a:off x="6047342" y="3738514"/>
            <a:ext cx="107822" cy="107822"/>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 name="Tijdelijke aanduiding voor tekst 12">
            <a:extLst>
              <a:ext uri="{FF2B5EF4-FFF2-40B4-BE49-F238E27FC236}">
                <a16:creationId xmlns:a16="http://schemas.microsoft.com/office/drawing/2014/main" id="{71574408-55C5-B8DE-2ABA-ABAB0FA0012E}"/>
              </a:ext>
            </a:extLst>
          </p:cNvPr>
          <p:cNvSpPr>
            <a:spLocks noGrp="1"/>
          </p:cNvSpPr>
          <p:nvPr>
            <p:ph type="body" sz="quarter" idx="41" hasCustomPrompt="1"/>
          </p:nvPr>
        </p:nvSpPr>
        <p:spPr>
          <a:xfrm>
            <a:off x="946499"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F5908121-D435-CC66-491A-8E6688DC5D43}"/>
              </a:ext>
            </a:extLst>
          </p:cNvPr>
          <p:cNvSpPr>
            <a:spLocks noGrp="1"/>
          </p:cNvSpPr>
          <p:nvPr>
            <p:ph type="body" sz="quarter" idx="42" hasCustomPrompt="1"/>
          </p:nvPr>
        </p:nvSpPr>
        <p:spPr>
          <a:xfrm>
            <a:off x="3886051"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8" name="Tijdelijke aanduiding voor tekst 12">
            <a:extLst>
              <a:ext uri="{FF2B5EF4-FFF2-40B4-BE49-F238E27FC236}">
                <a16:creationId xmlns:a16="http://schemas.microsoft.com/office/drawing/2014/main" id="{947ED0DE-17DD-F6B4-D2E2-B6622C021A19}"/>
              </a:ext>
            </a:extLst>
          </p:cNvPr>
          <p:cNvSpPr>
            <a:spLocks noGrp="1"/>
          </p:cNvSpPr>
          <p:nvPr>
            <p:ph type="body" sz="quarter" idx="43" hasCustomPrompt="1"/>
          </p:nvPr>
        </p:nvSpPr>
        <p:spPr>
          <a:xfrm>
            <a:off x="6829021"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9" name="Tijdelijke aanduiding voor tekst 12">
            <a:extLst>
              <a:ext uri="{FF2B5EF4-FFF2-40B4-BE49-F238E27FC236}">
                <a16:creationId xmlns:a16="http://schemas.microsoft.com/office/drawing/2014/main" id="{1FB5E721-FD4D-844F-338C-5700E45205BA}"/>
              </a:ext>
            </a:extLst>
          </p:cNvPr>
          <p:cNvSpPr>
            <a:spLocks noGrp="1"/>
          </p:cNvSpPr>
          <p:nvPr>
            <p:ph type="body" sz="quarter" idx="44" hasCustomPrompt="1"/>
          </p:nvPr>
        </p:nvSpPr>
        <p:spPr>
          <a:xfrm>
            <a:off x="9768111"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189507520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hree blocks">
    <p:spTree>
      <p:nvGrpSpPr>
        <p:cNvPr id="1" name=""/>
        <p:cNvGrpSpPr/>
        <p:nvPr/>
      </p:nvGrpSpPr>
      <p:grpSpPr>
        <a:xfrm>
          <a:off x="0" y="0"/>
          <a:ext cx="0" cy="0"/>
          <a:chOff x="0" y="0"/>
          <a:chExt cx="0" cy="0"/>
        </a:xfrm>
      </p:grpSpPr>
      <p:grpSp>
        <p:nvGrpSpPr>
          <p:cNvPr id="94" name="Group 93">
            <a:extLst>
              <a:ext uri="{FF2B5EF4-FFF2-40B4-BE49-F238E27FC236}">
                <a16:creationId xmlns:a16="http://schemas.microsoft.com/office/drawing/2014/main" id="{6E227608-01C4-F8E2-DFD6-8497298E5CEA}"/>
              </a:ext>
            </a:extLst>
          </p:cNvPr>
          <p:cNvGrpSpPr/>
          <p:nvPr userDrawn="1"/>
        </p:nvGrpSpPr>
        <p:grpSpPr>
          <a:xfrm flipV="1">
            <a:off x="6673026" y="2844042"/>
            <a:ext cx="3127108" cy="1981838"/>
            <a:chOff x="1429061" y="2725684"/>
            <a:chExt cx="3127108" cy="1981838"/>
          </a:xfrm>
        </p:grpSpPr>
        <p:sp>
          <p:nvSpPr>
            <p:cNvPr id="95" name="Arc 94">
              <a:extLst>
                <a:ext uri="{FF2B5EF4-FFF2-40B4-BE49-F238E27FC236}">
                  <a16:creationId xmlns:a16="http://schemas.microsoft.com/office/drawing/2014/main" id="{F1F66471-B4A7-19EA-9873-D15C7250E5E1}"/>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6" name="Straight Connector 95">
              <a:extLst>
                <a:ext uri="{FF2B5EF4-FFF2-40B4-BE49-F238E27FC236}">
                  <a16:creationId xmlns:a16="http://schemas.microsoft.com/office/drawing/2014/main" id="{435381EE-CCAC-8B30-E3DD-BCC2BF17B942}"/>
                </a:ext>
              </a:extLst>
            </p:cNvPr>
            <p:cNvCxnSpPr>
              <a:cxnSpLocks/>
              <a:endCxn id="95" idx="0"/>
            </p:cNvCxnSpPr>
            <p:nvPr userDrawn="1"/>
          </p:nvCxnSpPr>
          <p:spPr>
            <a:xfrm flipV="1">
              <a:off x="1429061" y="2725684"/>
              <a:ext cx="1363136"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CD495A53-B37B-76D3-A9D8-E7D963F2F577}"/>
                </a:ext>
              </a:extLst>
            </p:cNvPr>
            <p:cNvCxnSpPr>
              <a:cxnSpLocks/>
              <a:stCxn id="9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98" name="Arc 97">
              <a:extLst>
                <a:ext uri="{FF2B5EF4-FFF2-40B4-BE49-F238E27FC236}">
                  <a16:creationId xmlns:a16="http://schemas.microsoft.com/office/drawing/2014/main" id="{D700EC0D-D268-3F62-2C21-FF81BA8FF32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99" name="Straight Connector 98">
              <a:extLst>
                <a:ext uri="{FF2B5EF4-FFF2-40B4-BE49-F238E27FC236}">
                  <a16:creationId xmlns:a16="http://schemas.microsoft.com/office/drawing/2014/main" id="{DA7E4F25-5DB5-D269-B475-749D7A200AC2}"/>
                </a:ext>
              </a:extLst>
            </p:cNvPr>
            <p:cNvCxnSpPr>
              <a:cxnSpLocks/>
            </p:cNvCxnSpPr>
            <p:nvPr userDrawn="1"/>
          </p:nvCxnSpPr>
          <p:spPr>
            <a:xfrm flipV="1">
              <a:off x="2975298" y="4707522"/>
              <a:ext cx="158087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grpSp>
        <p:nvGrpSpPr>
          <p:cNvPr id="60" name="Group 59">
            <a:extLst>
              <a:ext uri="{FF2B5EF4-FFF2-40B4-BE49-F238E27FC236}">
                <a16:creationId xmlns:a16="http://schemas.microsoft.com/office/drawing/2014/main" id="{39410BDF-01A5-D534-4179-A63F6A83793D}"/>
              </a:ext>
            </a:extLst>
          </p:cNvPr>
          <p:cNvGrpSpPr/>
          <p:nvPr userDrawn="1"/>
        </p:nvGrpSpPr>
        <p:grpSpPr>
          <a:xfrm>
            <a:off x="2575676" y="2844042"/>
            <a:ext cx="3252751" cy="1981838"/>
            <a:chOff x="1395618" y="2725684"/>
            <a:chExt cx="3252751" cy="1981838"/>
          </a:xfrm>
        </p:grpSpPr>
        <p:sp>
          <p:nvSpPr>
            <p:cNvPr id="55" name="Arc 54">
              <a:extLst>
                <a:ext uri="{FF2B5EF4-FFF2-40B4-BE49-F238E27FC236}">
                  <a16:creationId xmlns:a16="http://schemas.microsoft.com/office/drawing/2014/main" id="{1CA4811C-0C0B-2BF0-5B04-AE593DA602C2}"/>
                </a:ext>
              </a:extLst>
            </p:cNvPr>
            <p:cNvSpPr/>
            <p:nvPr userDrawn="1"/>
          </p:nvSpPr>
          <p:spPr>
            <a:xfrm>
              <a:off x="2695360" y="2725684"/>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6" name="Straight Connector 55">
              <a:extLst>
                <a:ext uri="{FF2B5EF4-FFF2-40B4-BE49-F238E27FC236}">
                  <a16:creationId xmlns:a16="http://schemas.microsoft.com/office/drawing/2014/main" id="{5969887E-C239-C0C5-05E5-7FC3096C61CE}"/>
                </a:ext>
              </a:extLst>
            </p:cNvPr>
            <p:cNvCxnSpPr>
              <a:cxnSpLocks/>
              <a:endCxn id="55" idx="0"/>
            </p:cNvCxnSpPr>
            <p:nvPr userDrawn="1"/>
          </p:nvCxnSpPr>
          <p:spPr>
            <a:xfrm>
              <a:off x="1395618" y="2725684"/>
              <a:ext cx="1396579"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F560143-A3BE-C06F-1AAE-74EEDA7FE377}"/>
                </a:ext>
              </a:extLst>
            </p:cNvPr>
            <p:cNvCxnSpPr>
              <a:cxnSpLocks/>
              <a:stCxn id="55" idx="2"/>
            </p:cNvCxnSpPr>
            <p:nvPr userDrawn="1"/>
          </p:nvCxnSpPr>
          <p:spPr>
            <a:xfrm>
              <a:off x="2889035" y="2822522"/>
              <a:ext cx="0" cy="1793045"/>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sp>
          <p:nvSpPr>
            <p:cNvPr id="58" name="Arc 57">
              <a:extLst>
                <a:ext uri="{FF2B5EF4-FFF2-40B4-BE49-F238E27FC236}">
                  <a16:creationId xmlns:a16="http://schemas.microsoft.com/office/drawing/2014/main" id="{604C0A86-DB55-8F26-C2C2-191136E6C2CF}"/>
                </a:ext>
              </a:extLst>
            </p:cNvPr>
            <p:cNvSpPr/>
            <p:nvPr userDrawn="1"/>
          </p:nvSpPr>
          <p:spPr>
            <a:xfrm rot="10800000">
              <a:off x="2889036" y="4513847"/>
              <a:ext cx="193675" cy="193675"/>
            </a:xfrm>
            <a:prstGeom prst="arc">
              <a:avLst>
                <a:gd name="adj1" fmla="val 16199969"/>
                <a:gd name="adj2" fmla="val 0"/>
              </a:avLst>
            </a:prstGeom>
            <a:ln w="12700">
              <a:solidFill>
                <a:srgbClr val="F9C816"/>
              </a:solidFill>
              <a:prstDash val="soli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EBC5A8D2-8E8B-23E8-9222-E109D36862C7}"/>
                </a:ext>
              </a:extLst>
            </p:cNvPr>
            <p:cNvCxnSpPr>
              <a:cxnSpLocks/>
            </p:cNvCxnSpPr>
            <p:nvPr userDrawn="1"/>
          </p:nvCxnSpPr>
          <p:spPr>
            <a:xfrm>
              <a:off x="2975298" y="4707522"/>
              <a:ext cx="1673071" cy="0"/>
            </a:xfrm>
            <a:prstGeom prst="line">
              <a:avLst/>
            </a:prstGeom>
            <a:ln w="12700" cap="rnd">
              <a:solidFill>
                <a:srgbClr val="F9C816"/>
              </a:solidFill>
              <a:prstDash val="solid"/>
            </a:ln>
          </p:spPr>
          <p:style>
            <a:lnRef idx="1">
              <a:schemeClr val="accent1"/>
            </a:lnRef>
            <a:fillRef idx="0">
              <a:schemeClr val="accent1"/>
            </a:fillRef>
            <a:effectRef idx="0">
              <a:schemeClr val="accent1"/>
            </a:effectRef>
            <a:fontRef idx="minor">
              <a:schemeClr val="tx1"/>
            </a:fontRef>
          </p:style>
        </p:cxnSp>
      </p:grpSp>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33" name="Oval 32">
            <a:extLst>
              <a:ext uri="{FF2B5EF4-FFF2-40B4-BE49-F238E27FC236}">
                <a16:creationId xmlns:a16="http://schemas.microsoft.com/office/drawing/2014/main" id="{438AE62E-1A75-70C2-5DA6-DA4325BC01AF}"/>
              </a:ext>
            </a:extLst>
          </p:cNvPr>
          <p:cNvSpPr/>
          <p:nvPr userDrawn="1"/>
        </p:nvSpPr>
        <p:spPr>
          <a:xfrm>
            <a:off x="4032387" y="3745325"/>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4" name="Oval 33">
            <a:extLst>
              <a:ext uri="{FF2B5EF4-FFF2-40B4-BE49-F238E27FC236}">
                <a16:creationId xmlns:a16="http://schemas.microsoft.com/office/drawing/2014/main" id="{950A1498-467A-3AD3-7CC6-3603A54B332A}"/>
              </a:ext>
            </a:extLst>
          </p:cNvPr>
          <p:cNvSpPr/>
          <p:nvPr userDrawn="1"/>
        </p:nvSpPr>
        <p:spPr>
          <a:xfrm>
            <a:off x="3993032" y="4026933"/>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1190339"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5283201" y="4029544"/>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9" name="Rounded Rectangle 28">
            <a:extLst>
              <a:ext uri="{FF2B5EF4-FFF2-40B4-BE49-F238E27FC236}">
                <a16:creationId xmlns:a16="http://schemas.microsoft.com/office/drawing/2014/main" id="{BEB051BD-155C-20D3-4C9F-7768341E5A46}"/>
              </a:ext>
            </a:extLst>
          </p:cNvPr>
          <p:cNvSpPr/>
          <p:nvPr userDrawn="1"/>
        </p:nvSpPr>
        <p:spPr>
          <a:xfrm>
            <a:off x="9376062" y="2035275"/>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5" name="Oval 34">
            <a:extLst>
              <a:ext uri="{FF2B5EF4-FFF2-40B4-BE49-F238E27FC236}">
                <a16:creationId xmlns:a16="http://schemas.microsoft.com/office/drawing/2014/main" id="{7C4F3885-28D3-B916-E4CD-FA2B02F79732}"/>
              </a:ext>
            </a:extLst>
          </p:cNvPr>
          <p:cNvSpPr/>
          <p:nvPr userDrawn="1"/>
        </p:nvSpPr>
        <p:spPr>
          <a:xfrm>
            <a:off x="8095149" y="2920263"/>
            <a:ext cx="72886" cy="72886"/>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36" name="Oval 35">
            <a:extLst>
              <a:ext uri="{FF2B5EF4-FFF2-40B4-BE49-F238E27FC236}">
                <a16:creationId xmlns:a16="http://schemas.microsoft.com/office/drawing/2014/main" id="{80701215-79F2-9B73-7F11-2BC3D7920C1C}"/>
              </a:ext>
            </a:extLst>
          </p:cNvPr>
          <p:cNvSpPr/>
          <p:nvPr userDrawn="1"/>
        </p:nvSpPr>
        <p:spPr>
          <a:xfrm>
            <a:off x="8058705" y="3131518"/>
            <a:ext cx="145773" cy="145773"/>
          </a:xfrm>
          <a:prstGeom prst="ellipse">
            <a:avLst/>
          </a:prstGeom>
          <a:solidFill>
            <a:srgbClr val="F9C8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270094"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5361614" y="4588083"/>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9453132" y="2594919"/>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381600" y="3705313"/>
            <a:ext cx="3245764" cy="1986771"/>
          </a:xfrm>
          <a:noFill/>
        </p:spPr>
        <p:txBody>
          <a:bodyPr wrap="square" lIns="0" rIns="0" bIns="0" rtlCol="0">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4473118" y="1991731"/>
            <a:ext cx="3245764" cy="1922340"/>
          </a:xfrm>
          <a:noFill/>
        </p:spPr>
        <p:txBody>
          <a:bodyPr wrap="square" lIns="0" rIns="0" bIns="0" rtlCol="0" anchor="b">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5" name="Text Placeholder 40">
            <a:extLst>
              <a:ext uri="{FF2B5EF4-FFF2-40B4-BE49-F238E27FC236}">
                <a16:creationId xmlns:a16="http://schemas.microsoft.com/office/drawing/2014/main" id="{1508D3E3-2223-8556-4FFA-374503307358}"/>
              </a:ext>
            </a:extLst>
          </p:cNvPr>
          <p:cNvSpPr>
            <a:spLocks noGrp="1"/>
          </p:cNvSpPr>
          <p:nvPr>
            <p:ph type="body" sz="quarter" idx="33" hasCustomPrompt="1"/>
          </p:nvPr>
        </p:nvSpPr>
        <p:spPr>
          <a:xfrm>
            <a:off x="8564636" y="3705313"/>
            <a:ext cx="3245764" cy="1986771"/>
          </a:xfrm>
          <a:noFill/>
        </p:spPr>
        <p:txBody>
          <a:bodyPr wrap="square" lIns="0" rIns="0" bIns="0" rtlCol="0">
            <a:noAutofit/>
          </a:bodyPr>
          <a:lstStyle>
            <a:lvl1pPr marL="0" indent="0" algn="ctr">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3" name="Tijdelijke aanduiding voor tekst 12">
            <a:extLst>
              <a:ext uri="{FF2B5EF4-FFF2-40B4-BE49-F238E27FC236}">
                <a16:creationId xmlns:a16="http://schemas.microsoft.com/office/drawing/2014/main" id="{7C95EC6F-D61E-A9A8-6B17-B251EC3C6684}"/>
              </a:ext>
            </a:extLst>
          </p:cNvPr>
          <p:cNvSpPr>
            <a:spLocks noGrp="1"/>
          </p:cNvSpPr>
          <p:nvPr>
            <p:ph type="body" sz="quarter" idx="41" hasCustomPrompt="1"/>
          </p:nvPr>
        </p:nvSpPr>
        <p:spPr>
          <a:xfrm>
            <a:off x="1266016"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4764FB57-EB96-9A13-4B23-27C214E83EEF}"/>
              </a:ext>
            </a:extLst>
          </p:cNvPr>
          <p:cNvSpPr>
            <a:spLocks noGrp="1"/>
          </p:cNvSpPr>
          <p:nvPr>
            <p:ph type="body" sz="quarter" idx="42" hasCustomPrompt="1"/>
          </p:nvPr>
        </p:nvSpPr>
        <p:spPr>
          <a:xfrm>
            <a:off x="5357536" y="409327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8" name="Tijdelijke aanduiding voor tekst 12">
            <a:extLst>
              <a:ext uri="{FF2B5EF4-FFF2-40B4-BE49-F238E27FC236}">
                <a16:creationId xmlns:a16="http://schemas.microsoft.com/office/drawing/2014/main" id="{1DFA58BC-375C-5035-6C88-846DEC183955}"/>
              </a:ext>
            </a:extLst>
          </p:cNvPr>
          <p:cNvSpPr>
            <a:spLocks noGrp="1"/>
          </p:cNvSpPr>
          <p:nvPr>
            <p:ph type="body" sz="quarter" idx="43" hasCustomPrompt="1"/>
          </p:nvPr>
        </p:nvSpPr>
        <p:spPr>
          <a:xfrm>
            <a:off x="9449054" y="2106083"/>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2277688942"/>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wo block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23" name="Rounded Rectangle 22">
            <a:extLst>
              <a:ext uri="{FF2B5EF4-FFF2-40B4-BE49-F238E27FC236}">
                <a16:creationId xmlns:a16="http://schemas.microsoft.com/office/drawing/2014/main" id="{619A3B1A-873C-272C-858D-C7AE85AC7DA5}"/>
              </a:ext>
            </a:extLst>
          </p:cNvPr>
          <p:cNvSpPr/>
          <p:nvPr userDrawn="1"/>
        </p:nvSpPr>
        <p:spPr>
          <a:xfrm>
            <a:off x="381600" y="1658296"/>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25" name="Rounded Rectangle 24">
            <a:extLst>
              <a:ext uri="{FF2B5EF4-FFF2-40B4-BE49-F238E27FC236}">
                <a16:creationId xmlns:a16="http://schemas.microsoft.com/office/drawing/2014/main" id="{7202C70F-08AE-AEEF-80B8-54CA80192FB9}"/>
              </a:ext>
            </a:extLst>
          </p:cNvPr>
          <p:cNvSpPr/>
          <p:nvPr userDrawn="1"/>
        </p:nvSpPr>
        <p:spPr>
          <a:xfrm>
            <a:off x="6318947" y="1652072"/>
            <a:ext cx="1625600" cy="1618995"/>
          </a:xfrm>
          <a:prstGeom prst="roundRect">
            <a:avLst>
              <a:gd name="adj" fmla="val 6134"/>
            </a:avLst>
          </a:prstGeom>
          <a:gradFill flip="none" rotWithShape="1">
            <a:gsLst>
              <a:gs pos="0">
                <a:srgbClr val="E88C2B"/>
              </a:gs>
              <a:gs pos="96000">
                <a:srgbClr val="F9C816"/>
              </a:gs>
            </a:gsLst>
            <a:lin ang="189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461355" y="2217940"/>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6397360" y="2210611"/>
            <a:ext cx="1468773" cy="987084"/>
          </a:xfrm>
        </p:spPr>
        <p:txBody>
          <a:bodyPr lIns="36000" tIns="0" rIns="0" bIns="0" anchor="b">
            <a:noAutofit/>
          </a:bodyPr>
          <a:lstStyle>
            <a:lvl1pPr marL="0" indent="0">
              <a:lnSpc>
                <a:spcPct val="100000"/>
              </a:lnSpc>
              <a:buFont typeface="Arial" panose="020B0604020202020204" pitchFamily="34" charset="0"/>
              <a:buNone/>
              <a:tabLst/>
              <a:defRPr sz="1800" b="0" i="0">
                <a:solidFill>
                  <a:schemeClr val="tx1"/>
                </a:solidFill>
                <a:latin typeface="Noir Pro Medium" pitchFamily="2" charset="0"/>
              </a:defRPr>
            </a:lvl1pPr>
          </a:lstStyle>
          <a:p>
            <a:pPr lvl="0"/>
            <a:r>
              <a:rPr lang="en-US" dirty="0"/>
              <a:t>insert text (no capitals)</a:t>
            </a:r>
          </a:p>
        </p:txBody>
      </p:sp>
      <p:sp>
        <p:nvSpPr>
          <p:cNvPr id="41" name="Text Placeholder 40">
            <a:extLst>
              <a:ext uri="{FF2B5EF4-FFF2-40B4-BE49-F238E27FC236}">
                <a16:creationId xmlns:a16="http://schemas.microsoft.com/office/drawing/2014/main" id="{7D744BF2-96E1-5A2F-56CB-DE934A6F746C}"/>
              </a:ext>
            </a:extLst>
          </p:cNvPr>
          <p:cNvSpPr>
            <a:spLocks noGrp="1"/>
          </p:cNvSpPr>
          <p:nvPr>
            <p:ph type="body" sz="quarter" idx="29" hasCustomPrompt="1"/>
          </p:nvPr>
        </p:nvSpPr>
        <p:spPr>
          <a:xfrm>
            <a:off x="2081535" y="1710767"/>
            <a:ext cx="3791518" cy="4412447"/>
          </a:xfrm>
          <a:noFill/>
        </p:spPr>
        <p:txBody>
          <a:bodyPr wrap="square" lIns="125999" rIns="0" bIns="0" rtlCol="0">
            <a:noAutofit/>
          </a:bodyPr>
          <a:lstStyle>
            <a:lvl1pPr marL="0" indent="0" algn="l">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43" name="Text Placeholder 40">
            <a:extLst>
              <a:ext uri="{FF2B5EF4-FFF2-40B4-BE49-F238E27FC236}">
                <a16:creationId xmlns:a16="http://schemas.microsoft.com/office/drawing/2014/main" id="{71240793-C5DB-0C83-BF24-2DC538E71EE0}"/>
              </a:ext>
            </a:extLst>
          </p:cNvPr>
          <p:cNvSpPr>
            <a:spLocks noGrp="1"/>
          </p:cNvSpPr>
          <p:nvPr>
            <p:ph type="body" sz="quarter" idx="31" hasCustomPrompt="1"/>
          </p:nvPr>
        </p:nvSpPr>
        <p:spPr>
          <a:xfrm>
            <a:off x="8018882" y="1715801"/>
            <a:ext cx="3791518" cy="4269351"/>
          </a:xfrm>
          <a:noFill/>
        </p:spPr>
        <p:txBody>
          <a:bodyPr wrap="square" lIns="125999" rIns="0" bIns="0" rtlCol="0" anchor="t">
            <a:noAutofit/>
          </a:bodyPr>
          <a:lstStyle>
            <a:lvl1pPr marL="0" indent="0" algn="l">
              <a:buFont typeface="Arial" panose="020B0604020202020204" pitchFamily="34" charset="0"/>
              <a:buNone/>
              <a:defRPr lang="en-US" sz="1200" smtClean="0">
                <a:effectLst/>
              </a:defRPr>
            </a:lvl1pPr>
            <a:lvl2pPr marL="171450" indent="0">
              <a:buFont typeface="Arial" panose="020B0604020202020204" pitchFamily="34" charset="0"/>
              <a:buNone/>
              <a:defRPr lang="en-US" sz="1800" smtClean="0"/>
            </a:lvl2pPr>
            <a:lvl3pPr marL="628650" indent="0">
              <a:buFont typeface="Arial" panose="020B0604020202020204" pitchFamily="34" charset="0"/>
              <a:buNone/>
              <a:defRPr lang="en-US" sz="1800" smtClean="0"/>
            </a:lvl3pPr>
            <a:lvl4pPr marL="1085850" indent="0">
              <a:buFont typeface="Arial" panose="020B0604020202020204" pitchFamily="34" charset="0"/>
              <a:buNone/>
              <a:defRPr lang="en-US" sz="1800" smtClean="0"/>
            </a:lvl4pPr>
            <a:lvl5pPr marL="1543050" indent="0">
              <a:buFont typeface="Arial" panose="020B0604020202020204" pitchFamily="34" charset="0"/>
              <a:buNone/>
              <a:defRPr lang="en-US" sz="1800"/>
            </a:lvl5pPr>
          </a:lstStyle>
          <a:p>
            <a:pPr lvl="0"/>
            <a:r>
              <a:rPr lang="en-US" dirty="0"/>
              <a:t>Insert text, e.g. more detailed description</a:t>
            </a:r>
          </a:p>
        </p:txBody>
      </p:sp>
      <p:sp>
        <p:nvSpPr>
          <p:cNvPr id="3" name="Tijdelijke aanduiding voor tekst 12">
            <a:extLst>
              <a:ext uri="{FF2B5EF4-FFF2-40B4-BE49-F238E27FC236}">
                <a16:creationId xmlns:a16="http://schemas.microsoft.com/office/drawing/2014/main" id="{7C95EC6F-D61E-A9A8-6B17-B251EC3C6684}"/>
              </a:ext>
            </a:extLst>
          </p:cNvPr>
          <p:cNvSpPr>
            <a:spLocks noGrp="1"/>
          </p:cNvSpPr>
          <p:nvPr>
            <p:ph type="body" sz="quarter" idx="41" hasCustomPrompt="1"/>
          </p:nvPr>
        </p:nvSpPr>
        <p:spPr>
          <a:xfrm>
            <a:off x="457277" y="1729104"/>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
        <p:nvSpPr>
          <p:cNvPr id="7" name="Tijdelijke aanduiding voor tekst 12">
            <a:extLst>
              <a:ext uri="{FF2B5EF4-FFF2-40B4-BE49-F238E27FC236}">
                <a16:creationId xmlns:a16="http://schemas.microsoft.com/office/drawing/2014/main" id="{4764FB57-EB96-9A13-4B23-27C214E83EEF}"/>
              </a:ext>
            </a:extLst>
          </p:cNvPr>
          <p:cNvSpPr>
            <a:spLocks noGrp="1"/>
          </p:cNvSpPr>
          <p:nvPr>
            <p:ph type="body" sz="quarter" idx="42" hasCustomPrompt="1"/>
          </p:nvPr>
        </p:nvSpPr>
        <p:spPr>
          <a:xfrm>
            <a:off x="6393282" y="1715802"/>
            <a:ext cx="1472851" cy="488836"/>
          </a:xfrm>
        </p:spPr>
        <p:txBody>
          <a:bodyPr wrap="none" lIns="36000" rIns="0" bIns="0"/>
          <a:lstStyle>
            <a:lvl1pPr marL="0" indent="0">
              <a:lnSpc>
                <a:spcPct val="80000"/>
              </a:lnSpc>
              <a:spcAft>
                <a:spcPts val="0"/>
              </a:spcAft>
              <a:buFont typeface="Arial" panose="020B0604020202020204" pitchFamily="34" charset="0"/>
              <a:buNone/>
              <a:defRPr sz="3600" b="1" i="0">
                <a:solidFill>
                  <a:schemeClr val="tx1">
                    <a:alpha val="25000"/>
                  </a:schemeClr>
                </a:solidFill>
                <a:effectLst>
                  <a:innerShdw blurRad="114300" dist="152400" dir="18900000">
                    <a:prstClr val="black">
                      <a:alpha val="80000"/>
                    </a:prstClr>
                  </a:innerShdw>
                </a:effectLst>
                <a:latin typeface="Noir Pro Semi Bold" pitchFamily="2" charset="0"/>
              </a:defRPr>
            </a:lvl1pPr>
          </a:lstStyle>
          <a:p>
            <a:pPr lvl="0"/>
            <a:r>
              <a:rPr lang="nl-NL" dirty="0"/>
              <a:t>#</a:t>
            </a:r>
            <a:endParaRPr lang="en-US" dirty="0"/>
          </a:p>
        </p:txBody>
      </p:sp>
    </p:spTree>
    <p:extLst>
      <p:ext uri="{BB962C8B-B14F-4D97-AF65-F5344CB8AC3E}">
        <p14:creationId xmlns:p14="http://schemas.microsoft.com/office/powerpoint/2010/main" val="2024747393"/>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Recommendations">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51CEBE7-B52C-9140-A467-08CD0B43DF99}"/>
              </a:ext>
            </a:extLst>
          </p:cNvPr>
          <p:cNvSpPr>
            <a:spLocks noGrp="1"/>
          </p:cNvSpPr>
          <p:nvPr>
            <p:ph type="body" sz="quarter" idx="26" hasCustomPrompt="1"/>
          </p:nvPr>
        </p:nvSpPr>
        <p:spPr>
          <a:xfrm>
            <a:off x="381600" y="1641474"/>
            <a:ext cx="2615781" cy="977110"/>
          </a:xfrm>
          <a:prstGeom prst="roundRect">
            <a:avLst>
              <a:gd name="adj" fmla="val 3283"/>
            </a:avLst>
          </a:prstGeom>
          <a:gradFill>
            <a:gsLst>
              <a:gs pos="0">
                <a:srgbClr val="1864FF">
                  <a:alpha val="49804"/>
                </a:srgbClr>
              </a:gs>
              <a:gs pos="30000">
                <a:srgbClr val="1864FF">
                  <a:alpha val="29804"/>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marL="185738" indent="-185738">
              <a:lnSpc>
                <a:spcPct val="100000"/>
              </a:lnSpc>
              <a:buClr>
                <a:schemeClr val="bg1"/>
              </a:buClr>
              <a:tabLst/>
              <a:defRPr lang="en-US" sz="1400" dirty="0">
                <a:solidFill>
                  <a:schemeClr val="bg1"/>
                </a:solidFill>
              </a:defRPr>
            </a:lvl1pPr>
          </a:lstStyle>
          <a:p>
            <a:pPr marL="285750" lvl="0" indent="-285750"/>
            <a:r>
              <a:rPr lang="en-US" dirty="0"/>
              <a:t>Insert recommendations</a:t>
            </a:r>
          </a:p>
        </p:txBody>
      </p:sp>
      <p:sp>
        <p:nvSpPr>
          <p:cNvPr id="6" name="Text Placeholder 5">
            <a:extLst>
              <a:ext uri="{FF2B5EF4-FFF2-40B4-BE49-F238E27FC236}">
                <a16:creationId xmlns:a16="http://schemas.microsoft.com/office/drawing/2014/main" id="{FF76378E-55D1-2F47-B6DF-5B5DAA1F7D10}"/>
              </a:ext>
            </a:extLst>
          </p:cNvPr>
          <p:cNvSpPr>
            <a:spLocks noGrp="1"/>
          </p:cNvSpPr>
          <p:nvPr>
            <p:ph type="body" sz="quarter" idx="30" hasCustomPrompt="1"/>
          </p:nvPr>
        </p:nvSpPr>
        <p:spPr>
          <a:xfrm>
            <a:off x="536034" y="1797926"/>
            <a:ext cx="2306912" cy="320292"/>
          </a:xfrm>
          <a:prstGeom prst="roundRect">
            <a:avLst/>
          </a:prstGeom>
          <a:solidFill>
            <a:srgbClr val="1864FF"/>
          </a:soli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FFFFFF"/>
                </a:solidFill>
                <a:latin typeface="Noir Pro Medium" pitchFamily="2" charset="0"/>
              </a:defRPr>
            </a:lvl1pPr>
          </a:lstStyle>
          <a:p>
            <a:pPr lvl="0"/>
            <a:r>
              <a:rPr lang="en-US" dirty="0"/>
              <a:t>Category (e.g. “Continuous”)</a:t>
            </a:r>
          </a:p>
        </p:txBody>
      </p:sp>
      <p:sp>
        <p:nvSpPr>
          <p:cNvPr id="42" name="Text Placeholder 2">
            <a:extLst>
              <a:ext uri="{FF2B5EF4-FFF2-40B4-BE49-F238E27FC236}">
                <a16:creationId xmlns:a16="http://schemas.microsoft.com/office/drawing/2014/main" id="{036FAA5D-52AA-F340-B536-4A266D8133AB}"/>
              </a:ext>
            </a:extLst>
          </p:cNvPr>
          <p:cNvSpPr>
            <a:spLocks noGrp="1"/>
          </p:cNvSpPr>
          <p:nvPr>
            <p:ph type="body" sz="quarter" idx="31" hasCustomPrompt="1"/>
          </p:nvPr>
        </p:nvSpPr>
        <p:spPr>
          <a:xfrm>
            <a:off x="3319273" y="1641474"/>
            <a:ext cx="2615781" cy="960705"/>
          </a:xfrm>
          <a:prstGeom prst="roundRect">
            <a:avLst>
              <a:gd name="adj" fmla="val 3283"/>
            </a:avLst>
          </a:prstGeom>
          <a:gradFill>
            <a:gsLst>
              <a:gs pos="0">
                <a:srgbClr val="F8C716">
                  <a:alpha val="49804"/>
                </a:srgbClr>
              </a:gs>
              <a:gs pos="30000">
                <a:srgbClr val="F8C716">
                  <a:alpha val="29804"/>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buClr>
                <a:srgbClr val="F8C818"/>
              </a:buClr>
              <a:defRPr lang="en-US" sz="1400" dirty="0">
                <a:solidFill>
                  <a:schemeClr val="bg1"/>
                </a:solidFill>
              </a:defRPr>
            </a:lvl1pPr>
          </a:lstStyle>
          <a:p>
            <a:pPr marL="285750" lvl="0" indent="-285750">
              <a:lnSpc>
                <a:spcPct val="100000"/>
              </a:lnSpc>
              <a:buClr>
                <a:schemeClr val="bg1">
                  <a:lumMod val="65000"/>
                </a:schemeClr>
              </a:buClr>
              <a:tabLst/>
            </a:pPr>
            <a:r>
              <a:rPr lang="en-US" dirty="0"/>
              <a:t>Insert recommendations</a:t>
            </a:r>
          </a:p>
        </p:txBody>
      </p:sp>
      <p:sp>
        <p:nvSpPr>
          <p:cNvPr id="43" name="Text Placeholder 5">
            <a:extLst>
              <a:ext uri="{FF2B5EF4-FFF2-40B4-BE49-F238E27FC236}">
                <a16:creationId xmlns:a16="http://schemas.microsoft.com/office/drawing/2014/main" id="{BA8AC742-76A2-7D49-A610-B2D848237738}"/>
              </a:ext>
            </a:extLst>
          </p:cNvPr>
          <p:cNvSpPr>
            <a:spLocks noGrp="1"/>
          </p:cNvSpPr>
          <p:nvPr>
            <p:ph type="body" sz="quarter" idx="32" hasCustomPrompt="1"/>
          </p:nvPr>
        </p:nvSpPr>
        <p:spPr>
          <a:xfrm>
            <a:off x="3473707"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“Start now”)</a:t>
            </a:r>
          </a:p>
        </p:txBody>
      </p:sp>
      <p:sp>
        <p:nvSpPr>
          <p:cNvPr id="44" name="Text Placeholder 2">
            <a:extLst>
              <a:ext uri="{FF2B5EF4-FFF2-40B4-BE49-F238E27FC236}">
                <a16:creationId xmlns:a16="http://schemas.microsoft.com/office/drawing/2014/main" id="{70E27DA8-2B5F-5245-892C-C815639ECE8C}"/>
              </a:ext>
            </a:extLst>
          </p:cNvPr>
          <p:cNvSpPr>
            <a:spLocks noGrp="1"/>
          </p:cNvSpPr>
          <p:nvPr>
            <p:ph type="body" sz="quarter" idx="33" hasCustomPrompt="1"/>
          </p:nvPr>
        </p:nvSpPr>
        <p:spPr>
          <a:xfrm>
            <a:off x="6256946" y="1641474"/>
            <a:ext cx="2615781" cy="960705"/>
          </a:xfrm>
          <a:prstGeom prst="roundRect">
            <a:avLst>
              <a:gd name="adj" fmla="val 3283"/>
            </a:avLst>
          </a:prstGeom>
          <a:gradFill>
            <a:gsLst>
              <a:gs pos="0">
                <a:srgbClr val="F8C716">
                  <a:alpha val="49804"/>
                </a:srgbClr>
              </a:gs>
              <a:gs pos="30000">
                <a:srgbClr val="F8C716">
                  <a:alpha val="29804"/>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buClr>
                <a:srgbClr val="F8C818"/>
              </a:buClr>
              <a:defRPr lang="en-US" sz="1400" dirty="0">
                <a:solidFill>
                  <a:schemeClr val="bg1"/>
                </a:solidFill>
              </a:defRPr>
            </a:lvl1pPr>
          </a:lstStyle>
          <a:p>
            <a:pPr marL="285750" lvl="0" indent="-285750">
              <a:lnSpc>
                <a:spcPct val="100000"/>
              </a:lnSpc>
              <a:buClr>
                <a:schemeClr val="bg1">
                  <a:lumMod val="65000"/>
                </a:schemeClr>
              </a:buClr>
              <a:tabLst/>
            </a:pPr>
            <a:r>
              <a:rPr lang="en-US" dirty="0"/>
              <a:t>Insert recommendations</a:t>
            </a:r>
          </a:p>
        </p:txBody>
      </p:sp>
      <p:sp>
        <p:nvSpPr>
          <p:cNvPr id="45" name="Text Placeholder 5">
            <a:extLst>
              <a:ext uri="{FF2B5EF4-FFF2-40B4-BE49-F238E27FC236}">
                <a16:creationId xmlns:a16="http://schemas.microsoft.com/office/drawing/2014/main" id="{C58A5155-7003-364C-AB1F-7635E0445B5B}"/>
              </a:ext>
            </a:extLst>
          </p:cNvPr>
          <p:cNvSpPr>
            <a:spLocks noGrp="1"/>
          </p:cNvSpPr>
          <p:nvPr>
            <p:ph type="body" sz="quarter" idx="34" hasCustomPrompt="1"/>
          </p:nvPr>
        </p:nvSpPr>
        <p:spPr>
          <a:xfrm>
            <a:off x="6411380"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“In 6 months”)</a:t>
            </a:r>
          </a:p>
        </p:txBody>
      </p:sp>
      <p:sp>
        <p:nvSpPr>
          <p:cNvPr id="46" name="Text Placeholder 2">
            <a:extLst>
              <a:ext uri="{FF2B5EF4-FFF2-40B4-BE49-F238E27FC236}">
                <a16:creationId xmlns:a16="http://schemas.microsoft.com/office/drawing/2014/main" id="{9F987089-40FA-EA45-964C-0F32CB5870D2}"/>
              </a:ext>
            </a:extLst>
          </p:cNvPr>
          <p:cNvSpPr>
            <a:spLocks noGrp="1"/>
          </p:cNvSpPr>
          <p:nvPr>
            <p:ph type="body" sz="quarter" idx="35" hasCustomPrompt="1"/>
          </p:nvPr>
        </p:nvSpPr>
        <p:spPr>
          <a:xfrm>
            <a:off x="9194619" y="1641474"/>
            <a:ext cx="2615781" cy="960705"/>
          </a:xfrm>
          <a:prstGeom prst="roundRect">
            <a:avLst>
              <a:gd name="adj" fmla="val 3283"/>
            </a:avLst>
          </a:prstGeom>
          <a:gradFill>
            <a:gsLst>
              <a:gs pos="0">
                <a:srgbClr val="F8C716">
                  <a:alpha val="49804"/>
                </a:srgbClr>
              </a:gs>
              <a:gs pos="30000">
                <a:srgbClr val="F8C716">
                  <a:alpha val="29804"/>
                </a:srgbClr>
              </a:gs>
            </a:gsLst>
            <a:lin ang="27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vert="horz" lIns="162000" tIns="612000" rIns="162000" bIns="108000" rtlCol="0" anchor="t">
            <a:spAutoFit/>
          </a:bodyPr>
          <a:lstStyle>
            <a:lvl1pPr>
              <a:buClr>
                <a:srgbClr val="F8C818"/>
              </a:buClr>
              <a:defRPr lang="en-US" sz="1400" dirty="0">
                <a:solidFill>
                  <a:schemeClr val="bg1"/>
                </a:solidFill>
              </a:defRPr>
            </a:lvl1pPr>
          </a:lstStyle>
          <a:p>
            <a:pPr marL="285750" lvl="0" indent="-285750">
              <a:lnSpc>
                <a:spcPct val="100000"/>
              </a:lnSpc>
              <a:buClr>
                <a:schemeClr val="bg1">
                  <a:lumMod val="65000"/>
                </a:schemeClr>
              </a:buClr>
              <a:tabLst/>
            </a:pPr>
            <a:r>
              <a:rPr lang="en-US" dirty="0"/>
              <a:t>Insert recommendations</a:t>
            </a:r>
          </a:p>
        </p:txBody>
      </p:sp>
      <p:sp>
        <p:nvSpPr>
          <p:cNvPr id="47" name="Text Placeholder 5">
            <a:extLst>
              <a:ext uri="{FF2B5EF4-FFF2-40B4-BE49-F238E27FC236}">
                <a16:creationId xmlns:a16="http://schemas.microsoft.com/office/drawing/2014/main" id="{B1D7A30C-B11F-4D42-9FFF-925CBD1076E2}"/>
              </a:ext>
            </a:extLst>
          </p:cNvPr>
          <p:cNvSpPr>
            <a:spLocks noGrp="1"/>
          </p:cNvSpPr>
          <p:nvPr>
            <p:ph type="body" sz="quarter" idx="36" hasCustomPrompt="1"/>
          </p:nvPr>
        </p:nvSpPr>
        <p:spPr>
          <a:xfrm>
            <a:off x="9349053" y="1797926"/>
            <a:ext cx="2306912" cy="320292"/>
          </a:xfrm>
          <a:prstGeom prst="roundRect">
            <a:avLst/>
          </a:prstGeom>
          <a:gradFill>
            <a:gsLst>
              <a:gs pos="0">
                <a:srgbClr val="E88C36"/>
              </a:gs>
              <a:gs pos="30000">
                <a:srgbClr val="F8C716"/>
              </a:gs>
            </a:gsLst>
            <a:lin ang="2700000" scaled="0"/>
          </a:gradFill>
        </p:spPr>
        <p:txBody>
          <a:bodyPr lIns="36000" tIns="36000" rIns="36000" bIns="36000" anchor="ctr">
            <a:noAutofit/>
          </a:bodyPr>
          <a:lstStyle>
            <a:lvl1pPr marL="0" indent="0" algn="ctr">
              <a:buFont typeface="Arial" panose="020B0604020202020204" pitchFamily="34" charset="0"/>
              <a:buNone/>
              <a:defRPr sz="1200" b="0" i="0" cap="none" baseline="0">
                <a:solidFill>
                  <a:srgbClr val="000000"/>
                </a:solidFill>
                <a:latin typeface="Noir Pro Medium" pitchFamily="2" charset="0"/>
              </a:defRPr>
            </a:lvl1pPr>
          </a:lstStyle>
          <a:p>
            <a:pPr lvl="0"/>
            <a:r>
              <a:rPr lang="en-US" dirty="0"/>
              <a:t>Category (e.g. “Continue”)</a:t>
            </a:r>
          </a:p>
        </p:txBody>
      </p:sp>
      <p:sp>
        <p:nvSpPr>
          <p:cNvPr id="2" name="Titel 1">
            <a:extLst>
              <a:ext uri="{FF2B5EF4-FFF2-40B4-BE49-F238E27FC236}">
                <a16:creationId xmlns:a16="http://schemas.microsoft.com/office/drawing/2014/main" id="{3BB94BC7-5E87-B222-4026-C592561D54CE}"/>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0F41211C-20AE-A9F4-5BE9-6490A0E56EC6}"/>
              </a:ext>
            </a:extLst>
          </p:cNvPr>
          <p:cNvSpPr>
            <a:spLocks noGrp="1"/>
          </p:cNvSpPr>
          <p:nvPr>
            <p:ph type="ftr" sz="quarter" idx="37"/>
          </p:nvPr>
        </p:nvSpPr>
        <p:spPr/>
        <p:txBody>
          <a:bodyPr/>
          <a:lstStyle/>
          <a:p>
            <a:r>
              <a:rPr lang="nl-NL"/>
              <a:t>Confidential</a:t>
            </a:r>
          </a:p>
        </p:txBody>
      </p:sp>
      <p:sp>
        <p:nvSpPr>
          <p:cNvPr id="5" name="Tijdelijke aanduiding voor dianummer 4">
            <a:extLst>
              <a:ext uri="{FF2B5EF4-FFF2-40B4-BE49-F238E27FC236}">
                <a16:creationId xmlns:a16="http://schemas.microsoft.com/office/drawing/2014/main" id="{28A25497-5B35-13C6-33C1-C230605235A8}"/>
              </a:ext>
            </a:extLst>
          </p:cNvPr>
          <p:cNvSpPr>
            <a:spLocks noGrp="1"/>
          </p:cNvSpPr>
          <p:nvPr>
            <p:ph type="sldNum" sz="quarter" idx="38"/>
          </p:nvPr>
        </p:nvSpPr>
        <p:spPr/>
        <p:txBody>
          <a:bodyPr/>
          <a:lstStyle/>
          <a:p>
            <a:fld id="{E242BD21-9B61-2246-BCB1-4BE5E1BEBE1C}" type="slidenum">
              <a:rPr lang="nl-NL" smtClean="0"/>
              <a:pPr/>
              <a:t>‹#›</a:t>
            </a:fld>
            <a:endParaRPr lang="nl-NL"/>
          </a:p>
        </p:txBody>
      </p:sp>
      <p:sp>
        <p:nvSpPr>
          <p:cNvPr id="7" name="Text Placeholder 4">
            <a:extLst>
              <a:ext uri="{FF2B5EF4-FFF2-40B4-BE49-F238E27FC236}">
                <a16:creationId xmlns:a16="http://schemas.microsoft.com/office/drawing/2014/main" id="{D264420C-28D5-2ED9-E019-A5959141FB61}"/>
              </a:ext>
            </a:extLst>
          </p:cNvPr>
          <p:cNvSpPr>
            <a:spLocks noGrp="1"/>
          </p:cNvSpPr>
          <p:nvPr>
            <p:ph type="body" sz="quarter" idx="12"/>
          </p:nvPr>
        </p:nvSpPr>
        <p:spPr>
          <a:xfrm>
            <a:off x="381600" y="129568"/>
            <a:ext cx="145471" cy="228209"/>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Tree>
    <p:extLst>
      <p:ext uri="{BB962C8B-B14F-4D97-AF65-F5344CB8AC3E}">
        <p14:creationId xmlns:p14="http://schemas.microsoft.com/office/powerpoint/2010/main" val="77972115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Planning">
    <p:spTree>
      <p:nvGrpSpPr>
        <p:cNvPr id="1" name=""/>
        <p:cNvGrpSpPr/>
        <p:nvPr/>
      </p:nvGrpSpPr>
      <p:grpSpPr>
        <a:xfrm>
          <a:off x="0" y="0"/>
          <a:ext cx="0" cy="0"/>
          <a:chOff x="0" y="0"/>
          <a:chExt cx="0" cy="0"/>
        </a:xfrm>
      </p:grpSpPr>
      <p:sp>
        <p:nvSpPr>
          <p:cNvPr id="37" name="Afgeronde rechthoek 33">
            <a:extLst>
              <a:ext uri="{FF2B5EF4-FFF2-40B4-BE49-F238E27FC236}">
                <a16:creationId xmlns:a16="http://schemas.microsoft.com/office/drawing/2014/main" id="{9CF0A9CD-AB3A-D1A9-B7F0-17AF9635A5F8}"/>
              </a:ext>
            </a:extLst>
          </p:cNvPr>
          <p:cNvSpPr/>
          <p:nvPr userDrawn="1"/>
        </p:nvSpPr>
        <p:spPr>
          <a:xfrm>
            <a:off x="165968" y="4469787"/>
            <a:ext cx="11868832" cy="1921778"/>
          </a:xfrm>
          <a:prstGeom prst="roundRect">
            <a:avLst>
              <a:gd name="adj" fmla="val 6915"/>
            </a:avLst>
          </a:prstGeom>
          <a:gradFill>
            <a:gsLst>
              <a:gs pos="36000">
                <a:srgbClr val="1864FF">
                  <a:alpha val="0"/>
                </a:srgbClr>
              </a:gs>
              <a:gs pos="11000">
                <a:srgbClr val="1864FF">
                  <a:alpha val="7059"/>
                </a:srgbClr>
              </a:gs>
              <a:gs pos="0">
                <a:srgbClr val="1864FF">
                  <a:alpha val="30588"/>
                </a:srgbClr>
              </a:gs>
            </a:gsLst>
            <a:lin ang="45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62000" tIns="108000" rIns="108000" bIns="72000" rtlCol="0" anchor="t">
            <a:noAutofit/>
          </a:bodyPr>
          <a:lstStyle/>
          <a:p>
            <a:pPr>
              <a:spcAft>
                <a:spcPts val="600"/>
              </a:spcAft>
            </a:pPr>
            <a:r>
              <a:rPr lang="en-US" sz="1400" noProof="0">
                <a:solidFill>
                  <a:srgbClr val="FFFFFF"/>
                </a:solidFill>
                <a:latin typeface="Noir Pro Medium" pitchFamily="2" charset="0"/>
                <a:cs typeface="Calibri" panose="020F0502020204030204" pitchFamily="34" charset="0"/>
              </a:rPr>
              <a:t>Activities</a:t>
            </a:r>
          </a:p>
        </p:txBody>
      </p:sp>
      <p:sp>
        <p:nvSpPr>
          <p:cNvPr id="2" name="Title 1">
            <a:extLst>
              <a:ext uri="{FF2B5EF4-FFF2-40B4-BE49-F238E27FC236}">
                <a16:creationId xmlns:a16="http://schemas.microsoft.com/office/drawing/2014/main" id="{19BF52F5-EEDC-F6F5-613A-426261703BF1}"/>
              </a:ext>
            </a:extLst>
          </p:cNvPr>
          <p:cNvSpPr>
            <a:spLocks noGrp="1"/>
          </p:cNvSpPr>
          <p:nvPr>
            <p:ph type="title" hasCustomPrompt="1"/>
          </p:nvPr>
        </p:nvSpPr>
        <p:spPr/>
        <p:txBody>
          <a:bodyPr/>
          <a:lstStyle/>
          <a:p>
            <a:r>
              <a:rPr lang="en-US" dirty="0"/>
              <a:t>Insert key slide message (title)</a:t>
            </a:r>
          </a:p>
        </p:txBody>
      </p:sp>
      <p:sp>
        <p:nvSpPr>
          <p:cNvPr id="3" name="Slide Number Placeholder 2">
            <a:extLst>
              <a:ext uri="{FF2B5EF4-FFF2-40B4-BE49-F238E27FC236}">
                <a16:creationId xmlns:a16="http://schemas.microsoft.com/office/drawing/2014/main" id="{F7A471AE-9AF5-5C13-DFFB-EF305426B66F}"/>
              </a:ext>
            </a:extLst>
          </p:cNvPr>
          <p:cNvSpPr>
            <a:spLocks noGrp="1"/>
          </p:cNvSpPr>
          <p:nvPr>
            <p:ph type="sldNum" sz="quarter" idx="10"/>
          </p:nvPr>
        </p:nvSpPr>
        <p:spPr/>
        <p:txBody>
          <a:bodyPr/>
          <a:lstStyle/>
          <a:p>
            <a:fld id="{E242BD21-9B61-2246-BCB1-4BE5E1BEBE1C}" type="slidenum">
              <a:rPr lang="nl-NL" smtClean="0"/>
              <a:pPr/>
              <a:t>‹#›</a:t>
            </a:fld>
            <a:endParaRPr lang="nl-NL"/>
          </a:p>
        </p:txBody>
      </p:sp>
      <p:sp>
        <p:nvSpPr>
          <p:cNvPr id="4" name="Footer Placeholder 3">
            <a:extLst>
              <a:ext uri="{FF2B5EF4-FFF2-40B4-BE49-F238E27FC236}">
                <a16:creationId xmlns:a16="http://schemas.microsoft.com/office/drawing/2014/main" id="{B67C997E-DBF8-7A1B-5BC5-AD640A6F8DC5}"/>
              </a:ext>
            </a:extLst>
          </p:cNvPr>
          <p:cNvSpPr>
            <a:spLocks noGrp="1"/>
          </p:cNvSpPr>
          <p:nvPr>
            <p:ph type="ftr" sz="quarter" idx="11"/>
          </p:nvPr>
        </p:nvSpPr>
        <p:spPr/>
        <p:txBody>
          <a:bodyPr/>
          <a:lstStyle/>
          <a:p>
            <a:r>
              <a:rPr lang="nl-NL" err="1"/>
              <a:t>Confidential</a:t>
            </a:r>
            <a:endParaRPr lang="nl-NL"/>
          </a:p>
        </p:txBody>
      </p:sp>
      <p:cxnSp>
        <p:nvCxnSpPr>
          <p:cNvPr id="5" name="Rechte verbindingslijn 16">
            <a:extLst>
              <a:ext uri="{FF2B5EF4-FFF2-40B4-BE49-F238E27FC236}">
                <a16:creationId xmlns:a16="http://schemas.microsoft.com/office/drawing/2014/main" id="{A8595287-BE8A-9A27-31FB-AA691212F803}"/>
              </a:ext>
            </a:extLst>
          </p:cNvPr>
          <p:cNvCxnSpPr/>
          <p:nvPr userDrawn="1"/>
        </p:nvCxnSpPr>
        <p:spPr>
          <a:xfrm>
            <a:off x="154800" y="2073093"/>
            <a:ext cx="11832207" cy="0"/>
          </a:xfrm>
          <a:prstGeom prst="line">
            <a:avLst/>
          </a:prstGeom>
          <a:ln w="101600">
            <a:solidFill>
              <a:srgbClr val="A6A6A6">
                <a:alpha val="15294"/>
              </a:srgbClr>
            </a:solidFill>
            <a:prstDash val="solid"/>
          </a:ln>
        </p:spPr>
        <p:style>
          <a:lnRef idx="1">
            <a:schemeClr val="accent1"/>
          </a:lnRef>
          <a:fillRef idx="0">
            <a:schemeClr val="accent1"/>
          </a:fillRef>
          <a:effectRef idx="0">
            <a:schemeClr val="accent1"/>
          </a:effectRef>
          <a:fontRef idx="minor">
            <a:schemeClr val="tx1"/>
          </a:fontRef>
        </p:style>
      </p:cxnSp>
      <p:sp>
        <p:nvSpPr>
          <p:cNvPr id="10" name="Tekstvak 27">
            <a:extLst>
              <a:ext uri="{FF2B5EF4-FFF2-40B4-BE49-F238E27FC236}">
                <a16:creationId xmlns:a16="http://schemas.microsoft.com/office/drawing/2014/main" id="{088DE6B7-1968-5D18-E6BC-521A7652E26D}"/>
              </a:ext>
            </a:extLst>
          </p:cNvPr>
          <p:cNvSpPr txBox="1"/>
          <p:nvPr userDrawn="1"/>
        </p:nvSpPr>
        <p:spPr>
          <a:xfrm>
            <a:off x="10992425" y="1654806"/>
            <a:ext cx="1107309" cy="365091"/>
          </a:xfrm>
          <a:prstGeom prst="rect">
            <a:avLst/>
          </a:prstGeom>
          <a:solidFill>
            <a:schemeClr val="tx2"/>
          </a:solidFill>
          <a:effectLst>
            <a:outerShdw dist="101600" dir="5400000" algn="t" rotWithShape="0">
              <a:srgbClr val="545972"/>
            </a:outerShdw>
          </a:effectLst>
        </p:spPr>
        <p:txBody>
          <a:bodyPr wrap="none" lIns="144000" rIns="216000" bIns="72000" rtlCol="0" anchor="b">
            <a:spAutoFit/>
          </a:bodyPr>
          <a:lstStyle/>
          <a:p>
            <a:pPr algn="l"/>
            <a:r>
              <a:rPr lang="en-US" sz="1600" b="1" dirty="0">
                <a:solidFill>
                  <a:srgbClr val="545972"/>
                </a:solidFill>
                <a:latin typeface="Noir Pro Semi Bold" pitchFamily="2" charset="0"/>
              </a:rPr>
              <a:t>Beyond</a:t>
            </a:r>
          </a:p>
        </p:txBody>
      </p:sp>
      <p:sp>
        <p:nvSpPr>
          <p:cNvPr id="14" name="Afgeronde rechthoek 34">
            <a:extLst>
              <a:ext uri="{FF2B5EF4-FFF2-40B4-BE49-F238E27FC236}">
                <a16:creationId xmlns:a16="http://schemas.microsoft.com/office/drawing/2014/main" id="{6D188119-7583-97F8-D4A7-3A3B8B8BB7DE}"/>
              </a:ext>
            </a:extLst>
          </p:cNvPr>
          <p:cNvSpPr/>
          <p:nvPr userDrawn="1"/>
        </p:nvSpPr>
        <p:spPr>
          <a:xfrm>
            <a:off x="165968" y="2123231"/>
            <a:ext cx="11868832" cy="1254345"/>
          </a:xfrm>
          <a:prstGeom prst="roundRect">
            <a:avLst>
              <a:gd name="adj" fmla="val 12806"/>
            </a:avLst>
          </a:prstGeom>
          <a:no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62000" tIns="108000" rIns="108000" bIns="72000" rtlCol="0" anchor="t">
            <a:noAutofit/>
          </a:bodyPr>
          <a:lstStyle/>
          <a:p>
            <a:pPr>
              <a:spcAft>
                <a:spcPts val="600"/>
              </a:spcAft>
            </a:pPr>
            <a:r>
              <a:rPr lang="en-US" sz="1400" noProof="0" dirty="0">
                <a:solidFill>
                  <a:srgbClr val="FFFFFF"/>
                </a:solidFill>
                <a:latin typeface="Noir Pro Medium" pitchFamily="2" charset="0"/>
                <a:cs typeface="Calibri" panose="020F0502020204030204" pitchFamily="34" charset="0"/>
              </a:rPr>
              <a:t>Sessions</a:t>
            </a:r>
          </a:p>
        </p:txBody>
      </p:sp>
      <p:sp>
        <p:nvSpPr>
          <p:cNvPr id="23" name="Rechthoek 1">
            <a:extLst>
              <a:ext uri="{FF2B5EF4-FFF2-40B4-BE49-F238E27FC236}">
                <a16:creationId xmlns:a16="http://schemas.microsoft.com/office/drawing/2014/main" id="{AE49D331-55A0-2A2A-7AD4-CE34EB1C3445}"/>
              </a:ext>
            </a:extLst>
          </p:cNvPr>
          <p:cNvSpPr/>
          <p:nvPr userDrawn="1"/>
        </p:nvSpPr>
        <p:spPr>
          <a:xfrm>
            <a:off x="11485302" y="1955801"/>
            <a:ext cx="683632" cy="231924"/>
          </a:xfrm>
          <a:prstGeom prst="rect">
            <a:avLst/>
          </a:prstGeom>
          <a:gradFill>
            <a:gsLst>
              <a:gs pos="5000">
                <a:schemeClr val="tx2">
                  <a:alpha val="0"/>
                </a:schemeClr>
              </a:gs>
              <a:gs pos="85000">
                <a:schemeClr val="tx2"/>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30" name="Text Placeholder 4">
            <a:extLst>
              <a:ext uri="{FF2B5EF4-FFF2-40B4-BE49-F238E27FC236}">
                <a16:creationId xmlns:a16="http://schemas.microsoft.com/office/drawing/2014/main" id="{3F0945A4-1770-AF3E-2D64-0726376829BF}"/>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1" name="Text Placeholder 2">
            <a:extLst>
              <a:ext uri="{FF2B5EF4-FFF2-40B4-BE49-F238E27FC236}">
                <a16:creationId xmlns:a16="http://schemas.microsoft.com/office/drawing/2014/main" id="{61C638AF-23D5-31B4-9340-0CDDB46DCA5C}"/>
              </a:ext>
            </a:extLst>
          </p:cNvPr>
          <p:cNvSpPr>
            <a:spLocks noGrp="1"/>
          </p:cNvSpPr>
          <p:nvPr>
            <p:ph type="body" sz="quarter" idx="26" hasCustomPrompt="1"/>
          </p:nvPr>
        </p:nvSpPr>
        <p:spPr>
          <a:xfrm>
            <a:off x="1781418" y="1637942"/>
            <a:ext cx="2156400" cy="381955"/>
          </a:xfrm>
          <a:prstGeom prst="rect">
            <a:avLst/>
          </a:prstGeom>
          <a:solidFill>
            <a:schemeClr val="tx2"/>
          </a:solidFill>
          <a:effectLst>
            <a:outerShdw dist="101600" dir="5400000" algn="t" rotWithShape="0">
              <a:srgbClr val="F8C716"/>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FFFFFF"/>
                </a:solidFill>
                <a:latin typeface="Noir Pro Semi Bold" pitchFamily="2" charset="0"/>
              </a:defRPr>
            </a:lvl1pPr>
          </a:lstStyle>
          <a:p>
            <a:pPr lvl="0"/>
            <a:r>
              <a:rPr lang="en-US" dirty="0"/>
              <a:t>Insert phase name</a:t>
            </a:r>
          </a:p>
        </p:txBody>
      </p:sp>
      <p:sp>
        <p:nvSpPr>
          <p:cNvPr id="32" name="Text Placeholder 2">
            <a:extLst>
              <a:ext uri="{FF2B5EF4-FFF2-40B4-BE49-F238E27FC236}">
                <a16:creationId xmlns:a16="http://schemas.microsoft.com/office/drawing/2014/main" id="{FDA4BF5A-F150-6009-1629-CBF6C0CF0509}"/>
              </a:ext>
            </a:extLst>
          </p:cNvPr>
          <p:cNvSpPr>
            <a:spLocks noGrp="1"/>
          </p:cNvSpPr>
          <p:nvPr>
            <p:ph type="body" sz="quarter" idx="31" hasCustomPrompt="1"/>
          </p:nvPr>
        </p:nvSpPr>
        <p:spPr>
          <a:xfrm>
            <a:off x="4084169" y="1637942"/>
            <a:ext cx="2156400" cy="381955"/>
          </a:xfrm>
          <a:prstGeom prst="rect">
            <a:avLst/>
          </a:prstGeom>
          <a:solidFill>
            <a:schemeClr val="tx2"/>
          </a:solidFill>
          <a:effectLst>
            <a:outerShdw dist="101600" dir="5400000" algn="t" rotWithShape="0">
              <a:srgbClr val="E99E1B"/>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FFFFFF"/>
                </a:solidFill>
                <a:latin typeface="Noir Pro Semi Bold" pitchFamily="2" charset="0"/>
              </a:defRPr>
            </a:lvl1pPr>
          </a:lstStyle>
          <a:p>
            <a:pPr lvl="0"/>
            <a:r>
              <a:rPr lang="en-US" dirty="0"/>
              <a:t>Insert phase name</a:t>
            </a:r>
          </a:p>
        </p:txBody>
      </p:sp>
      <p:sp>
        <p:nvSpPr>
          <p:cNvPr id="33" name="Text Placeholder 2">
            <a:extLst>
              <a:ext uri="{FF2B5EF4-FFF2-40B4-BE49-F238E27FC236}">
                <a16:creationId xmlns:a16="http://schemas.microsoft.com/office/drawing/2014/main" id="{C83F4B11-4346-F8F3-4F81-916E4D05DE17}"/>
              </a:ext>
            </a:extLst>
          </p:cNvPr>
          <p:cNvSpPr>
            <a:spLocks noGrp="1"/>
          </p:cNvSpPr>
          <p:nvPr>
            <p:ph type="body" sz="quarter" idx="33" hasCustomPrompt="1"/>
          </p:nvPr>
        </p:nvSpPr>
        <p:spPr>
          <a:xfrm>
            <a:off x="6386921" y="1637942"/>
            <a:ext cx="2156400" cy="381955"/>
          </a:xfrm>
          <a:prstGeom prst="rect">
            <a:avLst/>
          </a:prstGeom>
          <a:solidFill>
            <a:schemeClr val="tx2"/>
          </a:solidFill>
          <a:effectLst>
            <a:outerShdw dist="101600" dir="5400000" algn="t" rotWithShape="0">
              <a:srgbClr val="E98425"/>
            </a:outerShdw>
          </a:effectLst>
        </p:spPr>
        <p:txBody>
          <a:bodyPr wrap="square" lIns="144000" rIns="108000" bIns="72000" rtlCol="0" anchor="b">
            <a:spAutoFit/>
          </a:bodyPr>
          <a:lstStyle>
            <a:lvl1pPr marL="0" indent="0">
              <a:buFont typeface="Arial" panose="020B0604020202020204" pitchFamily="34" charset="0"/>
              <a:buNone/>
              <a:defRPr lang="en-US" b="1" dirty="0">
                <a:solidFill>
                  <a:srgbClr val="FFFFFF"/>
                </a:solidFill>
                <a:latin typeface="Noir Pro Semi Bold" pitchFamily="2" charset="0"/>
              </a:defRPr>
            </a:lvl1pPr>
          </a:lstStyle>
          <a:p>
            <a:pPr lvl="0"/>
            <a:r>
              <a:rPr lang="en-US" dirty="0"/>
              <a:t>Insert phase name</a:t>
            </a:r>
          </a:p>
        </p:txBody>
      </p:sp>
      <p:sp>
        <p:nvSpPr>
          <p:cNvPr id="34" name="Text Placeholder 2">
            <a:extLst>
              <a:ext uri="{FF2B5EF4-FFF2-40B4-BE49-F238E27FC236}">
                <a16:creationId xmlns:a16="http://schemas.microsoft.com/office/drawing/2014/main" id="{691994D4-EA70-9B12-7EEA-AEC182BD0195}"/>
              </a:ext>
            </a:extLst>
          </p:cNvPr>
          <p:cNvSpPr>
            <a:spLocks noGrp="1"/>
          </p:cNvSpPr>
          <p:nvPr>
            <p:ph type="body" sz="quarter" idx="35" hasCustomPrompt="1"/>
          </p:nvPr>
        </p:nvSpPr>
        <p:spPr>
          <a:xfrm>
            <a:off x="8689673" y="1637942"/>
            <a:ext cx="2156400" cy="381955"/>
          </a:xfrm>
          <a:prstGeom prst="rect">
            <a:avLst/>
          </a:prstGeom>
          <a:solidFill>
            <a:schemeClr val="tx2"/>
          </a:solidFill>
          <a:effectLst>
            <a:outerShdw dist="101600" dir="5400000" algn="t" rotWithShape="0">
              <a:srgbClr val="1864FF"/>
            </a:outerShdw>
          </a:effectLst>
        </p:spPr>
        <p:txBody>
          <a:bodyPr wrap="square" lIns="144000" rIns="108000" bIns="72000" rtlCol="0" anchor="b">
            <a:spAutoFit/>
          </a:bodyPr>
          <a:lstStyle>
            <a:lvl1pPr marL="0" indent="0">
              <a:buNone/>
              <a:defRPr lang="en-US" b="1" dirty="0">
                <a:solidFill>
                  <a:srgbClr val="FFFFFF"/>
                </a:solidFill>
                <a:latin typeface="Noir Pro Semi Bold" pitchFamily="2" charset="0"/>
              </a:defRPr>
            </a:lvl1pPr>
          </a:lstStyle>
          <a:p>
            <a:pPr lvl="0"/>
            <a:r>
              <a:rPr lang="en-US" dirty="0"/>
              <a:t>Insert phase name</a:t>
            </a:r>
          </a:p>
        </p:txBody>
      </p:sp>
      <p:sp>
        <p:nvSpPr>
          <p:cNvPr id="36" name="Triangle 226">
            <a:extLst>
              <a:ext uri="{FF2B5EF4-FFF2-40B4-BE49-F238E27FC236}">
                <a16:creationId xmlns:a16="http://schemas.microsoft.com/office/drawing/2014/main" id="{8A3A0914-E464-C26F-6615-ACBAC1F0A77D}"/>
              </a:ext>
            </a:extLst>
          </p:cNvPr>
          <p:cNvSpPr/>
          <p:nvPr userDrawn="1"/>
        </p:nvSpPr>
        <p:spPr>
          <a:xfrm rot="5400000" flipH="1">
            <a:off x="11917995" y="1792467"/>
            <a:ext cx="112623" cy="79252"/>
          </a:xfrm>
          <a:prstGeom prst="triangle">
            <a:avLst/>
          </a:prstGeom>
          <a:solidFill>
            <a:srgbClr val="54597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3C9263F1-98AC-0AAC-2561-679B57A18BCB}"/>
              </a:ext>
            </a:extLst>
          </p:cNvPr>
          <p:cNvSpPr txBox="1"/>
          <p:nvPr userDrawn="1"/>
        </p:nvSpPr>
        <p:spPr>
          <a:xfrm>
            <a:off x="2582332" y="6432735"/>
            <a:ext cx="7653867" cy="320257"/>
          </a:xfrm>
          <a:prstGeom prst="rect">
            <a:avLst/>
          </a:prstGeom>
          <a:noFill/>
        </p:spPr>
        <p:txBody>
          <a:bodyPr wrap="square" lIns="216000" tIns="72000" bIns="108000" rtlCol="0" anchor="b">
            <a:spAutoFit/>
          </a:bodyPr>
          <a:lstStyle/>
          <a:p>
            <a:pPr marL="0" marR="0" lvl="0" indent="0" algn="l" defTabSz="914400" rtl="0" eaLnBrk="1" fontAlgn="b" latinLnBrk="0" hangingPunct="1">
              <a:lnSpc>
                <a:spcPct val="100000"/>
              </a:lnSpc>
              <a:spcBef>
                <a:spcPts val="0"/>
              </a:spcBef>
              <a:spcAft>
                <a:spcPts val="0"/>
              </a:spcAft>
              <a:buClrTx/>
              <a:buSzTx/>
              <a:buFontTx/>
              <a:buNone/>
              <a:tabLst/>
              <a:defRPr/>
            </a:pPr>
            <a:r>
              <a:rPr kumimoji="0" lang="en-US" altLang="zh-CN" sz="900" b="1" i="0" u="none" strike="noStrike" kern="1200" cap="none" spc="0" normalizeH="0" baseline="0" noProof="0" dirty="0">
                <a:ln>
                  <a:noFill/>
                </a:ln>
                <a:solidFill>
                  <a:schemeClr val="bg1"/>
                </a:solidFill>
                <a:effectLst/>
                <a:uLnTx/>
                <a:uFillTx/>
                <a:latin typeface="Azeret Mono" pitchFamily="2" charset="77"/>
                <a:ea typeface="宋体" panose="02010600030101010101" pitchFamily="2" charset="-122"/>
                <a:cs typeface="Azeret Mono" pitchFamily="2" charset="77"/>
              </a:rPr>
              <a:t>Legend:</a:t>
            </a:r>
            <a:r>
              <a:rPr kumimoji="0" lang="en-US" altLang="zh-CN" sz="900" b="0" i="0" u="none" strike="noStrike" kern="1200" cap="none" spc="0" normalizeH="0" baseline="0" noProof="0" dirty="0">
                <a:ln>
                  <a:noFill/>
                </a:ln>
                <a:solidFill>
                  <a:schemeClr val="bg1"/>
                </a:solidFill>
                <a:effectLst/>
                <a:uLnTx/>
                <a:uFillTx/>
                <a:latin typeface="Azeret Mono" pitchFamily="2" charset="77"/>
                <a:ea typeface="宋体" panose="02010600030101010101" pitchFamily="2" charset="-122"/>
                <a:cs typeface="Azeret Mono" pitchFamily="2" charset="77"/>
              </a:rPr>
              <a:t>   </a:t>
            </a:r>
            <a:r>
              <a:rPr kumimoji="0" lang="en-US" sz="900" b="0" i="0" u="none" strike="noStrike" kern="1200" cap="none" spc="0" normalizeH="0" baseline="0" noProof="0" dirty="0">
                <a:ln>
                  <a:noFill/>
                </a:ln>
                <a:solidFill>
                  <a:srgbClr val="F8C716"/>
                </a:solidFill>
                <a:effectLst/>
                <a:uLnTx/>
                <a:uFillTx/>
                <a:latin typeface="Azeret Mono" pitchFamily="2" charset="77"/>
                <a:ea typeface="+mn-ea"/>
                <a:cs typeface="Azeret Mono" pitchFamily="2" charset="77"/>
              </a:rPr>
              <a:t>⬤</a:t>
            </a:r>
            <a:r>
              <a:rPr kumimoji="0" lang="en-US" sz="900" b="0" i="0" u="none" strike="noStrike" kern="1200" cap="none" spc="0" normalizeH="0" baseline="0" noProof="0" dirty="0">
                <a:ln>
                  <a:noFill/>
                </a:ln>
                <a:solidFill>
                  <a:schemeClr val="bg1"/>
                </a:solidFill>
                <a:effectLst/>
                <a:uLnTx/>
                <a:uFillTx/>
                <a:latin typeface="Azeret Mono" pitchFamily="2" charset="77"/>
                <a:ea typeface="+mn-ea"/>
                <a:cs typeface="Azeret Mono" pitchFamily="2" charset="77"/>
              </a:rPr>
              <a:t> Session   </a:t>
            </a:r>
            <a:r>
              <a:rPr kumimoji="0" lang="en-US" sz="900" b="0" i="0" u="none" strike="noStrike" kern="1200" cap="none" spc="0" normalizeH="0" baseline="0" noProof="0" dirty="0">
                <a:ln>
                  <a:noFill/>
                </a:ln>
                <a:solidFill>
                  <a:srgbClr val="1864FF"/>
                </a:solidFill>
                <a:effectLst/>
                <a:uLnTx/>
                <a:uFillTx/>
                <a:latin typeface="Azeret Mono" pitchFamily="2" charset="77"/>
                <a:ea typeface="+mn-ea"/>
                <a:cs typeface="Azeret Mono" pitchFamily="2" charset="77"/>
              </a:rPr>
              <a:t>⬤</a:t>
            </a:r>
            <a:r>
              <a:rPr kumimoji="0" lang="en-US" sz="900" b="0" i="0" u="none" strike="noStrike" kern="1200" cap="none" spc="0" normalizeH="0" baseline="0" noProof="0" dirty="0">
                <a:ln>
                  <a:noFill/>
                </a:ln>
                <a:solidFill>
                  <a:schemeClr val="bg1"/>
                </a:solidFill>
                <a:effectLst/>
                <a:uLnTx/>
                <a:uFillTx/>
                <a:latin typeface="Azeret Mono" pitchFamily="2" charset="77"/>
                <a:ea typeface="+mn-ea"/>
                <a:cs typeface="Azeret Mono" pitchFamily="2" charset="77"/>
              </a:rPr>
              <a:t> Session with deliverable   </a:t>
            </a:r>
            <a:r>
              <a:rPr kumimoji="0" lang="en-US" sz="900" b="0" i="0" u="none" strike="noStrike" kern="1200" cap="none" spc="0" normalizeH="0" baseline="0" noProof="0" dirty="0">
                <a:ln>
                  <a:noFill/>
                </a:ln>
                <a:solidFill>
                  <a:srgbClr val="1641A2"/>
                </a:solidFill>
                <a:effectLst/>
                <a:uLnTx/>
                <a:uFillTx/>
                <a:latin typeface="Azeret Mono" pitchFamily="2" charset="77"/>
                <a:ea typeface="+mn-ea"/>
                <a:cs typeface="Azeret Mono" pitchFamily="2" charset="77"/>
              </a:rPr>
              <a:t>⬤</a:t>
            </a:r>
            <a:r>
              <a:rPr kumimoji="0" lang="en-US" sz="900" b="0" i="0" u="none" strike="noStrike" kern="1200" cap="none" spc="0" normalizeH="0" baseline="0" noProof="0" dirty="0">
                <a:ln>
                  <a:noFill/>
                </a:ln>
                <a:solidFill>
                  <a:schemeClr val="bg1"/>
                </a:solidFill>
                <a:effectLst/>
                <a:uLnTx/>
                <a:uFillTx/>
                <a:latin typeface="Azeret Mono" pitchFamily="2" charset="77"/>
                <a:ea typeface="+mn-ea"/>
                <a:cs typeface="Azeret Mono" pitchFamily="2" charset="77"/>
              </a:rPr>
              <a:t> Activity</a:t>
            </a:r>
          </a:p>
        </p:txBody>
      </p:sp>
      <p:sp>
        <p:nvSpPr>
          <p:cNvPr id="42" name="Text Placeholder 39">
            <a:extLst>
              <a:ext uri="{FF2B5EF4-FFF2-40B4-BE49-F238E27FC236}">
                <a16:creationId xmlns:a16="http://schemas.microsoft.com/office/drawing/2014/main" id="{CD5AB9AF-EEE3-903B-7D14-82DEA156D443}"/>
              </a:ext>
            </a:extLst>
          </p:cNvPr>
          <p:cNvSpPr>
            <a:spLocks noGrp="1"/>
          </p:cNvSpPr>
          <p:nvPr>
            <p:ph type="body" sz="quarter" idx="38" hasCustomPrompt="1"/>
          </p:nvPr>
        </p:nvSpPr>
        <p:spPr>
          <a:xfrm>
            <a:off x="1781417"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00000"/>
                </a:solidFill>
                <a:cs typeface="Azeret Mono" pitchFamily="2" charset="77"/>
              </a:defRPr>
            </a:lvl1pPr>
          </a:lstStyle>
          <a:p>
            <a:pPr lvl="0"/>
            <a:r>
              <a:rPr lang="en-US" dirty="0"/>
              <a:t>Insert session name + date (on new line, non-bold) </a:t>
            </a:r>
          </a:p>
        </p:txBody>
      </p:sp>
      <p:sp>
        <p:nvSpPr>
          <p:cNvPr id="43" name="Text Placeholder 39">
            <a:extLst>
              <a:ext uri="{FF2B5EF4-FFF2-40B4-BE49-F238E27FC236}">
                <a16:creationId xmlns:a16="http://schemas.microsoft.com/office/drawing/2014/main" id="{8DB08D15-F645-6C28-B74C-E721A676D14B}"/>
              </a:ext>
            </a:extLst>
          </p:cNvPr>
          <p:cNvSpPr>
            <a:spLocks noGrp="1"/>
          </p:cNvSpPr>
          <p:nvPr>
            <p:ph type="body" sz="quarter" idx="39" hasCustomPrompt="1"/>
          </p:nvPr>
        </p:nvSpPr>
        <p:spPr>
          <a:xfrm>
            <a:off x="4084169"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00000"/>
                </a:solidFill>
                <a:cs typeface="Azeret Mono" pitchFamily="2" charset="77"/>
              </a:defRPr>
            </a:lvl1pPr>
          </a:lstStyle>
          <a:p>
            <a:pPr lvl="0"/>
            <a:r>
              <a:rPr lang="en-US" dirty="0"/>
              <a:t>Insert session name + date (on new line, non-bold) </a:t>
            </a:r>
          </a:p>
        </p:txBody>
      </p:sp>
      <p:sp>
        <p:nvSpPr>
          <p:cNvPr id="44" name="Text Placeholder 39">
            <a:extLst>
              <a:ext uri="{FF2B5EF4-FFF2-40B4-BE49-F238E27FC236}">
                <a16:creationId xmlns:a16="http://schemas.microsoft.com/office/drawing/2014/main" id="{54D3DFF2-9654-0DAF-05ED-A664CB699B5E}"/>
              </a:ext>
            </a:extLst>
          </p:cNvPr>
          <p:cNvSpPr>
            <a:spLocks noGrp="1"/>
          </p:cNvSpPr>
          <p:nvPr>
            <p:ph type="body" sz="quarter" idx="40" hasCustomPrompt="1"/>
          </p:nvPr>
        </p:nvSpPr>
        <p:spPr>
          <a:xfrm>
            <a:off x="6386921" y="2314761"/>
            <a:ext cx="2156401" cy="602687"/>
          </a:xfrm>
          <a:prstGeom prst="roundRect">
            <a:avLst>
              <a:gd name="adj" fmla="val 14666"/>
            </a:avLst>
          </a:prstGeom>
          <a:gradFill>
            <a:gsLst>
              <a:gs pos="3000">
                <a:srgbClr val="E88C36"/>
              </a:gs>
              <a:gs pos="20000">
                <a:srgbClr val="F8C716"/>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None/>
              <a:defRPr lang="en-US" sz="1200" b="1" dirty="0">
                <a:solidFill>
                  <a:srgbClr val="000000"/>
                </a:solidFill>
                <a:cs typeface="Azeret Mono" pitchFamily="2" charset="77"/>
              </a:defRPr>
            </a:lvl1pPr>
          </a:lstStyle>
          <a:p>
            <a:pPr lvl="0"/>
            <a:r>
              <a:rPr lang="en-US" dirty="0"/>
              <a:t>Insert session name + date (on new line, non-bold) </a:t>
            </a:r>
          </a:p>
        </p:txBody>
      </p:sp>
      <p:sp>
        <p:nvSpPr>
          <p:cNvPr id="45" name="Text Placeholder 39">
            <a:extLst>
              <a:ext uri="{FF2B5EF4-FFF2-40B4-BE49-F238E27FC236}">
                <a16:creationId xmlns:a16="http://schemas.microsoft.com/office/drawing/2014/main" id="{D6FA5E9B-00A5-2927-06FC-890CBF6691A1}"/>
              </a:ext>
            </a:extLst>
          </p:cNvPr>
          <p:cNvSpPr>
            <a:spLocks noGrp="1"/>
          </p:cNvSpPr>
          <p:nvPr>
            <p:ph type="body" sz="quarter" idx="41" hasCustomPrompt="1"/>
          </p:nvPr>
        </p:nvSpPr>
        <p:spPr>
          <a:xfrm>
            <a:off x="8689673" y="2314761"/>
            <a:ext cx="2156401" cy="602687"/>
          </a:xfrm>
          <a:prstGeom prst="roundRect">
            <a:avLst>
              <a:gd name="adj" fmla="val 14666"/>
            </a:avLst>
          </a:prstGeom>
          <a:gradFill>
            <a:gsLst>
              <a:gs pos="2000">
                <a:srgbClr val="0045D1"/>
              </a:gs>
              <a:gs pos="17000">
                <a:srgbClr val="1864FF"/>
              </a:gs>
            </a:gsLst>
            <a:lin ang="2700000" scaled="0"/>
          </a:gra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b="1" dirty="0">
                <a:solidFill>
                  <a:schemeClr val="bg1"/>
                </a:solidFill>
                <a:cs typeface="Azeret Mono" pitchFamily="2" charset="77"/>
              </a:defRPr>
            </a:lvl1pPr>
          </a:lstStyle>
          <a:p>
            <a:pPr lvl="0"/>
            <a:r>
              <a:rPr lang="en-US" dirty="0"/>
              <a:t>Insert session name + date (on new line, non-bold) </a:t>
            </a:r>
          </a:p>
        </p:txBody>
      </p:sp>
      <p:sp>
        <p:nvSpPr>
          <p:cNvPr id="47" name="Text Placeholder 39">
            <a:extLst>
              <a:ext uri="{FF2B5EF4-FFF2-40B4-BE49-F238E27FC236}">
                <a16:creationId xmlns:a16="http://schemas.microsoft.com/office/drawing/2014/main" id="{032673FC-82E6-C8BC-E912-492D6F234CF9}"/>
              </a:ext>
            </a:extLst>
          </p:cNvPr>
          <p:cNvSpPr>
            <a:spLocks noGrp="1"/>
          </p:cNvSpPr>
          <p:nvPr>
            <p:ph type="body" sz="quarter" idx="43" hasCustomPrompt="1"/>
          </p:nvPr>
        </p:nvSpPr>
        <p:spPr>
          <a:xfrm>
            <a:off x="1781416" y="4657854"/>
            <a:ext cx="2156401" cy="397140"/>
          </a:xfrm>
          <a:prstGeom prst="roundRect">
            <a:avLst>
              <a:gd name="adj" fmla="val 23892"/>
            </a:avLst>
          </a:prstGeom>
          <a:solidFill>
            <a:srgbClr val="1864FF">
              <a:alpha val="49804"/>
            </a:srgbClr>
          </a:soli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dirty="0">
                <a:solidFill>
                  <a:srgbClr val="FFFFFF"/>
                </a:solidFill>
                <a:cs typeface="Azeret Mono" pitchFamily="2" charset="77"/>
              </a:defRPr>
            </a:lvl1pPr>
          </a:lstStyle>
          <a:p>
            <a:pPr lvl="0"/>
            <a:r>
              <a:rPr lang="en-US" dirty="0"/>
              <a:t>Insert activity description</a:t>
            </a:r>
          </a:p>
        </p:txBody>
      </p:sp>
      <p:sp>
        <p:nvSpPr>
          <p:cNvPr id="49" name="Text Placeholder 39">
            <a:extLst>
              <a:ext uri="{FF2B5EF4-FFF2-40B4-BE49-F238E27FC236}">
                <a16:creationId xmlns:a16="http://schemas.microsoft.com/office/drawing/2014/main" id="{59A429C3-C6D7-9146-2FCC-357D683E7828}"/>
              </a:ext>
            </a:extLst>
          </p:cNvPr>
          <p:cNvSpPr>
            <a:spLocks noGrp="1"/>
          </p:cNvSpPr>
          <p:nvPr>
            <p:ph type="body" sz="quarter" idx="44" hasCustomPrompt="1"/>
          </p:nvPr>
        </p:nvSpPr>
        <p:spPr>
          <a:xfrm>
            <a:off x="4084168" y="4657854"/>
            <a:ext cx="2156401" cy="397140"/>
          </a:xfrm>
          <a:prstGeom prst="roundRect">
            <a:avLst>
              <a:gd name="adj" fmla="val 23892"/>
            </a:avLst>
          </a:prstGeom>
          <a:solidFill>
            <a:srgbClr val="1864FF">
              <a:alpha val="49804"/>
            </a:srgbClr>
          </a:solidFill>
          <a:ln w="19050">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72000" rtlCol="0" anchor="t">
            <a:spAutoFit/>
          </a:bodyPr>
          <a:lstStyle>
            <a:lvl1pPr marL="0" indent="0">
              <a:buFont typeface="Arial" panose="020B0604020202020204" pitchFamily="34" charset="0"/>
              <a:buNone/>
              <a:defRPr lang="en-US" sz="1200" dirty="0">
                <a:solidFill>
                  <a:srgbClr val="FFFFFF"/>
                </a:solidFill>
                <a:cs typeface="Azeret Mono" pitchFamily="2" charset="77"/>
              </a:defRPr>
            </a:lvl1pPr>
          </a:lstStyle>
          <a:p>
            <a:pPr lvl="0"/>
            <a:r>
              <a:rPr lang="en-US" dirty="0"/>
              <a:t>Insert activity description</a:t>
            </a:r>
          </a:p>
        </p:txBody>
      </p:sp>
    </p:spTree>
    <p:extLst>
      <p:ext uri="{BB962C8B-B14F-4D97-AF65-F5344CB8AC3E}">
        <p14:creationId xmlns:p14="http://schemas.microsoft.com/office/powerpoint/2010/main" val="29083038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Metric overview">
    <p:spTree>
      <p:nvGrpSpPr>
        <p:cNvPr id="1" name=""/>
        <p:cNvGrpSpPr/>
        <p:nvPr/>
      </p:nvGrpSpPr>
      <p:grpSpPr>
        <a:xfrm>
          <a:off x="0" y="0"/>
          <a:ext cx="0" cy="0"/>
          <a:chOff x="0" y="0"/>
          <a:chExt cx="0" cy="0"/>
        </a:xfrm>
      </p:grpSpPr>
      <p:sp>
        <p:nvSpPr>
          <p:cNvPr id="2" name="Rechthoek 1">
            <a:extLst>
              <a:ext uri="{FF2B5EF4-FFF2-40B4-BE49-F238E27FC236}">
                <a16:creationId xmlns:a16="http://schemas.microsoft.com/office/drawing/2014/main" id="{C88525C7-1AA7-0CB5-6341-1A5FEEF71177}"/>
              </a:ext>
            </a:extLst>
          </p:cNvPr>
          <p:cNvSpPr/>
          <p:nvPr userDrawn="1"/>
        </p:nvSpPr>
        <p:spPr>
          <a:xfrm>
            <a:off x="154800" y="5677099"/>
            <a:ext cx="4021567" cy="712944"/>
          </a:xfrm>
          <a:prstGeom prst="rect">
            <a:avLst/>
          </a:prstGeom>
          <a:gradFill>
            <a:gsLst>
              <a:gs pos="100000">
                <a:srgbClr val="0045D1"/>
              </a:gs>
              <a:gs pos="73000">
                <a:srgbClr val="1864FF"/>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3074400" y="5860800"/>
            <a:ext cx="975600" cy="334800"/>
          </a:xfrm>
          <a:prstGeom prst="rect">
            <a:avLst/>
          </a:prstGeom>
        </p:spPr>
        <p:txBody>
          <a:bodyPr vert="horz" lIns="0" tIns="36000" rIns="0" bIns="45720" rtlCol="0" anchor="ctr">
            <a:noAutofit/>
          </a:bodyPr>
          <a:lstStyle>
            <a:lvl1pPr marL="0" indent="0">
              <a:buNone/>
              <a:defRPr lang="en-US" sz="1800" b="0" i="0" dirty="0">
                <a:solidFill>
                  <a:srgbClr val="FFFFFF"/>
                </a:solidFill>
                <a:latin typeface="Sigsterren" pitchFamily="2" charset="0"/>
              </a:defRPr>
            </a:lvl1pPr>
          </a:lstStyle>
          <a:p>
            <a:pPr marL="285750" lvl="0" indent="-285750" algn="ctr">
              <a:lnSpc>
                <a:spcPct val="60000"/>
              </a:lnSpc>
              <a:spcAft>
                <a:spcPts val="0"/>
              </a:spcAft>
            </a:pPr>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2674800" y="5860800"/>
            <a:ext cx="385200" cy="334800"/>
          </a:xfrm>
          <a:prstGeom prst="rect">
            <a:avLst/>
          </a:prstGeom>
        </p:spPr>
        <p:txBody>
          <a:bodyPr vert="horz" lIns="0" tIns="45720" rIns="0" bIns="45720" rtlCol="0" anchor="ctr">
            <a:noAutofit/>
          </a:bodyPr>
          <a:lstStyle>
            <a:lvl1pPr marL="0" indent="0">
              <a:buNone/>
              <a:defRPr lang="en-US" sz="1800" b="0" i="0" dirty="0">
                <a:solidFill>
                  <a:srgbClr val="FFFFFF"/>
                </a:solidFill>
                <a:latin typeface="Noir Pro Medium" pitchFamily="2" charset="0"/>
              </a:defRPr>
            </a:lvl1pPr>
          </a:lstStyle>
          <a:p>
            <a:pPr marL="285750" lvl="0" indent="-285750" algn="ctr"/>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259200" y="5860800"/>
            <a:ext cx="2397600" cy="334800"/>
          </a:xfrm>
          <a:prstGeom prst="rect">
            <a:avLst/>
          </a:prstGeom>
        </p:spPr>
        <p:txBody>
          <a:bodyPr vert="horz" lIns="108000" tIns="45720" rIns="0" bIns="45720" rtlCol="0" anchor="ctr">
            <a:normAutofit/>
          </a:bodyPr>
          <a:lstStyle>
            <a:lvl1pPr marL="0" indent="0">
              <a:buNone/>
              <a:defRPr lang="en-US" sz="1400" b="0" i="0" dirty="0">
                <a:solidFill>
                  <a:srgbClr val="FFFFFF"/>
                </a:solidFill>
                <a:latin typeface="Noir Pro Medium" pitchFamily="2" charset="0"/>
              </a:defRPr>
            </a:lvl1pPr>
          </a:lstStyle>
          <a:p>
            <a:pPr marL="285750" lvl="0" indent="-285750"/>
            <a:r>
              <a:rPr lang="en-US" dirty="0"/>
              <a:t>Insert metric name</a:t>
            </a:r>
          </a:p>
        </p:txBody>
      </p: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2634078" y="6907427"/>
            <a:ext cx="466644" cy="134391"/>
          </a:xfrm>
          <a:prstGeom prst="rect">
            <a:avLst/>
          </a:prstGeom>
          <a:noFill/>
        </p:spPr>
        <p:txBody>
          <a:bodyPr wrap="none" lIns="0" tIns="0" rIns="0" bIns="0" anchor="ctr">
            <a:noAutofit/>
          </a:bodyPr>
          <a:lstStyle>
            <a:lvl1pPr marL="0" indent="0" algn="ctr">
              <a:lnSpc>
                <a:spcPct val="100000"/>
              </a:lnSpc>
              <a:buNone/>
              <a:defRPr sz="1050" b="0" i="0">
                <a:solidFill>
                  <a:schemeClr val="tx1">
                    <a:alpha val="65336"/>
                  </a:schemeClr>
                </a:solidFill>
                <a:latin typeface="Noir Pro" pitchFamily="2" charset="0"/>
              </a:defRPr>
            </a:lvl1pPr>
          </a:lstStyle>
          <a:p>
            <a:pPr lvl="0"/>
            <a:r>
              <a:rPr lang="en-US" dirty="0"/>
              <a:t>+-#.##</a:t>
            </a:r>
          </a:p>
        </p:txBody>
      </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154800" y="1411199"/>
            <a:ext cx="3927600" cy="4161697"/>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3" name="Titel 2">
            <a:extLst>
              <a:ext uri="{FF2B5EF4-FFF2-40B4-BE49-F238E27FC236}">
                <a16:creationId xmlns:a16="http://schemas.microsoft.com/office/drawing/2014/main" id="{A71836A9-1065-5D7C-A4A1-72F50CC5C4CF}"/>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BB58C25D-797D-4BA5-E49F-090771F43AD9}"/>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B93DA597-0765-3E44-AA1D-A51F09DE0CAA}"/>
              </a:ext>
            </a:extLst>
          </p:cNvPr>
          <p:cNvSpPr>
            <a:spLocks noGrp="1"/>
          </p:cNvSpPr>
          <p:nvPr>
            <p:ph type="sldNum" sz="quarter" idx="26"/>
          </p:nvPr>
        </p:nvSpPr>
        <p:spPr/>
        <p:txBody>
          <a:bodyPr/>
          <a:lstStyle/>
          <a:p>
            <a:fld id="{E242BD21-9B61-2246-BCB1-4BE5E1BEBE1C}" type="slidenum">
              <a:rPr lang="nl-NL" smtClean="0"/>
              <a:pPr/>
              <a:t>‹#›</a:t>
            </a:fld>
            <a:endParaRPr lang="nl-NL"/>
          </a:p>
        </p:txBody>
      </p:sp>
      <p:cxnSp>
        <p:nvCxnSpPr>
          <p:cNvPr id="11" name="Straight Connector 31">
            <a:extLst>
              <a:ext uri="{FF2B5EF4-FFF2-40B4-BE49-F238E27FC236}">
                <a16:creationId xmlns:a16="http://schemas.microsoft.com/office/drawing/2014/main" id="{6707BCA1-6249-8F2C-E4D9-E7411E165BFC}"/>
              </a:ext>
            </a:extLst>
          </p:cNvPr>
          <p:cNvCxnSpPr>
            <a:cxnSpLocks/>
          </p:cNvCxnSpPr>
          <p:nvPr userDrawn="1"/>
        </p:nvCxnSpPr>
        <p:spPr>
          <a:xfrm>
            <a:off x="4176367" y="1366988"/>
            <a:ext cx="0" cy="4205909"/>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465659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Metric overview delta">
    <p:spTree>
      <p:nvGrpSpPr>
        <p:cNvPr id="1" name=""/>
        <p:cNvGrpSpPr/>
        <p:nvPr/>
      </p:nvGrpSpPr>
      <p:grpSpPr>
        <a:xfrm>
          <a:off x="0" y="0"/>
          <a:ext cx="0" cy="0"/>
          <a:chOff x="0" y="0"/>
          <a:chExt cx="0" cy="0"/>
        </a:xfrm>
      </p:grpSpPr>
      <p:sp>
        <p:nvSpPr>
          <p:cNvPr id="2" name="Vrije vorm 1">
            <a:extLst>
              <a:ext uri="{FF2B5EF4-FFF2-40B4-BE49-F238E27FC236}">
                <a16:creationId xmlns:a16="http://schemas.microsoft.com/office/drawing/2014/main" id="{4B2766D6-C7A4-CD6E-D53F-48EA8DDDB26C}"/>
              </a:ext>
            </a:extLst>
          </p:cNvPr>
          <p:cNvSpPr/>
          <p:nvPr userDrawn="1"/>
        </p:nvSpPr>
        <p:spPr>
          <a:xfrm>
            <a:off x="154800" y="5218034"/>
            <a:ext cx="4021567" cy="712944"/>
          </a:xfrm>
          <a:custGeom>
            <a:avLst/>
            <a:gdLst>
              <a:gd name="connsiteX0" fmla="*/ 132525 w 4021567"/>
              <a:gd name="connsiteY0" fmla="*/ 0 h 712944"/>
              <a:gd name="connsiteX1" fmla="*/ 2165721 w 4021567"/>
              <a:gd name="connsiteY1" fmla="*/ 0 h 712944"/>
              <a:gd name="connsiteX2" fmla="*/ 3732904 w 4021567"/>
              <a:gd name="connsiteY2" fmla="*/ 0 h 712944"/>
              <a:gd name="connsiteX3" fmla="*/ 4021567 w 4021567"/>
              <a:gd name="connsiteY3" fmla="*/ 0 h 712944"/>
              <a:gd name="connsiteX4" fmla="*/ 4021567 w 4021567"/>
              <a:gd name="connsiteY4" fmla="*/ 712944 h 712944"/>
              <a:gd name="connsiteX5" fmla="*/ 3732904 w 4021567"/>
              <a:gd name="connsiteY5" fmla="*/ 712944 h 712944"/>
              <a:gd name="connsiteX6" fmla="*/ 2035329 w 4021567"/>
              <a:gd name="connsiteY6" fmla="*/ 712944 h 712944"/>
              <a:gd name="connsiteX7" fmla="*/ 2133 w 4021567"/>
              <a:gd name="connsiteY7" fmla="*/ 712944 h 712944"/>
              <a:gd name="connsiteX8" fmla="*/ 0 w 4021567"/>
              <a:gd name="connsiteY8" fmla="*/ 702378 h 712944"/>
              <a:gd name="connsiteX9" fmla="*/ 0 w 4021567"/>
              <a:gd name="connsiteY9" fmla="*/ 605763 h 712944"/>
              <a:gd name="connsiteX10" fmla="*/ 0 w 4021567"/>
              <a:gd name="connsiteY10" fmla="*/ 486252 h 712944"/>
              <a:gd name="connsiteX11" fmla="*/ 0 w 4021567"/>
              <a:gd name="connsiteY11" fmla="*/ 445266 h 712944"/>
              <a:gd name="connsiteX12" fmla="*/ 0 w 4021567"/>
              <a:gd name="connsiteY12" fmla="*/ 389637 h 712944"/>
              <a:gd name="connsiteX13" fmla="*/ 0 w 4021567"/>
              <a:gd name="connsiteY13" fmla="*/ 348651 h 712944"/>
              <a:gd name="connsiteX14" fmla="*/ 0 w 4021567"/>
              <a:gd name="connsiteY14" fmla="*/ 229140 h 712944"/>
              <a:gd name="connsiteX15" fmla="*/ 0 w 4021567"/>
              <a:gd name="connsiteY15" fmla="*/ 132525 h 712944"/>
              <a:gd name="connsiteX16" fmla="*/ 132525 w 4021567"/>
              <a:gd name="connsiteY16" fmla="*/ 0 h 712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021567" h="712944">
                <a:moveTo>
                  <a:pt x="132525" y="0"/>
                </a:moveTo>
                <a:lnTo>
                  <a:pt x="2165721" y="0"/>
                </a:lnTo>
                <a:lnTo>
                  <a:pt x="3732904" y="0"/>
                </a:lnTo>
                <a:lnTo>
                  <a:pt x="4021567" y="0"/>
                </a:lnTo>
                <a:lnTo>
                  <a:pt x="4021567" y="712944"/>
                </a:lnTo>
                <a:lnTo>
                  <a:pt x="3732904" y="712944"/>
                </a:lnTo>
                <a:lnTo>
                  <a:pt x="2035329" y="712944"/>
                </a:lnTo>
                <a:lnTo>
                  <a:pt x="2133" y="712944"/>
                </a:lnTo>
                <a:lnTo>
                  <a:pt x="0" y="702378"/>
                </a:lnTo>
                <a:lnTo>
                  <a:pt x="0" y="605763"/>
                </a:lnTo>
                <a:lnTo>
                  <a:pt x="0" y="486252"/>
                </a:lnTo>
                <a:lnTo>
                  <a:pt x="0" y="445266"/>
                </a:lnTo>
                <a:lnTo>
                  <a:pt x="0" y="389637"/>
                </a:lnTo>
                <a:lnTo>
                  <a:pt x="0" y="348651"/>
                </a:lnTo>
                <a:lnTo>
                  <a:pt x="0" y="229140"/>
                </a:lnTo>
                <a:lnTo>
                  <a:pt x="0" y="132525"/>
                </a:lnTo>
                <a:cubicBezTo>
                  <a:pt x="0" y="59333"/>
                  <a:pt x="59333" y="0"/>
                  <a:pt x="132525" y="0"/>
                </a:cubicBezTo>
                <a:close/>
              </a:path>
            </a:pathLst>
          </a:custGeom>
          <a:gradFill>
            <a:gsLst>
              <a:gs pos="92000">
                <a:srgbClr val="1864FF">
                  <a:alpha val="31765"/>
                </a:srgbClr>
              </a:gs>
              <a:gs pos="37000">
                <a:srgbClr val="1864FF">
                  <a:alpha val="62745"/>
                </a:srgbClr>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sp>
        <p:nvSpPr>
          <p:cNvPr id="20" name="Tijdelijke aanduiding voor tekst 3">
            <a:extLst>
              <a:ext uri="{FF2B5EF4-FFF2-40B4-BE49-F238E27FC236}">
                <a16:creationId xmlns:a16="http://schemas.microsoft.com/office/drawing/2014/main" id="{6C02DBF1-5B5C-65AA-6CA0-250F91FD3B09}"/>
              </a:ext>
            </a:extLst>
          </p:cNvPr>
          <p:cNvSpPr>
            <a:spLocks noGrp="1"/>
          </p:cNvSpPr>
          <p:nvPr>
            <p:ph type="body" sz="quarter" idx="27" hasCustomPrompt="1"/>
          </p:nvPr>
        </p:nvSpPr>
        <p:spPr>
          <a:xfrm>
            <a:off x="259448" y="5278559"/>
            <a:ext cx="1693524" cy="336546"/>
          </a:xfrm>
        </p:spPr>
        <p:txBody>
          <a:bodyPr lIns="108000" rIns="0" anchor="ctr">
            <a:normAutofit/>
          </a:bodyPr>
          <a:lstStyle>
            <a:lvl1pPr marL="0" indent="0">
              <a:buFont typeface="Arial" panose="020B0604020202020204" pitchFamily="34" charset="0"/>
              <a:buNone/>
              <a:defRPr sz="1100" b="0" i="0">
                <a:solidFill>
                  <a:srgbClr val="FFFFFF"/>
                </a:solidFill>
                <a:latin typeface="Noir Pro"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err="1"/>
              <a:t>Previous</a:t>
            </a:r>
            <a:r>
              <a:rPr lang="nl-NL" dirty="0"/>
              <a:t> snapshot date</a:t>
            </a:r>
          </a:p>
        </p:txBody>
      </p:sp>
      <p:sp>
        <p:nvSpPr>
          <p:cNvPr id="22" name="Tijdelijke aanduiding voor tekst 3">
            <a:extLst>
              <a:ext uri="{FF2B5EF4-FFF2-40B4-BE49-F238E27FC236}">
                <a16:creationId xmlns:a16="http://schemas.microsoft.com/office/drawing/2014/main" id="{85A4D23C-7728-5BD3-48FC-7013B8AD79D8}"/>
              </a:ext>
            </a:extLst>
          </p:cNvPr>
          <p:cNvSpPr>
            <a:spLocks noGrp="1"/>
          </p:cNvSpPr>
          <p:nvPr>
            <p:ph type="body" sz="quarter" idx="19" hasCustomPrompt="1"/>
          </p:nvPr>
        </p:nvSpPr>
        <p:spPr>
          <a:xfrm>
            <a:off x="1972289" y="5278559"/>
            <a:ext cx="316247" cy="336546"/>
          </a:xfrm>
        </p:spPr>
        <p:txBody>
          <a:bodyPr lIns="0" rIns="0" anchor="ctr">
            <a:noAutofit/>
          </a:bodyPr>
          <a:lstStyle>
            <a:lvl1pPr marL="0" indent="0" algn="ctr">
              <a:buFont typeface="Arial" panose="020B0604020202020204" pitchFamily="34" charset="0"/>
              <a:buNone/>
              <a:defRPr sz="1100" b="0" i="0">
                <a:solidFill>
                  <a:srgbClr val="FFFFFF"/>
                </a:solidFill>
                <a:latin typeface="Noir Pro Medium"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a:t>#.#</a:t>
            </a:r>
          </a:p>
        </p:txBody>
      </p:sp>
      <p:sp>
        <p:nvSpPr>
          <p:cNvPr id="16" name="Text Placeholder 4">
            <a:extLst>
              <a:ext uri="{FF2B5EF4-FFF2-40B4-BE49-F238E27FC236}">
                <a16:creationId xmlns:a16="http://schemas.microsoft.com/office/drawing/2014/main" id="{5F98EE3B-D03A-DD43-A8E2-3C5AB37DAAE8}"/>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000000"/>
                </a:solidFill>
                <a:latin typeface="Azeret Mono" pitchFamily="2" charset="77"/>
                <a:ea typeface="TheSans B6 SemiBold" charset="0"/>
                <a:cs typeface="TheSans B6 SemiBold" charset="0"/>
              </a:defRPr>
            </a:lvl1pPr>
          </a:lstStyle>
          <a:p>
            <a:pPr lvl="0" indent="-230400"/>
            <a:endParaRPr lang="en-US" dirty="0"/>
          </a:p>
        </p:txBody>
      </p:sp>
      <p:sp>
        <p:nvSpPr>
          <p:cNvPr id="3" name="Titel 2">
            <a:extLst>
              <a:ext uri="{FF2B5EF4-FFF2-40B4-BE49-F238E27FC236}">
                <a16:creationId xmlns:a16="http://schemas.microsoft.com/office/drawing/2014/main" id="{A71836A9-1065-5D7C-A4A1-72F50CC5C4CF}"/>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BB58C25D-797D-4BA5-E49F-090771F43AD9}"/>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B93DA597-0765-3E44-AA1D-A51F09DE0CAA}"/>
              </a:ext>
            </a:extLst>
          </p:cNvPr>
          <p:cNvSpPr>
            <a:spLocks noGrp="1"/>
          </p:cNvSpPr>
          <p:nvPr>
            <p:ph type="sldNum" sz="quarter" idx="26"/>
          </p:nvPr>
        </p:nvSpPr>
        <p:spPr/>
        <p:txBody>
          <a:bodyPr/>
          <a:lstStyle/>
          <a:p>
            <a:fld id="{E242BD21-9B61-2246-BCB1-4BE5E1BEBE1C}" type="slidenum">
              <a:rPr lang="nl-NL" smtClean="0"/>
              <a:pPr/>
              <a:t>‹#›</a:t>
            </a:fld>
            <a:endParaRPr lang="nl-NL"/>
          </a:p>
        </p:txBody>
      </p:sp>
      <p:sp>
        <p:nvSpPr>
          <p:cNvPr id="27" name="Rechthoek 26">
            <a:extLst>
              <a:ext uri="{FF2B5EF4-FFF2-40B4-BE49-F238E27FC236}">
                <a16:creationId xmlns:a16="http://schemas.microsoft.com/office/drawing/2014/main" id="{3F3656F1-847D-8D66-6FA2-EE7F7FC3F755}"/>
              </a:ext>
            </a:extLst>
          </p:cNvPr>
          <p:cNvSpPr/>
          <p:nvPr userDrawn="1"/>
        </p:nvSpPr>
        <p:spPr>
          <a:xfrm>
            <a:off x="2632331" y="5008728"/>
            <a:ext cx="1568933" cy="736164"/>
          </a:xfrm>
          <a:prstGeom prst="rect">
            <a:avLst/>
          </a:prstGeom>
          <a:gradFill>
            <a:gsLst>
              <a:gs pos="71000">
                <a:srgbClr val="151632">
                  <a:alpha val="74902"/>
                </a:srgbClr>
              </a:gs>
              <a:gs pos="20000">
                <a:srgbClr val="151632">
                  <a:alpha val="0"/>
                </a:srgbClr>
              </a:gs>
            </a:gsLst>
            <a:lin ang="18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23" name="Tijdelijke aanduiding voor tekst 3">
            <a:extLst>
              <a:ext uri="{FF2B5EF4-FFF2-40B4-BE49-F238E27FC236}">
                <a16:creationId xmlns:a16="http://schemas.microsoft.com/office/drawing/2014/main" id="{7990B9FA-8077-639C-2D7C-2AC917CE5C60}"/>
              </a:ext>
            </a:extLst>
          </p:cNvPr>
          <p:cNvSpPr>
            <a:spLocks noGrp="1"/>
          </p:cNvSpPr>
          <p:nvPr>
            <p:ph type="body" sz="quarter" idx="28" hasCustomPrompt="1"/>
          </p:nvPr>
        </p:nvSpPr>
        <p:spPr>
          <a:xfrm>
            <a:off x="2306407" y="5278559"/>
            <a:ext cx="768878" cy="336546"/>
          </a:xfrm>
        </p:spPr>
        <p:txBody>
          <a:bodyPr lIns="0" tIns="36000" rIns="0" anchor="ctr">
            <a:noAutofit/>
          </a:bodyPr>
          <a:lstStyle>
            <a:lvl1pPr marL="0" indent="0" algn="ctr">
              <a:lnSpc>
                <a:spcPct val="60000"/>
              </a:lnSpc>
              <a:spcAft>
                <a:spcPts val="0"/>
              </a:spcAft>
              <a:buFont typeface="Arial" panose="020B0604020202020204" pitchFamily="34" charset="0"/>
              <a:buNone/>
              <a:defRPr sz="1400" b="0" i="0">
                <a:solidFill>
                  <a:srgbClr val="FFFFFF"/>
                </a:solidFill>
                <a:latin typeface="Sigsterren" pitchFamily="2" charset="0"/>
              </a:defRPr>
            </a:lvl1pPr>
            <a:lvl2pPr marL="457200" indent="0">
              <a:buFont typeface="Arial" panose="020B0604020202020204" pitchFamily="34" charset="0"/>
              <a:buNone/>
              <a:defRPr b="0" i="0">
                <a:latin typeface="Noir Pro Medium" pitchFamily="2" charset="0"/>
              </a:defRPr>
            </a:lvl2pPr>
            <a:lvl3pPr marL="914400" indent="0">
              <a:buFont typeface="Arial" panose="020B0604020202020204" pitchFamily="34" charset="0"/>
              <a:buNone/>
              <a:defRPr b="0" i="0">
                <a:latin typeface="Noir Pro Medium" pitchFamily="2" charset="0"/>
              </a:defRPr>
            </a:lvl3pPr>
            <a:lvl4pPr marL="1371600" indent="0">
              <a:buFont typeface="Arial" panose="020B0604020202020204" pitchFamily="34" charset="0"/>
              <a:buNone/>
              <a:defRPr b="0" i="0">
                <a:latin typeface="Noir Pro Medium" pitchFamily="2" charset="0"/>
              </a:defRPr>
            </a:lvl4pPr>
            <a:lvl5pPr marL="1828800" indent="0">
              <a:buFont typeface="Arial" panose="020B0604020202020204" pitchFamily="34" charset="0"/>
              <a:buNone/>
              <a:defRPr b="0" i="0">
                <a:latin typeface="Noir Pro Medium" pitchFamily="2" charset="0"/>
              </a:defRPr>
            </a:lvl5pPr>
          </a:lstStyle>
          <a:p>
            <a:pPr lvl="0"/>
            <a:r>
              <a:rPr lang="nl-NL" dirty="0" err="1"/>
              <a:t>IIIII</a:t>
            </a:r>
            <a:endParaRPr lang="nl-NL" dirty="0"/>
          </a:p>
        </p:txBody>
      </p:sp>
      <p:sp>
        <p:nvSpPr>
          <p:cNvPr id="21" name="Text Placeholder 11">
            <a:extLst>
              <a:ext uri="{FF2B5EF4-FFF2-40B4-BE49-F238E27FC236}">
                <a16:creationId xmlns:a16="http://schemas.microsoft.com/office/drawing/2014/main" id="{FAF313A3-FEEC-CE41-9CC2-83C432778B2B}"/>
              </a:ext>
            </a:extLst>
          </p:cNvPr>
          <p:cNvSpPr>
            <a:spLocks noGrp="1"/>
          </p:cNvSpPr>
          <p:nvPr>
            <p:ph type="body" sz="quarter" idx="24" hasCustomPrompt="1"/>
          </p:nvPr>
        </p:nvSpPr>
        <p:spPr>
          <a:xfrm>
            <a:off x="3578400" y="5277600"/>
            <a:ext cx="503999" cy="334800"/>
          </a:xfrm>
          <a:prstGeom prst="rect">
            <a:avLst/>
          </a:prstGeom>
        </p:spPr>
        <p:txBody>
          <a:bodyPr vert="horz" wrap="none" lIns="0" tIns="45720" rIns="0" bIns="45720" rtlCol="0" anchor="ctr">
            <a:noAutofit/>
          </a:bodyPr>
          <a:lstStyle>
            <a:lvl1pPr marL="0" indent="0">
              <a:buNone/>
              <a:defRPr lang="en-US" sz="1400" b="1" i="0" dirty="0">
                <a:solidFill>
                  <a:srgbClr val="FFFFFF"/>
                </a:solidFill>
                <a:latin typeface="Noir Pro Semi Bold" pitchFamily="2" charset="0"/>
              </a:defRPr>
            </a:lvl1pPr>
          </a:lstStyle>
          <a:p>
            <a:pPr marL="285750" lvl="0" indent="-285750" algn="ctr"/>
            <a:r>
              <a:rPr lang="en-US" dirty="0"/>
              <a:t>+-#.##</a:t>
            </a:r>
          </a:p>
        </p:txBody>
      </p:sp>
      <p:cxnSp>
        <p:nvCxnSpPr>
          <p:cNvPr id="32" name="Straight Connector 31">
            <a:extLst>
              <a:ext uri="{FF2B5EF4-FFF2-40B4-BE49-F238E27FC236}">
                <a16:creationId xmlns:a16="http://schemas.microsoft.com/office/drawing/2014/main" id="{A7677BE5-1E8F-1041-94D8-7FE480E767C2}"/>
              </a:ext>
            </a:extLst>
          </p:cNvPr>
          <p:cNvCxnSpPr>
            <a:cxnSpLocks/>
          </p:cNvCxnSpPr>
          <p:nvPr userDrawn="1"/>
        </p:nvCxnSpPr>
        <p:spPr>
          <a:xfrm>
            <a:off x="4176367" y="1366988"/>
            <a:ext cx="0" cy="3735138"/>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4" name="Rechthoek 3">
            <a:extLst>
              <a:ext uri="{FF2B5EF4-FFF2-40B4-BE49-F238E27FC236}">
                <a16:creationId xmlns:a16="http://schemas.microsoft.com/office/drawing/2014/main" id="{848753C9-D09C-25F6-A155-04AAADDEAF30}"/>
              </a:ext>
            </a:extLst>
          </p:cNvPr>
          <p:cNvSpPr/>
          <p:nvPr userDrawn="1"/>
        </p:nvSpPr>
        <p:spPr>
          <a:xfrm>
            <a:off x="154800" y="5677099"/>
            <a:ext cx="4021567" cy="712944"/>
          </a:xfrm>
          <a:prstGeom prst="rect">
            <a:avLst/>
          </a:prstGeom>
          <a:gradFill>
            <a:gsLst>
              <a:gs pos="100000">
                <a:srgbClr val="0045D1"/>
              </a:gs>
              <a:gs pos="73000">
                <a:srgbClr val="1864FF"/>
              </a:gs>
            </a:gsLst>
            <a:lin ang="5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en-RO"/>
          </a:p>
        </p:txBody>
      </p:sp>
      <p:cxnSp>
        <p:nvCxnSpPr>
          <p:cNvPr id="7" name="Straight Connector 9">
            <a:extLst>
              <a:ext uri="{FF2B5EF4-FFF2-40B4-BE49-F238E27FC236}">
                <a16:creationId xmlns:a16="http://schemas.microsoft.com/office/drawing/2014/main" id="{4E10F74B-B34B-7A5B-AB7A-A3244C766D15}"/>
              </a:ext>
            </a:extLst>
          </p:cNvPr>
          <p:cNvCxnSpPr>
            <a:cxnSpLocks/>
          </p:cNvCxnSpPr>
          <p:nvPr userDrawn="1"/>
        </p:nvCxnSpPr>
        <p:spPr>
          <a:xfrm>
            <a:off x="154800" y="5673760"/>
            <a:ext cx="4021568" cy="0"/>
          </a:xfrm>
          <a:prstGeom prst="line">
            <a:avLst/>
          </a:prstGeom>
          <a:ln w="9525">
            <a:solidFill>
              <a:schemeClr val="accent1">
                <a:lumMod val="60000"/>
                <a:lumOff val="40000"/>
              </a:schemeClr>
            </a:solidFill>
            <a:prstDash val="sysDot"/>
          </a:ln>
        </p:spPr>
        <p:style>
          <a:lnRef idx="1">
            <a:schemeClr val="accent1"/>
          </a:lnRef>
          <a:fillRef idx="0">
            <a:schemeClr val="accent1"/>
          </a:fillRef>
          <a:effectRef idx="0">
            <a:schemeClr val="accent1"/>
          </a:effectRef>
          <a:fontRef idx="minor">
            <a:schemeClr val="tx1"/>
          </a:fontRef>
        </p:style>
      </p:cxnSp>
      <p:sp>
        <p:nvSpPr>
          <p:cNvPr id="41" name="Text Placeholder 11">
            <a:extLst>
              <a:ext uri="{FF2B5EF4-FFF2-40B4-BE49-F238E27FC236}">
                <a16:creationId xmlns:a16="http://schemas.microsoft.com/office/drawing/2014/main" id="{ECB82676-C1C3-D348-AF83-1EF35EDE361A}"/>
              </a:ext>
            </a:extLst>
          </p:cNvPr>
          <p:cNvSpPr>
            <a:spLocks noGrp="1"/>
          </p:cNvSpPr>
          <p:nvPr>
            <p:ph type="body" sz="quarter" idx="20" hasCustomPrompt="1"/>
          </p:nvPr>
        </p:nvSpPr>
        <p:spPr>
          <a:xfrm>
            <a:off x="3074400" y="5860800"/>
            <a:ext cx="975600" cy="334800"/>
          </a:xfrm>
          <a:prstGeom prst="rect">
            <a:avLst/>
          </a:prstGeom>
        </p:spPr>
        <p:txBody>
          <a:bodyPr vert="horz" lIns="0" tIns="36000" rIns="0" bIns="45720" rtlCol="0" anchor="ctr">
            <a:noAutofit/>
          </a:bodyPr>
          <a:lstStyle>
            <a:lvl1pPr marL="0" indent="0">
              <a:buNone/>
              <a:defRPr lang="en-US" sz="1800" b="0" i="0" dirty="0">
                <a:solidFill>
                  <a:srgbClr val="FFFFFF"/>
                </a:solidFill>
                <a:latin typeface="Sigsterren" pitchFamily="2" charset="0"/>
              </a:defRPr>
            </a:lvl1pPr>
          </a:lstStyle>
          <a:p>
            <a:pPr marL="285750" lvl="0" indent="-285750" algn="ctr">
              <a:lnSpc>
                <a:spcPct val="60000"/>
              </a:lnSpc>
              <a:spcAft>
                <a:spcPts val="0"/>
              </a:spcAft>
            </a:pPr>
            <a:r>
              <a:rPr lang="en-US" dirty="0"/>
              <a:t>IIIII</a:t>
            </a:r>
          </a:p>
        </p:txBody>
      </p:sp>
      <p:sp>
        <p:nvSpPr>
          <p:cNvPr id="46" name="Text Placeholder 11">
            <a:extLst>
              <a:ext uri="{FF2B5EF4-FFF2-40B4-BE49-F238E27FC236}">
                <a16:creationId xmlns:a16="http://schemas.microsoft.com/office/drawing/2014/main" id="{835C75AB-59F9-834C-8767-A3EB61616D94}"/>
              </a:ext>
            </a:extLst>
          </p:cNvPr>
          <p:cNvSpPr>
            <a:spLocks noGrp="1"/>
          </p:cNvSpPr>
          <p:nvPr>
            <p:ph type="body" sz="quarter" idx="23" hasCustomPrompt="1"/>
          </p:nvPr>
        </p:nvSpPr>
        <p:spPr>
          <a:xfrm>
            <a:off x="2674800" y="5860800"/>
            <a:ext cx="385200" cy="334800"/>
          </a:xfrm>
          <a:prstGeom prst="rect">
            <a:avLst/>
          </a:prstGeom>
        </p:spPr>
        <p:txBody>
          <a:bodyPr vert="horz" lIns="0" tIns="45720" rIns="0" bIns="45720" rtlCol="0" anchor="ctr">
            <a:noAutofit/>
          </a:bodyPr>
          <a:lstStyle>
            <a:lvl1pPr marL="0" indent="0">
              <a:buNone/>
              <a:defRPr lang="en-US" sz="1800" b="0" i="0" dirty="0">
                <a:solidFill>
                  <a:srgbClr val="FFFFFF"/>
                </a:solidFill>
                <a:latin typeface="Noir Pro Medium" pitchFamily="2" charset="0"/>
              </a:defRPr>
            </a:lvl1pPr>
          </a:lstStyle>
          <a:p>
            <a:pPr marL="285750" lvl="0" indent="-285750" algn="ctr"/>
            <a:r>
              <a:rPr lang="en-US" dirty="0"/>
              <a:t>#.#</a:t>
            </a:r>
          </a:p>
        </p:txBody>
      </p:sp>
      <p:sp>
        <p:nvSpPr>
          <p:cNvPr id="44" name="Text Placeholder 11">
            <a:extLst>
              <a:ext uri="{FF2B5EF4-FFF2-40B4-BE49-F238E27FC236}">
                <a16:creationId xmlns:a16="http://schemas.microsoft.com/office/drawing/2014/main" id="{430E3A36-E8DA-6C49-9EB1-E22666F652A8}"/>
              </a:ext>
            </a:extLst>
          </p:cNvPr>
          <p:cNvSpPr>
            <a:spLocks noGrp="1"/>
          </p:cNvSpPr>
          <p:nvPr>
            <p:ph type="body" sz="quarter" idx="22" hasCustomPrompt="1"/>
          </p:nvPr>
        </p:nvSpPr>
        <p:spPr>
          <a:xfrm>
            <a:off x="259200" y="5860800"/>
            <a:ext cx="2397600" cy="334800"/>
          </a:xfrm>
          <a:prstGeom prst="rect">
            <a:avLst/>
          </a:prstGeom>
        </p:spPr>
        <p:txBody>
          <a:bodyPr vert="horz" lIns="108000" tIns="45720" rIns="0" bIns="45720" rtlCol="0" anchor="ctr">
            <a:normAutofit/>
          </a:bodyPr>
          <a:lstStyle>
            <a:lvl1pPr marL="0" indent="0">
              <a:buNone/>
              <a:defRPr lang="en-US" sz="1400" b="0" i="0" dirty="0">
                <a:solidFill>
                  <a:srgbClr val="FFFFFF"/>
                </a:solidFill>
                <a:latin typeface="Noir Pro Medium" pitchFamily="2" charset="0"/>
              </a:defRPr>
            </a:lvl1pPr>
          </a:lstStyle>
          <a:p>
            <a:pPr marL="285750" lvl="0" indent="-285750"/>
            <a:r>
              <a:rPr lang="en-US" dirty="0"/>
              <a:t>Insert metric name</a:t>
            </a:r>
          </a:p>
        </p:txBody>
      </p:sp>
      <p:grpSp>
        <p:nvGrpSpPr>
          <p:cNvPr id="8" name="Groep 7">
            <a:extLst>
              <a:ext uri="{FF2B5EF4-FFF2-40B4-BE49-F238E27FC236}">
                <a16:creationId xmlns:a16="http://schemas.microsoft.com/office/drawing/2014/main" id="{D693F32B-C9B8-B62A-A0F4-DCBE37DE3A18}"/>
              </a:ext>
            </a:extLst>
          </p:cNvPr>
          <p:cNvGrpSpPr/>
          <p:nvPr userDrawn="1"/>
        </p:nvGrpSpPr>
        <p:grpSpPr>
          <a:xfrm>
            <a:off x="3211702" y="5379098"/>
            <a:ext cx="399750" cy="518346"/>
            <a:chOff x="3282952" y="5379098"/>
            <a:chExt cx="399750" cy="518346"/>
          </a:xfrm>
        </p:grpSpPr>
        <p:grpSp>
          <p:nvGrpSpPr>
            <p:cNvPr id="9" name="Groep 8">
              <a:extLst>
                <a:ext uri="{FF2B5EF4-FFF2-40B4-BE49-F238E27FC236}">
                  <a16:creationId xmlns:a16="http://schemas.microsoft.com/office/drawing/2014/main" id="{F46EDB46-7367-4B87-9E0D-3A7C139C80E5}"/>
                </a:ext>
              </a:extLst>
            </p:cNvPr>
            <p:cNvGrpSpPr/>
            <p:nvPr userDrawn="1"/>
          </p:nvGrpSpPr>
          <p:grpSpPr>
            <a:xfrm rot="5400000" flipV="1">
              <a:off x="3257521" y="5472263"/>
              <a:ext cx="450612" cy="399750"/>
              <a:chOff x="1137173" y="284540"/>
              <a:chExt cx="450612" cy="399750"/>
            </a:xfrm>
          </p:grpSpPr>
          <p:sp>
            <p:nvSpPr>
              <p:cNvPr id="25" name="Triangle 56">
                <a:extLst>
                  <a:ext uri="{FF2B5EF4-FFF2-40B4-BE49-F238E27FC236}">
                    <a16:creationId xmlns:a16="http://schemas.microsoft.com/office/drawing/2014/main" id="{B1715DAE-7CA7-FBCA-187E-A9CB4FAD6CEA}"/>
                  </a:ext>
                </a:extLst>
              </p:cNvPr>
              <p:cNvSpPr/>
              <p:nvPr userDrawn="1"/>
            </p:nvSpPr>
            <p:spPr>
              <a:xfrm rot="5400000">
                <a:off x="1346692" y="557860"/>
                <a:ext cx="135796" cy="117064"/>
              </a:xfrm>
              <a:prstGeom prst="triangle">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Arc 57">
                <a:extLst>
                  <a:ext uri="{FF2B5EF4-FFF2-40B4-BE49-F238E27FC236}">
                    <a16:creationId xmlns:a16="http://schemas.microsoft.com/office/drawing/2014/main" id="{E31798AA-2F98-77A5-86E7-B4C8CBF2F89B}"/>
                  </a:ext>
                </a:extLst>
              </p:cNvPr>
              <p:cNvSpPr/>
              <p:nvPr userDrawn="1"/>
            </p:nvSpPr>
            <p:spPr>
              <a:xfrm>
                <a:off x="1137173" y="284540"/>
                <a:ext cx="450612" cy="332031"/>
              </a:xfrm>
              <a:prstGeom prst="arc">
                <a:avLst>
                  <a:gd name="adj1" fmla="val 5174322"/>
                  <a:gd name="adj2" fmla="val 10825137"/>
                </a:avLst>
              </a:prstGeom>
              <a:ln w="25400">
                <a:solidFill>
                  <a:srgbClr val="FFFFFF"/>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24" name="Straight Connector 9">
              <a:extLst>
                <a:ext uri="{FF2B5EF4-FFF2-40B4-BE49-F238E27FC236}">
                  <a16:creationId xmlns:a16="http://schemas.microsoft.com/office/drawing/2014/main" id="{A97F9235-DBDE-3D29-C002-71161D828234}"/>
                </a:ext>
              </a:extLst>
            </p:cNvPr>
            <p:cNvCxnSpPr>
              <a:cxnSpLocks/>
            </p:cNvCxnSpPr>
            <p:nvPr userDrawn="1"/>
          </p:nvCxnSpPr>
          <p:spPr>
            <a:xfrm flipV="1">
              <a:off x="3448967" y="5379098"/>
              <a:ext cx="0" cy="144062"/>
            </a:xfrm>
            <a:prstGeom prst="line">
              <a:avLst/>
            </a:prstGeom>
            <a:ln w="25400" cap="rnd">
              <a:solidFill>
                <a:srgbClr val="FFFFFF"/>
              </a:solidFill>
              <a:prstDash val="solid"/>
            </a:ln>
          </p:spPr>
          <p:style>
            <a:lnRef idx="1">
              <a:schemeClr val="accent1"/>
            </a:lnRef>
            <a:fillRef idx="0">
              <a:schemeClr val="accent1"/>
            </a:fillRef>
            <a:effectRef idx="0">
              <a:schemeClr val="accent1"/>
            </a:effectRef>
            <a:fontRef idx="minor">
              <a:schemeClr val="tx1"/>
            </a:fontRef>
          </p:style>
        </p:cxnSp>
      </p:grpSp>
      <p:sp>
        <p:nvSpPr>
          <p:cNvPr id="28" name="Content Placeholder 2">
            <a:extLst>
              <a:ext uri="{FF2B5EF4-FFF2-40B4-BE49-F238E27FC236}">
                <a16:creationId xmlns:a16="http://schemas.microsoft.com/office/drawing/2014/main" id="{D3F50C4B-7039-1045-AB59-6FDD08E2573A}"/>
              </a:ext>
            </a:extLst>
          </p:cNvPr>
          <p:cNvSpPr>
            <a:spLocks noGrp="1"/>
          </p:cNvSpPr>
          <p:nvPr>
            <p:ph sz="quarter" idx="18" hasCustomPrompt="1"/>
          </p:nvPr>
        </p:nvSpPr>
        <p:spPr>
          <a:xfrm>
            <a:off x="154800" y="1411200"/>
            <a:ext cx="3927594" cy="3690926"/>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Tree>
    <p:extLst>
      <p:ext uri="{BB962C8B-B14F-4D97-AF65-F5344CB8AC3E}">
        <p14:creationId xmlns:p14="http://schemas.microsoft.com/office/powerpoint/2010/main" val="120575979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ustomer testimony">
    <p:spTree>
      <p:nvGrpSpPr>
        <p:cNvPr id="1" name=""/>
        <p:cNvGrpSpPr/>
        <p:nvPr/>
      </p:nvGrpSpPr>
      <p:grpSpPr>
        <a:xfrm>
          <a:off x="0" y="0"/>
          <a:ext cx="0" cy="0"/>
          <a:chOff x="0" y="0"/>
          <a:chExt cx="0" cy="0"/>
        </a:xfrm>
      </p:grpSpPr>
      <p:sp>
        <p:nvSpPr>
          <p:cNvPr id="34" name="Ovaal 33">
            <a:extLst>
              <a:ext uri="{FF2B5EF4-FFF2-40B4-BE49-F238E27FC236}">
                <a16:creationId xmlns:a16="http://schemas.microsoft.com/office/drawing/2014/main" id="{E9AC63CC-4978-D923-B5A0-11D2A72AFD6C}"/>
              </a:ext>
            </a:extLst>
          </p:cNvPr>
          <p:cNvSpPr/>
          <p:nvPr userDrawn="1"/>
        </p:nvSpPr>
        <p:spPr>
          <a:xfrm>
            <a:off x="3225817" y="3166737"/>
            <a:ext cx="820232" cy="820232"/>
          </a:xfrm>
          <a:prstGeom prst="ellipse">
            <a:avLst/>
          </a:prstGeom>
          <a:solidFill>
            <a:srgbClr val="F8C716">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F8C716">
                  <a:alpha val="0"/>
                </a:srgbClr>
              </a:gs>
              <a:gs pos="5000">
                <a:srgbClr val="F9C716"/>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000000"/>
                </a:solidFill>
                <a:latin typeface="Azeret Mono" pitchFamily="2" charset="77"/>
                <a:ea typeface="TheSans B6 SemiBold" charset="0"/>
                <a:cs typeface="TheSans B6 SemiBold" charset="0"/>
              </a:defRPr>
            </a:lvl1pPr>
          </a:lstStyle>
          <a:p>
            <a:pPr marL="0" lvl="0"/>
            <a:endParaRPr lang="en-US" dirty="0"/>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lIns="216000"/>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ekstvak 4">
            <a:extLst>
              <a:ext uri="{FF2B5EF4-FFF2-40B4-BE49-F238E27FC236}">
                <a16:creationId xmlns:a16="http://schemas.microsoft.com/office/drawing/2014/main" id="{B2F6DA7D-4CF4-69E0-FBAF-A48AC1F4EA0A}"/>
              </a:ext>
            </a:extLst>
          </p:cNvPr>
          <p:cNvSpPr txBox="1"/>
          <p:nvPr userDrawn="1"/>
        </p:nvSpPr>
        <p:spPr>
          <a:xfrm>
            <a:off x="5016472" y="1871001"/>
            <a:ext cx="792735" cy="1153329"/>
          </a:xfrm>
          <a:prstGeom prst="rect">
            <a:avLst/>
          </a:prstGeom>
          <a:noFill/>
        </p:spPr>
        <p:txBody>
          <a:bodyPr wrap="square" lIns="90000" rtlCol="0" anchor="t">
            <a:spAutoFit/>
          </a:bodyPr>
          <a:lstStyle/>
          <a:p>
            <a:pPr algn="l">
              <a:lnSpc>
                <a:spcPct val="113000"/>
              </a:lnSpc>
            </a:pPr>
            <a:r>
              <a:rPr lang="en-US" sz="6600" b="1" dirty="0">
                <a:solidFill>
                  <a:srgbClr val="FFFFFF"/>
                </a:solidFill>
                <a:latin typeface="Azeret Mono" pitchFamily="2" charset="77"/>
                <a:cs typeface="Azeret Mono" pitchFamily="2" charset="77"/>
              </a:rPr>
              <a:t>“</a:t>
            </a:r>
            <a:endParaRPr lang="en-US" sz="1100" b="1" dirty="0">
              <a:solidFill>
                <a:srgbClr val="FFFFFF"/>
              </a:solidFill>
              <a:latin typeface="Azeret Mono" pitchFamily="2" charset="77"/>
              <a:cs typeface="Azeret Mono" pitchFamily="2" charset="77"/>
            </a:endParaRPr>
          </a:p>
        </p:txBody>
      </p:sp>
      <p:sp>
        <p:nvSpPr>
          <p:cNvPr id="14" name="Ovaal 13">
            <a:extLst>
              <a:ext uri="{FF2B5EF4-FFF2-40B4-BE49-F238E27FC236}">
                <a16:creationId xmlns:a16="http://schemas.microsoft.com/office/drawing/2014/main" id="{E06AC4B6-D196-E6FE-A1E6-AF3C3AB87A25}"/>
              </a:ext>
            </a:extLst>
          </p:cNvPr>
          <p:cNvSpPr/>
          <p:nvPr userDrawn="1"/>
        </p:nvSpPr>
        <p:spPr>
          <a:xfrm>
            <a:off x="3531070" y="1891881"/>
            <a:ext cx="1527826" cy="1527826"/>
          </a:xfrm>
          <a:prstGeom prst="ellipse">
            <a:avLst/>
          </a:prstGeom>
          <a:gradFill>
            <a:gsLst>
              <a:gs pos="81750">
                <a:srgbClr val="F8C716">
                  <a:alpha val="50196"/>
                </a:srgbClr>
              </a:gs>
              <a:gs pos="55000">
                <a:srgbClr val="F8C716">
                  <a:alpha val="0"/>
                </a:srgbClr>
              </a:gs>
              <a:gs pos="100000">
                <a:srgbClr val="E88C36"/>
              </a:gs>
            </a:gsLst>
            <a:lin ang="2700000" scaled="0"/>
          </a:gradFill>
          <a:ln>
            <a:gradFill>
              <a:gsLst>
                <a:gs pos="41000">
                  <a:srgbClr val="F8C716">
                    <a:alpha val="0"/>
                  </a:srgbClr>
                </a:gs>
                <a:gs pos="63500">
                  <a:srgbClr val="F8C716"/>
                </a:gs>
                <a:gs pos="86000">
                  <a:srgbClr val="E88C36"/>
                </a:gs>
              </a:gsLst>
              <a:lin ang="2700000" scaled="0"/>
            </a:grad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pic>
        <p:nvPicPr>
          <p:cNvPr id="15" name="Graphic 14">
            <a:extLst>
              <a:ext uri="{FF2B5EF4-FFF2-40B4-BE49-F238E27FC236}">
                <a16:creationId xmlns:a16="http://schemas.microsoft.com/office/drawing/2014/main" id="{5C996B94-F94F-F917-7C99-37EF5479E3E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71475" y="2095977"/>
            <a:ext cx="2660787" cy="2366862"/>
          </a:xfrm>
          <a:prstGeom prst="rect">
            <a:avLst/>
          </a:prstGeom>
        </p:spPr>
      </p:pic>
      <p:sp>
        <p:nvSpPr>
          <p:cNvPr id="17" name="Ovaal 16">
            <a:extLst>
              <a:ext uri="{FF2B5EF4-FFF2-40B4-BE49-F238E27FC236}">
                <a16:creationId xmlns:a16="http://schemas.microsoft.com/office/drawing/2014/main" id="{D09F5B43-FF63-47C9-C37C-A7441CD3F6FC}"/>
              </a:ext>
            </a:extLst>
          </p:cNvPr>
          <p:cNvSpPr/>
          <p:nvPr userDrawn="1"/>
        </p:nvSpPr>
        <p:spPr>
          <a:xfrm>
            <a:off x="1999898" y="2395362"/>
            <a:ext cx="215764" cy="215764"/>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18" name="Ovaal 17">
            <a:extLst>
              <a:ext uri="{FF2B5EF4-FFF2-40B4-BE49-F238E27FC236}">
                <a16:creationId xmlns:a16="http://schemas.microsoft.com/office/drawing/2014/main" id="{63808A08-4DAB-E19F-EEE5-B9885EA7A710}"/>
              </a:ext>
            </a:extLst>
          </p:cNvPr>
          <p:cNvSpPr/>
          <p:nvPr userDrawn="1"/>
        </p:nvSpPr>
        <p:spPr>
          <a:xfrm>
            <a:off x="2734205" y="2669675"/>
            <a:ext cx="416958" cy="416958"/>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16" name="Ovaal 15">
            <a:extLst>
              <a:ext uri="{FF2B5EF4-FFF2-40B4-BE49-F238E27FC236}">
                <a16:creationId xmlns:a16="http://schemas.microsoft.com/office/drawing/2014/main" id="{10FE19CC-A295-2A80-35AE-A0FD1265E224}"/>
              </a:ext>
            </a:extLst>
          </p:cNvPr>
          <p:cNvSpPr/>
          <p:nvPr userDrawn="1"/>
        </p:nvSpPr>
        <p:spPr>
          <a:xfrm>
            <a:off x="2342271" y="3832200"/>
            <a:ext cx="344658" cy="344658"/>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33" name="Ovaal 32">
            <a:extLst>
              <a:ext uri="{FF2B5EF4-FFF2-40B4-BE49-F238E27FC236}">
                <a16:creationId xmlns:a16="http://schemas.microsoft.com/office/drawing/2014/main" id="{50A82314-1546-C656-9622-ED2B1A3C2E4C}"/>
              </a:ext>
            </a:extLst>
          </p:cNvPr>
          <p:cNvSpPr/>
          <p:nvPr userDrawn="1"/>
        </p:nvSpPr>
        <p:spPr>
          <a:xfrm>
            <a:off x="3602969" y="1963780"/>
            <a:ext cx="1384028" cy="1384028"/>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22" name="Tijdelijke aanduiding voor inhoud 21">
            <a:extLst>
              <a:ext uri="{FF2B5EF4-FFF2-40B4-BE49-F238E27FC236}">
                <a16:creationId xmlns:a16="http://schemas.microsoft.com/office/drawing/2014/main" id="{FBB448AB-360E-01D1-7D60-E1E88FE026D0}"/>
              </a:ext>
            </a:extLst>
          </p:cNvPr>
          <p:cNvSpPr>
            <a:spLocks noGrp="1"/>
          </p:cNvSpPr>
          <p:nvPr>
            <p:ph sz="quarter" idx="16" hasCustomPrompt="1"/>
          </p:nvPr>
        </p:nvSpPr>
        <p:spPr>
          <a:xfrm>
            <a:off x="3657902" y="2018714"/>
            <a:ext cx="1274162" cy="1274160"/>
          </a:xfrm>
          <a:prstGeom prst="ellipse">
            <a:avLst/>
          </a:prstGeom>
        </p:spPr>
        <p:txBody>
          <a:bodyPr lIns="0" rIns="0" anchor="ctr"/>
          <a:lstStyle>
            <a:lvl1pPr marL="0" indent="0" algn="ctr">
              <a:buFont typeface="Arial" panose="020B0604020202020204" pitchFamily="34" charset="0"/>
              <a:buNone/>
              <a:defRPr sz="1200"/>
            </a:lvl1pPr>
          </a:lstStyle>
          <a:p>
            <a:pPr lvl="0"/>
            <a:r>
              <a:rPr lang="nl-NL" dirty="0" err="1"/>
              <a:t>Insert</a:t>
            </a:r>
            <a:r>
              <a:rPr lang="nl-NL" dirty="0"/>
              <a:t> company logo</a:t>
            </a:r>
            <a:endParaRPr lang="en-US" dirty="0"/>
          </a:p>
        </p:txBody>
      </p:sp>
      <p:sp>
        <p:nvSpPr>
          <p:cNvPr id="35" name="Ovaal 34">
            <a:extLst>
              <a:ext uri="{FF2B5EF4-FFF2-40B4-BE49-F238E27FC236}">
                <a16:creationId xmlns:a16="http://schemas.microsoft.com/office/drawing/2014/main" id="{3D5B3B7E-51A6-5C44-793D-643CFBB4E602}"/>
              </a:ext>
            </a:extLst>
          </p:cNvPr>
          <p:cNvSpPr/>
          <p:nvPr userDrawn="1"/>
        </p:nvSpPr>
        <p:spPr>
          <a:xfrm>
            <a:off x="2839229" y="3507388"/>
            <a:ext cx="241596" cy="241596"/>
          </a:xfrm>
          <a:prstGeom prst="ellipse">
            <a:avLst/>
          </a:prstGeom>
          <a:solidFill>
            <a:srgbClr val="F8C71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a:solidFill>
                <a:schemeClr val="bg1"/>
              </a:solidFill>
            </a:endParaRPr>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4932063" y="2844573"/>
            <a:ext cx="6888462" cy="495156"/>
          </a:xfrm>
          <a:prstGeom prst="roundRect">
            <a:avLst>
              <a:gd name="adj" fmla="val 6051"/>
            </a:avLst>
          </a:prstGeom>
          <a:gradFill flip="none" rotWithShape="1">
            <a:gsLst>
              <a:gs pos="0">
                <a:srgbClr val="E88C2B"/>
              </a:gs>
              <a:gs pos="39000">
                <a:srgbClr val="F9C816"/>
              </a:gs>
            </a:gsLst>
            <a:lin ang="27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lIns="216000" tIns="108000" rIns="144000" bIns="108000" rtlCol="0" anchor="t">
            <a:spAutoFit/>
          </a:bodyPr>
          <a:lstStyle>
            <a:lvl1pPr marL="0" indent="0">
              <a:buFont typeface="Arial" panose="020B0604020202020204" pitchFamily="34" charset="0"/>
              <a:buNone/>
              <a:defRPr lang="en-US" b="0" i="0" dirty="0">
                <a:solidFill>
                  <a:srgbClr val="000000"/>
                </a:solidFill>
                <a:latin typeface="Noir Pro" pitchFamily="2" charset="0"/>
              </a:defRPr>
            </a:lvl1pPr>
          </a:lstStyle>
          <a:p>
            <a:pPr algn="l">
              <a:lnSpc>
                <a:spcPct val="114000"/>
              </a:lnSpc>
              <a:spcAft>
                <a:spcPts val="600"/>
              </a:spcAft>
            </a:pPr>
            <a:r>
              <a:rPr lang="en-US" sz="1600" b="0" i="0" dirty="0">
                <a:solidFill>
                  <a:schemeClr val="tx1"/>
                </a:solidFill>
                <a:latin typeface="Noir Pro" pitchFamily="2" charset="0"/>
              </a:rPr>
              <a:t>Insert quote text</a:t>
            </a:r>
            <a:endParaRPr lang="en-RO" sz="1600" b="0" i="0">
              <a:solidFill>
                <a:schemeClr val="tx1"/>
              </a:solidFill>
              <a:latin typeface="Noir Pro" pitchFamily="2" charset="0"/>
            </a:endParaRPr>
          </a:p>
        </p:txBody>
      </p:sp>
      <p:sp>
        <p:nvSpPr>
          <p:cNvPr id="39" name="Tijdelijke aanduiding voor tekst 36">
            <a:extLst>
              <a:ext uri="{FF2B5EF4-FFF2-40B4-BE49-F238E27FC236}">
                <a16:creationId xmlns:a16="http://schemas.microsoft.com/office/drawing/2014/main" id="{54E821C7-92FA-25E1-BE1E-3EB86B4F8C70}"/>
              </a:ext>
            </a:extLst>
          </p:cNvPr>
          <p:cNvSpPr>
            <a:spLocks noGrp="1"/>
          </p:cNvSpPr>
          <p:nvPr>
            <p:ph type="body" sz="quarter" idx="17" hasCustomPrompt="1"/>
          </p:nvPr>
        </p:nvSpPr>
        <p:spPr>
          <a:xfrm>
            <a:off x="5629939" y="2137563"/>
            <a:ext cx="6190586" cy="257799"/>
          </a:xfrm>
          <a:noFill/>
        </p:spPr>
        <p:txBody>
          <a:bodyPr wrap="none" lIns="108000" tIns="36000" rIns="108000" bIns="36000" rtlCol="0">
            <a:noAutofit/>
          </a:bodyPr>
          <a:lstStyle>
            <a:lvl1pPr marL="0" indent="0">
              <a:lnSpc>
                <a:spcPct val="80000"/>
              </a:lnSpc>
              <a:spcAft>
                <a:spcPts val="0"/>
              </a:spcAft>
              <a:buFont typeface="Arial" panose="020B0604020202020204" pitchFamily="34" charset="0"/>
              <a:buNone/>
              <a:defRPr lang="nl-NL" sz="2000" dirty="0" smtClean="0">
                <a:solidFill>
                  <a:srgbClr val="FFFFFF"/>
                </a:solidFill>
                <a:effectLst/>
                <a:latin typeface="Noir Pro Medium" pitchFamily="2" charset="0"/>
              </a:defRPr>
            </a:lvl1pPr>
            <a:lvl2pPr marL="171450" indent="0">
              <a:buFont typeface="Arial" panose="020B0604020202020204" pitchFamily="34" charset="0"/>
              <a:buNone/>
              <a:defRPr lang="nl-NL" sz="1800" dirty="0" smtClean="0"/>
            </a:lvl2pPr>
            <a:lvl3pPr marL="628650" indent="0">
              <a:buFont typeface="Arial" panose="020B0604020202020204" pitchFamily="34" charset="0"/>
              <a:buNone/>
              <a:defRPr lang="nl-NL" sz="1800" dirty="0" smtClean="0"/>
            </a:lvl3pPr>
            <a:lvl4pPr marL="1085850" indent="0">
              <a:buFont typeface="Arial" panose="020B0604020202020204" pitchFamily="34" charset="0"/>
              <a:buNone/>
              <a:defRPr lang="nl-NL" sz="1800" dirty="0" smtClean="0"/>
            </a:lvl4pPr>
            <a:lvl5pPr marL="1543050" indent="0">
              <a:buFont typeface="Arial" panose="020B0604020202020204" pitchFamily="34" charset="0"/>
              <a:buNone/>
              <a:defRPr lang="en-US" sz="1800" dirty="0"/>
            </a:lvl5pPr>
          </a:lstStyle>
          <a:p>
            <a:pPr lvl="0"/>
            <a:r>
              <a:rPr lang="nl-NL" dirty="0" err="1"/>
              <a:t>Insert</a:t>
            </a:r>
            <a:r>
              <a:rPr lang="nl-NL" dirty="0"/>
              <a:t> customer name</a:t>
            </a:r>
            <a:endParaRPr lang="en-US" dirty="0"/>
          </a:p>
        </p:txBody>
      </p:sp>
      <p:sp>
        <p:nvSpPr>
          <p:cNvPr id="40" name="Tijdelijke aanduiding voor tekst 36">
            <a:extLst>
              <a:ext uri="{FF2B5EF4-FFF2-40B4-BE49-F238E27FC236}">
                <a16:creationId xmlns:a16="http://schemas.microsoft.com/office/drawing/2014/main" id="{D92576C6-9471-E76B-DC52-92E02B6619AF}"/>
              </a:ext>
            </a:extLst>
          </p:cNvPr>
          <p:cNvSpPr>
            <a:spLocks noGrp="1"/>
          </p:cNvSpPr>
          <p:nvPr>
            <p:ph type="body" sz="quarter" idx="18" hasCustomPrompt="1"/>
          </p:nvPr>
        </p:nvSpPr>
        <p:spPr>
          <a:xfrm>
            <a:off x="5629938" y="2419369"/>
            <a:ext cx="6190586" cy="250306"/>
          </a:xfrm>
          <a:noFill/>
        </p:spPr>
        <p:txBody>
          <a:bodyPr wrap="none" lIns="108000" tIns="36000" rIns="108000" bIns="0" rtlCol="0" anchor="b">
            <a:noAutofit/>
          </a:bodyPr>
          <a:lstStyle>
            <a:lvl1pPr marL="0" indent="0">
              <a:lnSpc>
                <a:spcPct val="80000"/>
              </a:lnSpc>
              <a:spcAft>
                <a:spcPts val="0"/>
              </a:spcAft>
              <a:buFont typeface="Arial" panose="020B0604020202020204" pitchFamily="34" charset="0"/>
              <a:buNone/>
              <a:defRPr lang="nl-NL" sz="1600" b="0" i="0" dirty="0" smtClean="0">
                <a:solidFill>
                  <a:srgbClr val="FFFFFF"/>
                </a:solidFill>
                <a:effectLst/>
                <a:latin typeface="Noir Pro" pitchFamily="2" charset="0"/>
              </a:defRPr>
            </a:lvl1pPr>
            <a:lvl2pPr marL="171450" indent="0">
              <a:buFont typeface="Arial" panose="020B0604020202020204" pitchFamily="34" charset="0"/>
              <a:buNone/>
              <a:defRPr lang="nl-NL" sz="1800" dirty="0" smtClean="0"/>
            </a:lvl2pPr>
            <a:lvl3pPr marL="628650" indent="0">
              <a:buFont typeface="Arial" panose="020B0604020202020204" pitchFamily="34" charset="0"/>
              <a:buNone/>
              <a:defRPr lang="nl-NL" sz="1800" dirty="0" smtClean="0"/>
            </a:lvl3pPr>
            <a:lvl4pPr marL="1085850" indent="0">
              <a:buFont typeface="Arial" panose="020B0604020202020204" pitchFamily="34" charset="0"/>
              <a:buNone/>
              <a:defRPr lang="nl-NL" sz="1800" dirty="0" smtClean="0"/>
            </a:lvl4pPr>
            <a:lvl5pPr marL="1543050" indent="0">
              <a:buFont typeface="Arial" panose="020B0604020202020204" pitchFamily="34" charset="0"/>
              <a:buNone/>
              <a:defRPr lang="en-US" sz="1800" dirty="0"/>
            </a:lvl5pPr>
          </a:lstStyle>
          <a:p>
            <a:pPr lvl="0"/>
            <a:r>
              <a:rPr lang="nl-NL" dirty="0" err="1"/>
              <a:t>Insert</a:t>
            </a:r>
            <a:r>
              <a:rPr lang="nl-NL" dirty="0"/>
              <a:t> customer company</a:t>
            </a:r>
            <a:endParaRPr lang="en-US" dirty="0"/>
          </a:p>
        </p:txBody>
      </p:sp>
      <p:sp>
        <p:nvSpPr>
          <p:cNvPr id="6" name="Tijdelijke aanduiding voor voettekst 5">
            <a:extLst>
              <a:ext uri="{FF2B5EF4-FFF2-40B4-BE49-F238E27FC236}">
                <a16:creationId xmlns:a16="http://schemas.microsoft.com/office/drawing/2014/main" id="{7DBAB383-628D-2417-9CE6-82B0BE51C1CD}"/>
              </a:ext>
            </a:extLst>
          </p:cNvPr>
          <p:cNvSpPr>
            <a:spLocks noGrp="1"/>
          </p:cNvSpPr>
          <p:nvPr>
            <p:ph type="ftr" sz="quarter" idx="19"/>
          </p:nvPr>
        </p:nvSpPr>
        <p:spPr/>
        <p:txBody>
          <a:bodyPr/>
          <a:lstStyle/>
          <a:p>
            <a:r>
              <a:rPr lang="nl-NL" dirty="0" err="1"/>
              <a:t>Confidential</a:t>
            </a:r>
            <a:endParaRPr lang="nl-NL" dirty="0"/>
          </a:p>
        </p:txBody>
      </p:sp>
      <p:sp>
        <p:nvSpPr>
          <p:cNvPr id="7" name="Tijdelijke aanduiding voor dianummer 6">
            <a:extLst>
              <a:ext uri="{FF2B5EF4-FFF2-40B4-BE49-F238E27FC236}">
                <a16:creationId xmlns:a16="http://schemas.microsoft.com/office/drawing/2014/main" id="{ED4D086C-D983-DC32-DB31-80BEB7AF380F}"/>
              </a:ext>
            </a:extLst>
          </p:cNvPr>
          <p:cNvSpPr>
            <a:spLocks noGrp="1"/>
          </p:cNvSpPr>
          <p:nvPr>
            <p:ph type="sldNum" sz="quarter" idx="20"/>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231613862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General">
    <p:spTree>
      <p:nvGrpSpPr>
        <p:cNvPr id="1" name=""/>
        <p:cNvGrpSpPr/>
        <p:nvPr/>
      </p:nvGrpSpPr>
      <p:grpSpPr>
        <a:xfrm>
          <a:off x="0" y="0"/>
          <a:ext cx="0" cy="0"/>
          <a:chOff x="0" y="0"/>
          <a:chExt cx="0" cy="0"/>
        </a:xfrm>
      </p:grpSpPr>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154800" y="1411200"/>
            <a:ext cx="11880000" cy="4842000"/>
          </a:xfrm>
        </p:spPr>
        <p:txBody>
          <a:bodyPr>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237325440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columns">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171450" lvl="0" indent="-17145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154799" y="1411200"/>
            <a:ext cx="5864400"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177600" y="1411200"/>
            <a:ext cx="5857200" cy="4842000"/>
          </a:xfrm>
        </p:spPr>
        <p:txBody>
          <a:bodyPr vert="horz" lIns="216000" tIns="46800" rIns="234000" bIns="46800" rtlCol="0">
            <a:noAutofit/>
          </a:bodyPr>
          <a:lstStyle>
            <a:lvl1pPr marL="0" indent="0">
              <a:buNone/>
              <a:defRPr lang="en-US" dirty="0"/>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76624830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wo columns contrast">
    <p:spTree>
      <p:nvGrpSpPr>
        <p:cNvPr id="1" name=""/>
        <p:cNvGrpSpPr/>
        <p:nvPr/>
      </p:nvGrpSpPr>
      <p:grpSpPr>
        <a:xfrm>
          <a:off x="0" y="0"/>
          <a:ext cx="0" cy="0"/>
          <a:chOff x="0" y="0"/>
          <a:chExt cx="0" cy="0"/>
        </a:xfrm>
      </p:grpSpPr>
      <p:sp>
        <p:nvSpPr>
          <p:cNvPr id="7" name="Afgeronde rechthoek 6">
            <a:extLst>
              <a:ext uri="{FF2B5EF4-FFF2-40B4-BE49-F238E27FC236}">
                <a16:creationId xmlns:a16="http://schemas.microsoft.com/office/drawing/2014/main" id="{6FD09EEF-BB28-B8AC-FB2E-AFBFB45B0D20}"/>
              </a:ext>
            </a:extLst>
          </p:cNvPr>
          <p:cNvSpPr/>
          <p:nvPr userDrawn="1"/>
        </p:nvSpPr>
        <p:spPr>
          <a:xfrm>
            <a:off x="6177600" y="1411200"/>
            <a:ext cx="5864400" cy="4842000"/>
          </a:xfrm>
          <a:prstGeom prst="roundRect">
            <a:avLst>
              <a:gd name="adj" fmla="val 2323"/>
            </a:avLst>
          </a:prstGeom>
          <a:solidFill>
            <a:srgbClr val="1864FF">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err="1">
              <a:solidFill>
                <a:schemeClr val="bg1"/>
              </a:solidFill>
            </a:endParaRPr>
          </a:p>
        </p:txBody>
      </p:sp>
      <p:sp>
        <p:nvSpPr>
          <p:cNvPr id="23" name="Text Placeholder 4">
            <a:extLst>
              <a:ext uri="{FF2B5EF4-FFF2-40B4-BE49-F238E27FC236}">
                <a16:creationId xmlns:a16="http://schemas.microsoft.com/office/drawing/2014/main" id="{49C73C1F-AEDD-7D45-8181-915FDFA10140}"/>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171450" lvl="0" indent="-171450"/>
            <a:endParaRPr lang="en-US" dirty="0"/>
          </a:p>
        </p:txBody>
      </p:sp>
      <p:sp>
        <p:nvSpPr>
          <p:cNvPr id="13" name="Content Placeholder 2">
            <a:extLst>
              <a:ext uri="{FF2B5EF4-FFF2-40B4-BE49-F238E27FC236}">
                <a16:creationId xmlns:a16="http://schemas.microsoft.com/office/drawing/2014/main" id="{F3655483-73D5-1842-B980-1CB68BC0E61E}"/>
              </a:ext>
            </a:extLst>
          </p:cNvPr>
          <p:cNvSpPr>
            <a:spLocks noGrp="1"/>
          </p:cNvSpPr>
          <p:nvPr>
            <p:ph sz="quarter" idx="19" hasCustomPrompt="1"/>
          </p:nvPr>
        </p:nvSpPr>
        <p:spPr>
          <a:xfrm>
            <a:off x="154800" y="1411200"/>
            <a:ext cx="5864400" cy="4842000"/>
          </a:xfrm>
        </p:spPr>
        <p:txBody>
          <a:bodyPr lIns="216000" tIns="144000" rIns="234000" bIns="46800">
            <a:noAutofit/>
          </a:bodyPr>
          <a:lstStyle>
            <a:lvl1pPr marL="0" indent="0">
              <a:buNone/>
              <a:tabLst/>
              <a:defRPr/>
            </a:lvl1pPr>
          </a:lstStyle>
          <a:p>
            <a:pPr lvl="0"/>
            <a:r>
              <a:rPr lang="en-US" dirty="0"/>
              <a:t>Insert content text (headers in bold)</a:t>
            </a:r>
          </a:p>
        </p:txBody>
      </p:sp>
      <p:sp>
        <p:nvSpPr>
          <p:cNvPr id="14" name="Content Placeholder 2">
            <a:extLst>
              <a:ext uri="{FF2B5EF4-FFF2-40B4-BE49-F238E27FC236}">
                <a16:creationId xmlns:a16="http://schemas.microsoft.com/office/drawing/2014/main" id="{DC502811-F846-1F49-AD36-092A6CA4C35B}"/>
              </a:ext>
            </a:extLst>
          </p:cNvPr>
          <p:cNvSpPr>
            <a:spLocks noGrp="1"/>
          </p:cNvSpPr>
          <p:nvPr>
            <p:ph sz="quarter" idx="20" hasCustomPrompt="1"/>
          </p:nvPr>
        </p:nvSpPr>
        <p:spPr>
          <a:xfrm>
            <a:off x="6177600" y="1411200"/>
            <a:ext cx="5857200" cy="4842000"/>
          </a:xfrm>
          <a:noFill/>
        </p:spPr>
        <p:txBody>
          <a:bodyPr lIns="216000" tIns="144000" rIns="234000">
            <a:noAutofit/>
          </a:bodyPr>
          <a:lstStyle>
            <a:lvl1pPr marL="0" indent="0">
              <a:buClr>
                <a:schemeClr val="bg1"/>
              </a:buClr>
              <a:buFont typeface="Arial" panose="020B0604020202020204" pitchFamily="34" charset="0"/>
              <a:buNone/>
              <a:tabLst/>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Insert content text (headers in bold)</a:t>
            </a:r>
          </a:p>
        </p:txBody>
      </p:sp>
      <p:sp>
        <p:nvSpPr>
          <p:cNvPr id="3" name="Titel 2">
            <a:extLst>
              <a:ext uri="{FF2B5EF4-FFF2-40B4-BE49-F238E27FC236}">
                <a16:creationId xmlns:a16="http://schemas.microsoft.com/office/drawing/2014/main" id="{2422C793-2D13-F535-BEFA-DC122F4C82E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FD55FCDC-BB83-7114-0C6B-0AD338AD5B06}"/>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3F226FF6-730A-BC17-4F44-E26B1A5C5B4F}"/>
              </a:ext>
            </a:extLst>
          </p:cNvPr>
          <p:cNvSpPr>
            <a:spLocks noGrp="1"/>
          </p:cNvSpPr>
          <p:nvPr>
            <p:ph type="sldNum" sz="quarter" idx="22"/>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16687555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hree columns">
    <p:spTree>
      <p:nvGrpSpPr>
        <p:cNvPr id="1" name=""/>
        <p:cNvGrpSpPr/>
        <p:nvPr/>
      </p:nvGrpSpPr>
      <p:grpSpPr>
        <a:xfrm>
          <a:off x="0" y="0"/>
          <a:ext cx="0" cy="0"/>
          <a:chOff x="0" y="0"/>
          <a:chExt cx="0" cy="0"/>
        </a:xfrm>
      </p:grpSpPr>
      <p:sp>
        <p:nvSpPr>
          <p:cNvPr id="21" name="Text Placeholder 4">
            <a:extLst>
              <a:ext uri="{FF2B5EF4-FFF2-40B4-BE49-F238E27FC236}">
                <a16:creationId xmlns:a16="http://schemas.microsoft.com/office/drawing/2014/main" id="{AFA66B3B-E195-4A46-97EC-4F5B8E0BC809}"/>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171450" lvl="0" indent="-171450"/>
            <a:endParaRPr lang="en-US" dirty="0"/>
          </a:p>
        </p:txBody>
      </p:sp>
      <p:sp>
        <p:nvSpPr>
          <p:cNvPr id="5" name="Content Placeholder 4">
            <a:extLst>
              <a:ext uri="{FF2B5EF4-FFF2-40B4-BE49-F238E27FC236}">
                <a16:creationId xmlns:a16="http://schemas.microsoft.com/office/drawing/2014/main" id="{77C84D26-9EDC-F949-AC1A-A72B1BBE389A}"/>
              </a:ext>
            </a:extLst>
          </p:cNvPr>
          <p:cNvSpPr>
            <a:spLocks noGrp="1"/>
          </p:cNvSpPr>
          <p:nvPr>
            <p:ph sz="quarter" idx="22" hasCustomPrompt="1"/>
          </p:nvPr>
        </p:nvSpPr>
        <p:spPr>
          <a:xfrm>
            <a:off x="1548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8" name="Content Placeholder 4">
            <a:extLst>
              <a:ext uri="{FF2B5EF4-FFF2-40B4-BE49-F238E27FC236}">
                <a16:creationId xmlns:a16="http://schemas.microsoft.com/office/drawing/2014/main" id="{3817169C-C0BF-0A40-9984-FECFBA08563F}"/>
              </a:ext>
            </a:extLst>
          </p:cNvPr>
          <p:cNvSpPr>
            <a:spLocks noGrp="1"/>
          </p:cNvSpPr>
          <p:nvPr>
            <p:ph sz="quarter" idx="23" hasCustomPrompt="1"/>
          </p:nvPr>
        </p:nvSpPr>
        <p:spPr>
          <a:xfrm>
            <a:off x="4154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19" name="Content Placeholder 4">
            <a:extLst>
              <a:ext uri="{FF2B5EF4-FFF2-40B4-BE49-F238E27FC236}">
                <a16:creationId xmlns:a16="http://schemas.microsoft.com/office/drawing/2014/main" id="{6FEB4DC9-D693-9443-81DF-3152226B1930}"/>
              </a:ext>
            </a:extLst>
          </p:cNvPr>
          <p:cNvSpPr>
            <a:spLocks noGrp="1"/>
          </p:cNvSpPr>
          <p:nvPr>
            <p:ph sz="quarter" idx="24" hasCustomPrompt="1"/>
          </p:nvPr>
        </p:nvSpPr>
        <p:spPr>
          <a:xfrm>
            <a:off x="8150400" y="1411200"/>
            <a:ext cx="3884399" cy="4842000"/>
          </a:xfrm>
        </p:spPr>
        <p:txBody>
          <a:bodyPr lIns="216000" tIns="46800" rIns="234000" bIns="468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tel 1">
            <a:extLst>
              <a:ext uri="{FF2B5EF4-FFF2-40B4-BE49-F238E27FC236}">
                <a16:creationId xmlns:a16="http://schemas.microsoft.com/office/drawing/2014/main" id="{D68FC9E8-3002-F756-D7AC-B4775245BB4D}"/>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 name="Tijdelijke aanduiding voor voettekst 3">
            <a:extLst>
              <a:ext uri="{FF2B5EF4-FFF2-40B4-BE49-F238E27FC236}">
                <a16:creationId xmlns:a16="http://schemas.microsoft.com/office/drawing/2014/main" id="{E2D12AA1-EA0F-004D-19D9-86367902AB83}"/>
              </a:ext>
            </a:extLst>
          </p:cNvPr>
          <p:cNvSpPr>
            <a:spLocks noGrp="1"/>
          </p:cNvSpPr>
          <p:nvPr>
            <p:ph type="ftr" sz="quarter" idx="25"/>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0BF7AA95-2836-B3CA-5443-3FED2E23A78F}"/>
              </a:ext>
            </a:extLst>
          </p:cNvPr>
          <p:cNvSpPr>
            <a:spLocks noGrp="1"/>
          </p:cNvSpPr>
          <p:nvPr>
            <p:ph type="sldNum" sz="quarter" idx="26"/>
          </p:nvPr>
        </p:nvSpPr>
        <p:spPr/>
        <p:txBody>
          <a:bodyPr/>
          <a:lstStyle/>
          <a:p>
            <a:fld id="{E242BD21-9B61-2246-BCB1-4BE5E1BEBE1C}" type="slidenum">
              <a:rPr lang="nl-NL" smtClean="0"/>
              <a:pPr/>
              <a:t>‹#›</a:t>
            </a:fld>
            <a:endParaRPr lang="nl-NL"/>
          </a:p>
        </p:txBody>
      </p:sp>
    </p:spTree>
    <p:extLst>
      <p:ext uri="{BB962C8B-B14F-4D97-AF65-F5344CB8AC3E}">
        <p14:creationId xmlns:p14="http://schemas.microsoft.com/office/powerpoint/2010/main" val="33516272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Image with description and tex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5473700"/>
            <a:ext cx="6578932" cy="782638"/>
          </a:xfrm>
        </p:spPr>
        <p:txBody>
          <a:bodyPr lIns="216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image description or content text</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7137400" y="1540934"/>
            <a:ext cx="4897400" cy="4715404"/>
          </a:xfrm>
        </p:spPr>
        <p:txBody>
          <a:bodyPr vert="horz" lIns="216000" tIns="46800" rIns="0" bIns="46800" rtlCol="0" anchor="t">
            <a:noAutofit/>
          </a:bodyPr>
          <a:lstStyle>
            <a:lvl1pPr marL="0" indent="0" algn="l">
              <a:buNone/>
              <a:defRPr lang="en-US" sz="1600" b="0" i="0" dirty="0">
                <a:latin typeface="+mn-lt"/>
              </a:defRPr>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lvl1pPr marL="0" indent="0">
              <a:buFont typeface="Arial" panose="020B0604020202020204" pitchFamily="34" charset="0"/>
              <a:buNone/>
              <a:defRPr/>
            </a:lvl1p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6578933" cy="3700139"/>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4" name="Text Placeholder 4">
            <a:extLst>
              <a:ext uri="{FF2B5EF4-FFF2-40B4-BE49-F238E27FC236}">
                <a16:creationId xmlns:a16="http://schemas.microsoft.com/office/drawing/2014/main" id="{2B26B961-7FE8-75BC-1865-117AC23918E6}"/>
              </a:ext>
            </a:extLst>
          </p:cNvPr>
          <p:cNvSpPr>
            <a:spLocks noGrp="1"/>
          </p:cNvSpPr>
          <p:nvPr>
            <p:ph type="body" sz="quarter" idx="12"/>
          </p:nvPr>
        </p:nvSpPr>
        <p:spPr>
          <a:xfrm>
            <a:off x="381600" y="129568"/>
            <a:ext cx="145471" cy="228209"/>
          </a:xfrm>
          <a:prstGeom prst="rect">
            <a:avLst/>
          </a:prstGeom>
          <a:gradFill>
            <a:gsLst>
              <a:gs pos="0">
                <a:srgbClr val="093CB2">
                  <a:alpha val="0"/>
                </a:srgbClr>
              </a:gs>
              <a:gs pos="5000">
                <a:srgbClr val="093CB2"/>
              </a:gs>
            </a:gsLst>
            <a:lin ang="0" scaled="0"/>
          </a:gradFill>
        </p:spPr>
        <p:txBody>
          <a:bodyPr vert="horz" wrap="none" lIns="0" tIns="28800" rIns="144000" bIns="28800" rtlCol="0" anchor="ctr" anchorCtr="0">
            <a:spAutoFit/>
          </a:bodyPr>
          <a:lstStyle>
            <a:lvl1pPr marL="0" indent="0">
              <a:buFont typeface="Arial" panose="020B0604020202020204" pitchFamily="34" charse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171450" lvl="0" indent="-171450"/>
            <a:endParaRPr lang="en-US" dirty="0"/>
          </a:p>
        </p:txBody>
      </p:sp>
    </p:spTree>
    <p:extLst>
      <p:ext uri="{BB962C8B-B14F-4D97-AF65-F5344CB8AC3E}">
        <p14:creationId xmlns:p14="http://schemas.microsoft.com/office/powerpoint/2010/main" val="86065233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wo images with description">
    <p:spTree>
      <p:nvGrpSpPr>
        <p:cNvPr id="1" name=""/>
        <p:cNvGrpSpPr/>
        <p:nvPr/>
      </p:nvGrpSpPr>
      <p:grpSpPr>
        <a:xfrm>
          <a:off x="0" y="0"/>
          <a:ext cx="0" cy="0"/>
          <a:chOff x="0" y="0"/>
          <a:chExt cx="0" cy="0"/>
        </a:xfrm>
      </p:grpSpPr>
      <p:sp>
        <p:nvSpPr>
          <p:cNvPr id="19" name="Text Placeholder 4">
            <a:extLst>
              <a:ext uri="{FF2B5EF4-FFF2-40B4-BE49-F238E27FC236}">
                <a16:creationId xmlns:a16="http://schemas.microsoft.com/office/drawing/2014/main" id="{5E177DEE-B705-3E43-89AC-7B3420354C3F}"/>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vert="horz" wrap="none" lIns="0" tIns="28800" rIns="144000" bIns="28800" rtlCol="0" anchor="ctr" anchorCtr="0">
            <a:spAutoFit/>
          </a:bodyPr>
          <a:lstStyle>
            <a:lvl1pPr marL="0" inden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171450" lvl="0" indent="-171450"/>
            <a:endParaRPr lang="en-US" dirty="0"/>
          </a:p>
        </p:txBody>
      </p:sp>
      <p:sp>
        <p:nvSpPr>
          <p:cNvPr id="3" name="Content Placeholder 2">
            <a:extLst>
              <a:ext uri="{FF2B5EF4-FFF2-40B4-BE49-F238E27FC236}">
                <a16:creationId xmlns:a16="http://schemas.microsoft.com/office/drawing/2014/main" id="{5E21934A-DE0A-C841-9479-688B6BBD6022}"/>
              </a:ext>
            </a:extLst>
          </p:cNvPr>
          <p:cNvSpPr>
            <a:spLocks noGrp="1"/>
          </p:cNvSpPr>
          <p:nvPr>
            <p:ph sz="quarter" idx="19" hasCustomPrompt="1"/>
          </p:nvPr>
        </p:nvSpPr>
        <p:spPr>
          <a:xfrm>
            <a:off x="380668" y="4861366"/>
            <a:ext cx="5522420" cy="1393200"/>
          </a:xfrm>
        </p:spPr>
        <p:txBody>
          <a:bodyPr lIns="234000" tIns="46800" rIns="0" bIns="46800">
            <a:noAutofit/>
          </a:bodyPr>
          <a:lstStyle>
            <a:lvl1pPr marL="0" indent="0" algn="l">
              <a:buFont typeface="Arial" panose="020B0604020202020204" pitchFamily="34" charset="0"/>
              <a:buNone/>
              <a:tabLst/>
              <a:defRPr sz="1600" b="0" i="0">
                <a:latin typeface="+mn-lt"/>
              </a:defRPr>
            </a:lvl1pPr>
          </a:lstStyle>
          <a:p>
            <a:pPr lvl="0"/>
            <a:r>
              <a:rPr lang="en-US" dirty="0"/>
              <a:t>Insert content text (headers in bold)</a:t>
            </a:r>
          </a:p>
        </p:txBody>
      </p:sp>
      <p:sp>
        <p:nvSpPr>
          <p:cNvPr id="12" name="Content Placeholder 2">
            <a:extLst>
              <a:ext uri="{FF2B5EF4-FFF2-40B4-BE49-F238E27FC236}">
                <a16:creationId xmlns:a16="http://schemas.microsoft.com/office/drawing/2014/main" id="{0DA720B1-8ADB-B746-A933-6029EBDCC50B}"/>
              </a:ext>
            </a:extLst>
          </p:cNvPr>
          <p:cNvSpPr>
            <a:spLocks noGrp="1"/>
          </p:cNvSpPr>
          <p:nvPr>
            <p:ph sz="quarter" idx="20" hasCustomPrompt="1"/>
          </p:nvPr>
        </p:nvSpPr>
        <p:spPr>
          <a:xfrm>
            <a:off x="6288911" y="4861367"/>
            <a:ext cx="5522421" cy="1393200"/>
          </a:xfrm>
        </p:spPr>
        <p:txBody>
          <a:bodyPr vert="horz" lIns="234000" tIns="46800" rIns="0" bIns="46800" rtlCol="0" anchor="t">
            <a:noAutofit/>
          </a:bodyPr>
          <a:lstStyle>
            <a:lvl1pPr marL="0" indent="0" algn="l">
              <a:buNone/>
              <a:defRPr lang="en-US" sz="1600" b="0" i="0" dirty="0">
                <a:latin typeface="+mn-lt"/>
              </a:defRPr>
            </a:lvl1pPr>
          </a:lstStyle>
          <a:p>
            <a:pPr marL="285750" lvl="0" indent="-285750">
              <a:tabLst/>
            </a:pPr>
            <a:r>
              <a:rPr lang="en-US" dirty="0"/>
              <a:t>Insert content text (headers in bold)</a:t>
            </a:r>
          </a:p>
        </p:txBody>
      </p:sp>
      <p:sp>
        <p:nvSpPr>
          <p:cNvPr id="2" name="Titel 1">
            <a:extLst>
              <a:ext uri="{FF2B5EF4-FFF2-40B4-BE49-F238E27FC236}">
                <a16:creationId xmlns:a16="http://schemas.microsoft.com/office/drawing/2014/main" id="{78569D05-D099-B89D-775D-2DE1277A7741}"/>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5" name="Tijdelijke aanduiding voor voettekst 4">
            <a:extLst>
              <a:ext uri="{FF2B5EF4-FFF2-40B4-BE49-F238E27FC236}">
                <a16:creationId xmlns:a16="http://schemas.microsoft.com/office/drawing/2014/main" id="{6E7C08FB-0D88-785B-2579-ABBA283208FB}"/>
              </a:ext>
            </a:extLst>
          </p:cNvPr>
          <p:cNvSpPr>
            <a:spLocks noGrp="1"/>
          </p:cNvSpPr>
          <p:nvPr>
            <p:ph type="ftr" sz="quarter" idx="21"/>
          </p:nvPr>
        </p:nvSpPr>
        <p:spPr/>
        <p:txBody>
          <a:bodyPr/>
          <a:lstStyle/>
          <a:p>
            <a:r>
              <a:rPr lang="nl-NL"/>
              <a:t>Confidential</a:t>
            </a:r>
          </a:p>
        </p:txBody>
      </p:sp>
      <p:sp>
        <p:nvSpPr>
          <p:cNvPr id="6" name="Tijdelijke aanduiding voor dianummer 5">
            <a:extLst>
              <a:ext uri="{FF2B5EF4-FFF2-40B4-BE49-F238E27FC236}">
                <a16:creationId xmlns:a16="http://schemas.microsoft.com/office/drawing/2014/main" id="{C9F4B0A4-0409-DB00-CBC3-A669343A935E}"/>
              </a:ext>
            </a:extLst>
          </p:cNvPr>
          <p:cNvSpPr>
            <a:spLocks noGrp="1"/>
          </p:cNvSpPr>
          <p:nvPr>
            <p:ph type="sldNum" sz="quarter" idx="22"/>
          </p:nvPr>
        </p:nvSpPr>
        <p:spPr/>
        <p:txBody>
          <a:bodyPr/>
          <a:lstStyle/>
          <a:p>
            <a:fld id="{E242BD21-9B61-2246-BCB1-4BE5E1BEBE1C}" type="slidenum">
              <a:rPr lang="nl-NL" smtClean="0"/>
              <a:pPr/>
              <a:t>‹#›</a:t>
            </a:fld>
            <a:endParaRPr lang="nl-NL"/>
          </a:p>
        </p:txBody>
      </p:sp>
      <p:sp>
        <p:nvSpPr>
          <p:cNvPr id="10" name="Tijdelijke aanduiding voor afbeelding 9">
            <a:extLst>
              <a:ext uri="{FF2B5EF4-FFF2-40B4-BE49-F238E27FC236}">
                <a16:creationId xmlns:a16="http://schemas.microsoft.com/office/drawing/2014/main" id="{74C2B533-3738-4BCF-E203-07E3E98E3D50}"/>
              </a:ext>
            </a:extLst>
          </p:cNvPr>
          <p:cNvSpPr>
            <a:spLocks noGrp="1"/>
          </p:cNvSpPr>
          <p:nvPr>
            <p:ph type="pic" sz="quarter" idx="16" hasCustomPrompt="1"/>
          </p:nvPr>
        </p:nvSpPr>
        <p:spPr>
          <a:xfrm>
            <a:off x="380667"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11" name="Tijdelijke aanduiding voor afbeelding 10">
            <a:extLst>
              <a:ext uri="{FF2B5EF4-FFF2-40B4-BE49-F238E27FC236}">
                <a16:creationId xmlns:a16="http://schemas.microsoft.com/office/drawing/2014/main" id="{3278BC24-FF8A-184E-4F1C-1879F1DF8FB4}"/>
              </a:ext>
            </a:extLst>
          </p:cNvPr>
          <p:cNvSpPr>
            <a:spLocks noGrp="1"/>
          </p:cNvSpPr>
          <p:nvPr>
            <p:ph type="pic" sz="quarter" idx="23" hasCustomPrompt="1"/>
          </p:nvPr>
        </p:nvSpPr>
        <p:spPr>
          <a:xfrm>
            <a:off x="6288914" y="1540933"/>
            <a:ext cx="5522421" cy="3105933"/>
          </a:xfrm>
          <a:custGeom>
            <a:avLst/>
            <a:gdLst>
              <a:gd name="connsiteX0" fmla="*/ 131271 w 5864400"/>
              <a:gd name="connsiteY0" fmla="*/ 0 h 3298271"/>
              <a:gd name="connsiteX1" fmla="*/ 5733129 w 5864400"/>
              <a:gd name="connsiteY1" fmla="*/ 0 h 3298271"/>
              <a:gd name="connsiteX2" fmla="*/ 5864400 w 5864400"/>
              <a:gd name="connsiteY2" fmla="*/ 131271 h 3298271"/>
              <a:gd name="connsiteX3" fmla="*/ 5864400 w 5864400"/>
              <a:gd name="connsiteY3" fmla="*/ 3167000 h 3298271"/>
              <a:gd name="connsiteX4" fmla="*/ 5733129 w 5864400"/>
              <a:gd name="connsiteY4" fmla="*/ 3298271 h 3298271"/>
              <a:gd name="connsiteX5" fmla="*/ 131271 w 5864400"/>
              <a:gd name="connsiteY5" fmla="*/ 3298271 h 3298271"/>
              <a:gd name="connsiteX6" fmla="*/ 0 w 5864400"/>
              <a:gd name="connsiteY6" fmla="*/ 3167000 h 3298271"/>
              <a:gd name="connsiteX7" fmla="*/ 0 w 5864400"/>
              <a:gd name="connsiteY7" fmla="*/ 131271 h 3298271"/>
              <a:gd name="connsiteX8" fmla="*/ 131271 w 5864400"/>
              <a:gd name="connsiteY8" fmla="*/ 0 h 32982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4400" h="3298271">
                <a:moveTo>
                  <a:pt x="131271" y="0"/>
                </a:moveTo>
                <a:lnTo>
                  <a:pt x="5733129" y="0"/>
                </a:lnTo>
                <a:cubicBezTo>
                  <a:pt x="5805628" y="0"/>
                  <a:pt x="5864400" y="58772"/>
                  <a:pt x="5864400" y="131271"/>
                </a:cubicBezTo>
                <a:lnTo>
                  <a:pt x="5864400" y="3167000"/>
                </a:lnTo>
                <a:cubicBezTo>
                  <a:pt x="5864400" y="3239499"/>
                  <a:pt x="5805628" y="3298271"/>
                  <a:pt x="5733129" y="3298271"/>
                </a:cubicBezTo>
                <a:lnTo>
                  <a:pt x="131271" y="3298271"/>
                </a:lnTo>
                <a:cubicBezTo>
                  <a:pt x="58772" y="3298271"/>
                  <a:pt x="0" y="3239499"/>
                  <a:pt x="0" y="3167000"/>
                </a:cubicBezTo>
                <a:lnTo>
                  <a:pt x="0" y="131271"/>
                </a:lnTo>
                <a:cubicBezTo>
                  <a:pt x="0" y="58772"/>
                  <a:pt x="58772" y="0"/>
                  <a:pt x="131271" y="0"/>
                </a:cubicBezTo>
                <a:close/>
              </a:path>
            </a:pathLst>
          </a:custGeom>
          <a:effectLst/>
        </p:spPr>
        <p:txBody>
          <a:bodyPr wrap="square" tIns="216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Tree>
    <p:extLst>
      <p:ext uri="{BB962C8B-B14F-4D97-AF65-F5344CB8AC3E}">
        <p14:creationId xmlns:p14="http://schemas.microsoft.com/office/powerpoint/2010/main" val="18987950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Display demo">
    <p:spTree>
      <p:nvGrpSpPr>
        <p:cNvPr id="1" name=""/>
        <p:cNvGrpSpPr/>
        <p:nvPr/>
      </p:nvGrpSpPr>
      <p:grpSpPr>
        <a:xfrm>
          <a:off x="0" y="0"/>
          <a:ext cx="0" cy="0"/>
          <a:chOff x="0" y="0"/>
          <a:chExt cx="0" cy="0"/>
        </a:xfrm>
      </p:grpSpPr>
      <p:sp>
        <p:nvSpPr>
          <p:cNvPr id="5" name="Oval 20">
            <a:extLst>
              <a:ext uri="{FF2B5EF4-FFF2-40B4-BE49-F238E27FC236}">
                <a16:creationId xmlns:a16="http://schemas.microsoft.com/office/drawing/2014/main" id="{F15B1F8D-10F5-61D2-B422-98A5EDDCE8B2}"/>
              </a:ext>
            </a:extLst>
          </p:cNvPr>
          <p:cNvSpPr/>
          <p:nvPr userDrawn="1"/>
        </p:nvSpPr>
        <p:spPr>
          <a:xfrm>
            <a:off x="676656" y="4282697"/>
            <a:ext cx="4730496" cy="1005682"/>
          </a:xfrm>
          <a:prstGeom prst="ellipse">
            <a:avLst/>
          </a:prstGeom>
          <a:solidFill>
            <a:srgbClr val="151632">
              <a:alpha val="41569"/>
            </a:srgbClr>
          </a:solidFill>
          <a:ln>
            <a:noFill/>
          </a:ln>
          <a:effectLst>
            <a:softEdge rad="383393"/>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6" name="Oval 20">
            <a:extLst>
              <a:ext uri="{FF2B5EF4-FFF2-40B4-BE49-F238E27FC236}">
                <a16:creationId xmlns:a16="http://schemas.microsoft.com/office/drawing/2014/main" id="{89FD4F71-E85B-8836-B609-51F71E98777C}"/>
              </a:ext>
            </a:extLst>
          </p:cNvPr>
          <p:cNvSpPr/>
          <p:nvPr userDrawn="1"/>
        </p:nvSpPr>
        <p:spPr>
          <a:xfrm>
            <a:off x="-243944" y="5157159"/>
            <a:ext cx="6663032" cy="1132006"/>
          </a:xfrm>
          <a:prstGeom prst="ellipse">
            <a:avLst/>
          </a:prstGeom>
          <a:solidFill>
            <a:srgbClr val="020202">
              <a:alpha val="37647"/>
            </a:srgbClr>
          </a:solidFill>
          <a:ln>
            <a:noFill/>
          </a:ln>
          <a:effectLst>
            <a:softEdge rad="463918"/>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7" name="Oval 20">
            <a:extLst>
              <a:ext uri="{FF2B5EF4-FFF2-40B4-BE49-F238E27FC236}">
                <a16:creationId xmlns:a16="http://schemas.microsoft.com/office/drawing/2014/main" id="{BE255861-DEEE-319F-BFF7-1BE1130113D0}"/>
              </a:ext>
            </a:extLst>
          </p:cNvPr>
          <p:cNvSpPr/>
          <p:nvPr userDrawn="1"/>
        </p:nvSpPr>
        <p:spPr>
          <a:xfrm>
            <a:off x="-988886" y="757351"/>
            <a:ext cx="8960463" cy="5362830"/>
          </a:xfrm>
          <a:prstGeom prst="ellipse">
            <a:avLst/>
          </a:prstGeom>
          <a:solidFill>
            <a:srgbClr val="1864FF">
              <a:alpha val="11765"/>
            </a:srgbClr>
          </a:solidFill>
          <a:ln>
            <a:noFill/>
          </a:ln>
          <a:effectLst>
            <a:softEdge rad="968824"/>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9" name="Oval 20">
            <a:extLst>
              <a:ext uri="{FF2B5EF4-FFF2-40B4-BE49-F238E27FC236}">
                <a16:creationId xmlns:a16="http://schemas.microsoft.com/office/drawing/2014/main" id="{776F2219-D282-6D24-12AE-146E48743980}"/>
              </a:ext>
            </a:extLst>
          </p:cNvPr>
          <p:cNvSpPr/>
          <p:nvPr userDrawn="1"/>
        </p:nvSpPr>
        <p:spPr>
          <a:xfrm>
            <a:off x="-1246779" y="935444"/>
            <a:ext cx="8260227" cy="4477804"/>
          </a:xfrm>
          <a:prstGeom prst="ellipse">
            <a:avLst/>
          </a:prstGeom>
          <a:solidFill>
            <a:srgbClr val="E2A3F2">
              <a:alpha val="20000"/>
            </a:srgbClr>
          </a:solidFill>
          <a:ln>
            <a:noFill/>
          </a:ln>
          <a:effectLst>
            <a:softEdge rad="968824"/>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10" name="Oval 20">
            <a:extLst>
              <a:ext uri="{FF2B5EF4-FFF2-40B4-BE49-F238E27FC236}">
                <a16:creationId xmlns:a16="http://schemas.microsoft.com/office/drawing/2014/main" id="{3C644330-B974-CFD5-AF0F-C0245E406711}"/>
              </a:ext>
            </a:extLst>
          </p:cNvPr>
          <p:cNvSpPr/>
          <p:nvPr userDrawn="1"/>
        </p:nvSpPr>
        <p:spPr>
          <a:xfrm>
            <a:off x="-97966" y="4801170"/>
            <a:ext cx="6276980" cy="1716652"/>
          </a:xfrm>
          <a:prstGeom prst="ellipse">
            <a:avLst/>
          </a:prstGeom>
          <a:solidFill>
            <a:srgbClr val="020202">
              <a:alpha val="4706"/>
            </a:srgbClr>
          </a:solidFill>
          <a:ln>
            <a:noFill/>
          </a:ln>
          <a:effectLst>
            <a:softEdge rad="383393"/>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11" name="Oval 20">
            <a:extLst>
              <a:ext uri="{FF2B5EF4-FFF2-40B4-BE49-F238E27FC236}">
                <a16:creationId xmlns:a16="http://schemas.microsoft.com/office/drawing/2014/main" id="{1B2606B9-72D9-1046-4318-A13425FA5468}"/>
              </a:ext>
            </a:extLst>
          </p:cNvPr>
          <p:cNvSpPr/>
          <p:nvPr userDrawn="1"/>
        </p:nvSpPr>
        <p:spPr>
          <a:xfrm rot="20593722">
            <a:off x="-1415915" y="1945341"/>
            <a:ext cx="7892374" cy="3581273"/>
          </a:xfrm>
          <a:prstGeom prst="ellipse">
            <a:avLst/>
          </a:prstGeom>
          <a:gradFill>
            <a:gsLst>
              <a:gs pos="35000">
                <a:srgbClr val="1864FF">
                  <a:alpha val="34902"/>
                </a:srgbClr>
              </a:gs>
              <a:gs pos="66000">
                <a:srgbClr val="E2A3F2"/>
              </a:gs>
              <a:gs pos="13000">
                <a:srgbClr val="1847B2">
                  <a:alpha val="52549"/>
                </a:srgbClr>
              </a:gs>
              <a:gs pos="86000">
                <a:srgbClr val="E2A3F2">
                  <a:alpha val="22745"/>
                </a:srgbClr>
              </a:gs>
            </a:gsLst>
            <a:lin ang="0" scaled="0"/>
          </a:gradFill>
          <a:ln>
            <a:noFill/>
          </a:ln>
          <a:effectLst>
            <a:softEdge rad="968824"/>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12" name="Rounded Rectangle 30">
            <a:extLst>
              <a:ext uri="{FF2B5EF4-FFF2-40B4-BE49-F238E27FC236}">
                <a16:creationId xmlns:a16="http://schemas.microsoft.com/office/drawing/2014/main" id="{D06BC0C8-5175-51D9-7E76-563951BA03FE}"/>
              </a:ext>
            </a:extLst>
          </p:cNvPr>
          <p:cNvSpPr/>
          <p:nvPr userDrawn="1"/>
        </p:nvSpPr>
        <p:spPr>
          <a:xfrm>
            <a:off x="885346" y="2141445"/>
            <a:ext cx="4325637" cy="2843570"/>
          </a:xfrm>
          <a:prstGeom prst="roundRect">
            <a:avLst>
              <a:gd name="adj" fmla="val 3222"/>
            </a:avLst>
          </a:prstGeom>
          <a:solidFill>
            <a:srgbClr val="151632"/>
          </a:solidFill>
          <a:ln>
            <a:noFill/>
          </a:ln>
          <a:effectLst>
            <a:outerShdw blurRad="1270000" dist="38100" dir="5400000" sx="107000" sy="107000" algn="t" rotWithShape="0">
              <a:srgbClr val="1864FF">
                <a:alpha val="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pic>
        <p:nvPicPr>
          <p:cNvPr id="14" name="Afbeelding 13">
            <a:extLst>
              <a:ext uri="{FF2B5EF4-FFF2-40B4-BE49-F238E27FC236}">
                <a16:creationId xmlns:a16="http://schemas.microsoft.com/office/drawing/2014/main" id="{1E5FE55A-A95C-697C-C52F-05EBDACCE591}"/>
              </a:ext>
            </a:extLst>
          </p:cNvPr>
          <p:cNvPicPr>
            <a:picLocks noChangeAspect="1"/>
          </p:cNvPicPr>
          <p:nvPr userDrawn="1"/>
        </p:nvPicPr>
        <p:blipFill>
          <a:blip r:embed="rId2"/>
          <a:srcRect t="7416"/>
          <a:stretch>
            <a:fillRect/>
          </a:stretch>
        </p:blipFill>
        <p:spPr>
          <a:xfrm>
            <a:off x="849439" y="2465494"/>
            <a:ext cx="4407954" cy="3115925"/>
          </a:xfrm>
          <a:custGeom>
            <a:avLst/>
            <a:gdLst>
              <a:gd name="connsiteX0" fmla="*/ 0 w 4407954"/>
              <a:gd name="connsiteY0" fmla="*/ 0 h 3115925"/>
              <a:gd name="connsiteX1" fmla="*/ 4407954 w 4407954"/>
              <a:gd name="connsiteY1" fmla="*/ 0 h 3115925"/>
              <a:gd name="connsiteX2" fmla="*/ 4407954 w 4407954"/>
              <a:gd name="connsiteY2" fmla="*/ 3115925 h 3115925"/>
              <a:gd name="connsiteX3" fmla="*/ 0 w 4407954"/>
              <a:gd name="connsiteY3" fmla="*/ 3115925 h 3115925"/>
            </a:gdLst>
            <a:ahLst/>
            <a:cxnLst>
              <a:cxn ang="0">
                <a:pos x="connsiteX0" y="connsiteY0"/>
              </a:cxn>
              <a:cxn ang="0">
                <a:pos x="connsiteX1" y="connsiteY1"/>
              </a:cxn>
              <a:cxn ang="0">
                <a:pos x="connsiteX2" y="connsiteY2"/>
              </a:cxn>
              <a:cxn ang="0">
                <a:pos x="connsiteX3" y="connsiteY3"/>
              </a:cxn>
            </a:cxnLst>
            <a:rect l="l" t="t" r="r" b="b"/>
            <a:pathLst>
              <a:path w="4407954" h="3115925">
                <a:moveTo>
                  <a:pt x="0" y="0"/>
                </a:moveTo>
                <a:lnTo>
                  <a:pt x="4407954" y="0"/>
                </a:lnTo>
                <a:lnTo>
                  <a:pt x="4407954" y="3115925"/>
                </a:lnTo>
                <a:lnTo>
                  <a:pt x="0" y="3115925"/>
                </a:lnTo>
                <a:close/>
              </a:path>
            </a:pathLst>
          </a:custGeom>
          <a:effectLst>
            <a:outerShdw blurRad="1270000" dist="38100" algn="t" rotWithShape="0">
              <a:srgbClr val="1864FF">
                <a:alpha val="41961"/>
              </a:srgbClr>
            </a:outerShdw>
          </a:effectLst>
        </p:spPr>
      </p:pic>
      <p:pic>
        <p:nvPicPr>
          <p:cNvPr id="15" name="Afbeelding 14">
            <a:extLst>
              <a:ext uri="{FF2B5EF4-FFF2-40B4-BE49-F238E27FC236}">
                <a16:creationId xmlns:a16="http://schemas.microsoft.com/office/drawing/2014/main" id="{96632964-50AC-4303-FE4A-2693797ACA10}"/>
              </a:ext>
            </a:extLst>
          </p:cNvPr>
          <p:cNvPicPr>
            <a:picLocks noChangeAspect="1"/>
          </p:cNvPicPr>
          <p:nvPr userDrawn="1"/>
        </p:nvPicPr>
        <p:blipFill>
          <a:blip r:embed="rId2"/>
          <a:srcRect b="61224"/>
          <a:stretch>
            <a:fillRect/>
          </a:stretch>
        </p:blipFill>
        <p:spPr>
          <a:xfrm>
            <a:off x="849439" y="2095472"/>
            <a:ext cx="4407954" cy="1305004"/>
          </a:xfrm>
          <a:custGeom>
            <a:avLst/>
            <a:gdLst>
              <a:gd name="connsiteX0" fmla="*/ 0 w 4407954"/>
              <a:gd name="connsiteY0" fmla="*/ 0 h 1305004"/>
              <a:gd name="connsiteX1" fmla="*/ 4407954 w 4407954"/>
              <a:gd name="connsiteY1" fmla="*/ 0 h 1305004"/>
              <a:gd name="connsiteX2" fmla="*/ 4407954 w 4407954"/>
              <a:gd name="connsiteY2" fmla="*/ 1305004 h 1305004"/>
              <a:gd name="connsiteX3" fmla="*/ 0 w 4407954"/>
              <a:gd name="connsiteY3" fmla="*/ 1305004 h 1305004"/>
            </a:gdLst>
            <a:ahLst/>
            <a:cxnLst>
              <a:cxn ang="0">
                <a:pos x="connsiteX0" y="connsiteY0"/>
              </a:cxn>
              <a:cxn ang="0">
                <a:pos x="connsiteX1" y="connsiteY1"/>
              </a:cxn>
              <a:cxn ang="0">
                <a:pos x="connsiteX2" y="connsiteY2"/>
              </a:cxn>
              <a:cxn ang="0">
                <a:pos x="connsiteX3" y="connsiteY3"/>
              </a:cxn>
            </a:cxnLst>
            <a:rect l="l" t="t" r="r" b="b"/>
            <a:pathLst>
              <a:path w="4407954" h="1305004">
                <a:moveTo>
                  <a:pt x="0" y="0"/>
                </a:moveTo>
                <a:lnTo>
                  <a:pt x="4407954" y="0"/>
                </a:lnTo>
                <a:lnTo>
                  <a:pt x="4407954" y="1305004"/>
                </a:lnTo>
                <a:lnTo>
                  <a:pt x="0" y="1305004"/>
                </a:lnTo>
                <a:close/>
              </a:path>
            </a:pathLst>
          </a:custGeom>
          <a:effectLst>
            <a:outerShdw blurRad="1270000" dist="38100" algn="t" rotWithShape="0">
              <a:srgbClr val="1864FF">
                <a:alpha val="41961"/>
              </a:srgbClr>
            </a:outerShdw>
          </a:effectLst>
        </p:spPr>
      </p:pic>
      <p:sp>
        <p:nvSpPr>
          <p:cNvPr id="16" name="Freeform 24">
            <a:extLst>
              <a:ext uri="{FF2B5EF4-FFF2-40B4-BE49-F238E27FC236}">
                <a16:creationId xmlns:a16="http://schemas.microsoft.com/office/drawing/2014/main" id="{6A41487D-7F70-916C-1BA6-DCC6571865FE}"/>
              </a:ext>
            </a:extLst>
          </p:cNvPr>
          <p:cNvSpPr/>
          <p:nvPr userDrawn="1"/>
        </p:nvSpPr>
        <p:spPr>
          <a:xfrm>
            <a:off x="859851" y="2111188"/>
            <a:ext cx="4364794" cy="2532415"/>
          </a:xfrm>
          <a:custGeom>
            <a:avLst/>
            <a:gdLst>
              <a:gd name="connsiteX0" fmla="*/ 109488 w 3988658"/>
              <a:gd name="connsiteY0" fmla="*/ 0 h 2200275"/>
              <a:gd name="connsiteX1" fmla="*/ 3879170 w 3988658"/>
              <a:gd name="connsiteY1" fmla="*/ 0 h 2200275"/>
              <a:gd name="connsiteX2" fmla="*/ 3988658 w 3988658"/>
              <a:gd name="connsiteY2" fmla="*/ 109488 h 2200275"/>
              <a:gd name="connsiteX3" fmla="*/ 3988658 w 3988658"/>
              <a:gd name="connsiteY3" fmla="*/ 2200275 h 2200275"/>
              <a:gd name="connsiteX4" fmla="*/ 0 w 3988658"/>
              <a:gd name="connsiteY4" fmla="*/ 2200275 h 2200275"/>
              <a:gd name="connsiteX5" fmla="*/ 0 w 3988658"/>
              <a:gd name="connsiteY5" fmla="*/ 109488 h 2200275"/>
              <a:gd name="connsiteX6" fmla="*/ 109488 w 3988658"/>
              <a:gd name="connsiteY6" fmla="*/ 0 h 220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88658" h="2200275">
                <a:moveTo>
                  <a:pt x="109488" y="0"/>
                </a:moveTo>
                <a:lnTo>
                  <a:pt x="3879170" y="0"/>
                </a:lnTo>
                <a:cubicBezTo>
                  <a:pt x="3939639" y="0"/>
                  <a:pt x="3988658" y="49019"/>
                  <a:pt x="3988658" y="109488"/>
                </a:cubicBezTo>
                <a:lnTo>
                  <a:pt x="3988658" y="2200275"/>
                </a:lnTo>
                <a:lnTo>
                  <a:pt x="0" y="2200275"/>
                </a:lnTo>
                <a:lnTo>
                  <a:pt x="0" y="109488"/>
                </a:lnTo>
                <a:cubicBezTo>
                  <a:pt x="0" y="49019"/>
                  <a:pt x="49019" y="0"/>
                  <a:pt x="109488" y="0"/>
                </a:cubicBezTo>
                <a:close/>
              </a:path>
            </a:pathLst>
          </a:custGeom>
          <a:gradFill>
            <a:gsLst>
              <a:gs pos="65000">
                <a:srgbClr val="FFFFFF">
                  <a:alpha val="0"/>
                </a:srgbClr>
              </a:gs>
              <a:gs pos="44000">
                <a:srgbClr val="1864FF">
                  <a:alpha val="20000"/>
                </a:srgbClr>
              </a:gs>
              <a:gs pos="23000">
                <a:srgbClr val="E2A3F2">
                  <a:alpha val="20000"/>
                </a:srgbClr>
              </a:gs>
              <a:gs pos="0">
                <a:srgbClr val="FFFFFF">
                  <a:alpha val="0"/>
                </a:srgbClr>
              </a:gs>
            </a:gsLst>
            <a:lin ang="3600000" scaled="0"/>
          </a:gradFill>
          <a:ln>
            <a:noFill/>
          </a:ln>
          <a:effectLst>
            <a:outerShdw blurRad="310988" sx="108000" sy="108000" algn="ctr" rotWithShape="0">
              <a:srgbClr val="000000">
                <a:alpha val="89804"/>
              </a:srgb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ctr">
            <a:noAutofit/>
          </a:bodyPr>
          <a:lstStyle/>
          <a:p>
            <a:pPr algn="ctr"/>
            <a:endParaRPr lang="en-NL" sz="1600" err="1">
              <a:solidFill>
                <a:schemeClr val="bg1"/>
              </a:solidFill>
            </a:endParaRPr>
          </a:p>
        </p:txBody>
      </p:sp>
      <p:sp>
        <p:nvSpPr>
          <p:cNvPr id="17" name="Oval 20">
            <a:extLst>
              <a:ext uri="{FF2B5EF4-FFF2-40B4-BE49-F238E27FC236}">
                <a16:creationId xmlns:a16="http://schemas.microsoft.com/office/drawing/2014/main" id="{D5A58590-5CDB-1749-DD67-5003671B07B1}"/>
              </a:ext>
            </a:extLst>
          </p:cNvPr>
          <p:cNvSpPr/>
          <p:nvPr userDrawn="1"/>
        </p:nvSpPr>
        <p:spPr>
          <a:xfrm>
            <a:off x="88287" y="4941609"/>
            <a:ext cx="6016858" cy="1237583"/>
          </a:xfrm>
          <a:prstGeom prst="ellipse">
            <a:avLst/>
          </a:prstGeom>
          <a:solidFill>
            <a:srgbClr val="020202">
              <a:alpha val="5098"/>
            </a:srgbClr>
          </a:solidFill>
          <a:ln>
            <a:noFill/>
          </a:ln>
          <a:effectLst>
            <a:softEdge rad="383393"/>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sp>
        <p:nvSpPr>
          <p:cNvPr id="18" name="Oval 20">
            <a:extLst>
              <a:ext uri="{FF2B5EF4-FFF2-40B4-BE49-F238E27FC236}">
                <a16:creationId xmlns:a16="http://schemas.microsoft.com/office/drawing/2014/main" id="{525ED7C8-40EF-C651-7086-7C18A8F57207}"/>
              </a:ext>
            </a:extLst>
          </p:cNvPr>
          <p:cNvSpPr/>
          <p:nvPr userDrawn="1"/>
        </p:nvSpPr>
        <p:spPr>
          <a:xfrm>
            <a:off x="1268188" y="5048928"/>
            <a:ext cx="3657056" cy="973046"/>
          </a:xfrm>
          <a:prstGeom prst="ellipse">
            <a:avLst/>
          </a:prstGeom>
          <a:solidFill>
            <a:srgbClr val="151632">
              <a:alpha val="51373"/>
            </a:srgbClr>
          </a:solidFill>
          <a:ln>
            <a:noFill/>
          </a:ln>
          <a:effectLst>
            <a:softEdge rad="383393"/>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pic>
        <p:nvPicPr>
          <p:cNvPr id="19" name="Graphic 18">
            <a:extLst>
              <a:ext uri="{FF2B5EF4-FFF2-40B4-BE49-F238E27FC236}">
                <a16:creationId xmlns:a16="http://schemas.microsoft.com/office/drawing/2014/main" id="{A6F1428A-8467-A13C-72AA-FCE1D7A96256}"/>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2950651" y="4740902"/>
            <a:ext cx="249778" cy="166520"/>
          </a:xfrm>
          <a:prstGeom prst="rect">
            <a:avLst/>
          </a:prstGeom>
        </p:spPr>
      </p:pic>
      <p:sp>
        <p:nvSpPr>
          <p:cNvPr id="20" name="Tijdelijke aanduiding voor afbeelding 26">
            <a:extLst>
              <a:ext uri="{FF2B5EF4-FFF2-40B4-BE49-F238E27FC236}">
                <a16:creationId xmlns:a16="http://schemas.microsoft.com/office/drawing/2014/main" id="{3EAC5904-9DB4-0E55-8E2B-41354E07A198}"/>
              </a:ext>
            </a:extLst>
          </p:cNvPr>
          <p:cNvSpPr>
            <a:spLocks noGrp="1"/>
          </p:cNvSpPr>
          <p:nvPr>
            <p:ph type="pic" sz="quarter" idx="16" hasCustomPrompt="1"/>
          </p:nvPr>
        </p:nvSpPr>
        <p:spPr>
          <a:xfrm>
            <a:off x="952309" y="2197932"/>
            <a:ext cx="4192577" cy="2358000"/>
          </a:xfrm>
          <a:custGeom>
            <a:avLst/>
            <a:gdLst>
              <a:gd name="connsiteX0" fmla="*/ 35810 w 4192577"/>
              <a:gd name="connsiteY0" fmla="*/ 0 h 2249133"/>
              <a:gd name="connsiteX1" fmla="*/ 4150091 w 4192577"/>
              <a:gd name="connsiteY1" fmla="*/ 0 h 2249133"/>
              <a:gd name="connsiteX2" fmla="*/ 4192577 w 4192577"/>
              <a:gd name="connsiteY2" fmla="*/ 42486 h 2249133"/>
              <a:gd name="connsiteX3" fmla="*/ 4192577 w 4192577"/>
              <a:gd name="connsiteY3" fmla="*/ 2206647 h 2249133"/>
              <a:gd name="connsiteX4" fmla="*/ 4150091 w 4192577"/>
              <a:gd name="connsiteY4" fmla="*/ 2249133 h 2249133"/>
              <a:gd name="connsiteX5" fmla="*/ 35810 w 4192577"/>
              <a:gd name="connsiteY5" fmla="*/ 2249133 h 2249133"/>
              <a:gd name="connsiteX6" fmla="*/ 5768 w 4192577"/>
              <a:gd name="connsiteY6" fmla="*/ 2236690 h 2249133"/>
              <a:gd name="connsiteX7" fmla="*/ 0 w 4192577"/>
              <a:gd name="connsiteY7" fmla="*/ 2222764 h 2249133"/>
              <a:gd name="connsiteX8" fmla="*/ 0 w 4192577"/>
              <a:gd name="connsiteY8" fmla="*/ 26370 h 2249133"/>
              <a:gd name="connsiteX9" fmla="*/ 5768 w 4192577"/>
              <a:gd name="connsiteY9" fmla="*/ 12445 h 2249133"/>
              <a:gd name="connsiteX10" fmla="*/ 35810 w 4192577"/>
              <a:gd name="connsiteY10" fmla="*/ 0 h 2249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192577" h="2249133">
                <a:moveTo>
                  <a:pt x="35810" y="0"/>
                </a:moveTo>
                <a:lnTo>
                  <a:pt x="4150091" y="0"/>
                </a:lnTo>
                <a:cubicBezTo>
                  <a:pt x="4173556" y="0"/>
                  <a:pt x="4192577" y="19022"/>
                  <a:pt x="4192577" y="42486"/>
                </a:cubicBezTo>
                <a:lnTo>
                  <a:pt x="4192577" y="2206647"/>
                </a:lnTo>
                <a:cubicBezTo>
                  <a:pt x="4192577" y="2230112"/>
                  <a:pt x="4173556" y="2249133"/>
                  <a:pt x="4150091" y="2249133"/>
                </a:cubicBezTo>
                <a:lnTo>
                  <a:pt x="35810" y="2249133"/>
                </a:lnTo>
                <a:cubicBezTo>
                  <a:pt x="24079" y="2249133"/>
                  <a:pt x="13456" y="2244378"/>
                  <a:pt x="5768" y="2236690"/>
                </a:cubicBezTo>
                <a:lnTo>
                  <a:pt x="0" y="2222764"/>
                </a:lnTo>
                <a:lnTo>
                  <a:pt x="0" y="26370"/>
                </a:lnTo>
                <a:lnTo>
                  <a:pt x="5768" y="12445"/>
                </a:lnTo>
                <a:cubicBezTo>
                  <a:pt x="13456" y="4756"/>
                  <a:pt x="24079" y="0"/>
                  <a:pt x="35810" y="0"/>
                </a:cubicBezTo>
                <a:close/>
              </a:path>
            </a:pathLst>
          </a:custGeom>
        </p:spPr>
        <p:txBody>
          <a:bodyPr wrap="square" tIns="288000">
            <a:noAutofit/>
          </a:bodyPr>
          <a:lstStyle>
            <a:lvl1pPr marL="0" indent="0" algn="ctr">
              <a:buFont typeface="+mj-lt"/>
              <a:buNone/>
              <a:defRPr sz="1200"/>
            </a:lvl1pPr>
          </a:lstStyle>
          <a:p>
            <a:r>
              <a:rPr lang="en-US"/>
              <a:t>1. Take full-screen Sigrid screenshot and save to disk. </a:t>
            </a:r>
            <a:br>
              <a:rPr lang="en-US"/>
            </a:br>
            <a:r>
              <a:rPr lang="nl-NL">
                <a:effectLst/>
                <a:latin typeface="Helvetica" pitchFamily="2" charset="0"/>
              </a:rPr>
              <a:t>2. </a:t>
            </a:r>
            <a:r>
              <a:rPr lang="en-US"/>
              <a:t>Insert the image in this placeholder (click icon below).</a:t>
            </a:r>
            <a:br>
              <a:rPr lang="nl-NL">
                <a:effectLst/>
                <a:latin typeface="Helvetica" pitchFamily="2" charset="0"/>
              </a:rPr>
            </a:br>
            <a:br>
              <a:rPr lang="nl-NL">
                <a:effectLst/>
                <a:latin typeface="Helvetica" pitchFamily="2" charset="0"/>
              </a:rPr>
            </a:br>
            <a:br>
              <a:rPr lang="nl-NL">
                <a:effectLst/>
                <a:latin typeface="Helvetica" pitchFamily="2" charset="0"/>
              </a:rPr>
            </a:br>
            <a:r>
              <a:rPr lang="nl-NL">
                <a:effectLst/>
                <a:latin typeface="Helvetica" pitchFamily="2" charset="0"/>
              </a:rPr>
              <a:t>3. </a:t>
            </a:r>
            <a:r>
              <a:rPr lang="en-US"/>
              <a:t>Select the image placeholder and use ”Crop image” to adjust the vertical alignment of the image in the placeholder. Holding Shift while moving the image ensures that the image only moves along one axis.</a:t>
            </a:r>
          </a:p>
        </p:txBody>
      </p:sp>
      <p:sp>
        <p:nvSpPr>
          <p:cNvPr id="26" name="Text Placeholder 4">
            <a:extLst>
              <a:ext uri="{FF2B5EF4-FFF2-40B4-BE49-F238E27FC236}">
                <a16:creationId xmlns:a16="http://schemas.microsoft.com/office/drawing/2014/main" id="{CC299468-581B-CC41-8897-C7E1583185E0}"/>
              </a:ext>
            </a:extLst>
          </p:cNvPr>
          <p:cNvSpPr>
            <a:spLocks noGrp="1"/>
          </p:cNvSpPr>
          <p:nvPr>
            <p:ph type="body" sz="quarter" idx="12"/>
          </p:nvPr>
        </p:nvSpPr>
        <p:spPr>
          <a:xfrm>
            <a:off x="381600" y="129600"/>
            <a:ext cx="145471" cy="228145"/>
          </a:xfrm>
          <a:prstGeom prst="rect">
            <a:avLst/>
          </a:prstGeom>
          <a:gradFill>
            <a:gsLst>
              <a:gs pos="0">
                <a:srgbClr val="093CB2">
                  <a:alpha val="0"/>
                </a:srgbClr>
              </a:gs>
              <a:gs pos="5000">
                <a:srgbClr val="093CB2"/>
              </a:gs>
            </a:gsLst>
            <a:lin ang="0" scaled="0"/>
          </a:gradFill>
        </p:spPr>
        <p:txBody>
          <a:bodyPr wrap="none" lIns="0" tIns="28800" rIns="144000" bIns="28800" anchor="ctr" anchorCtr="0">
            <a:spAutoFit/>
          </a:bodyPr>
          <a:lstStyle>
            <a:lvl1pPr marL="0" indent="0">
              <a:buFont typeface="Arial" panose="020B0604020202020204" pitchFamily="34" charset="0"/>
              <a:buNone/>
              <a:defRPr lang="en-US" sz="1050" b="0" cap="none" spc="-30" baseline="0" dirty="0">
                <a:solidFill>
                  <a:srgbClr val="FFFFFF"/>
                </a:solidFill>
                <a:latin typeface="Azeret Mono" pitchFamily="2" charset="77"/>
                <a:ea typeface="TheSans B6 SemiBold" charset="0"/>
                <a:cs typeface="TheSans B6 SemiBold" charset="0"/>
              </a:defRPr>
            </a:lvl1pPr>
          </a:lstStyle>
          <a:p>
            <a:pPr marL="0" lvl="0"/>
            <a:endParaRPr lang="en-US" dirty="0"/>
          </a:p>
        </p:txBody>
      </p:sp>
      <p:sp>
        <p:nvSpPr>
          <p:cNvPr id="13" name="Content Placeholder 2">
            <a:extLst>
              <a:ext uri="{FF2B5EF4-FFF2-40B4-BE49-F238E27FC236}">
                <a16:creationId xmlns:a16="http://schemas.microsoft.com/office/drawing/2014/main" id="{F750EC08-DA20-234C-8634-75139A014432}"/>
              </a:ext>
            </a:extLst>
          </p:cNvPr>
          <p:cNvSpPr>
            <a:spLocks noGrp="1"/>
          </p:cNvSpPr>
          <p:nvPr>
            <p:ph sz="quarter" idx="13" hasCustomPrompt="1"/>
          </p:nvPr>
        </p:nvSpPr>
        <p:spPr>
          <a:xfrm>
            <a:off x="5501898" y="2007031"/>
            <a:ext cx="6532902" cy="3639538"/>
          </a:xfrm>
        </p:spPr>
        <p:txBody>
          <a:bodyPr lIns="216000">
            <a:noAutofit/>
          </a:bodyPr>
          <a:lstStyle>
            <a:lvl1pPr marL="0" indent="0">
              <a:buFont typeface="Arial" panose="020B0604020202020204" pitchFamily="34" charset="0"/>
              <a:buNone/>
              <a:tabLst/>
              <a:defRPr/>
            </a:lvl1pPr>
          </a:lstStyle>
          <a:p>
            <a:pPr lvl="0"/>
            <a:r>
              <a:rPr lang="en-US" dirty="0"/>
              <a:t>Insert content text (headers in bold)</a:t>
            </a:r>
          </a:p>
        </p:txBody>
      </p:sp>
      <p:sp>
        <p:nvSpPr>
          <p:cNvPr id="2" name="Tijdelijke aanduiding voor voettekst 1">
            <a:extLst>
              <a:ext uri="{FF2B5EF4-FFF2-40B4-BE49-F238E27FC236}">
                <a16:creationId xmlns:a16="http://schemas.microsoft.com/office/drawing/2014/main" id="{E3DFEFF2-832D-3790-5F9D-5A5E200E718B}"/>
              </a:ext>
            </a:extLst>
          </p:cNvPr>
          <p:cNvSpPr>
            <a:spLocks noGrp="1"/>
          </p:cNvSpPr>
          <p:nvPr>
            <p:ph type="ftr" sz="quarter" idx="14"/>
          </p:nvPr>
        </p:nvSpPr>
        <p:spPr/>
        <p:txBody>
          <a:bodyPr/>
          <a:lstStyle/>
          <a:p>
            <a:r>
              <a:rPr lang="nl-NL"/>
              <a:t>Confidential</a:t>
            </a:r>
          </a:p>
        </p:txBody>
      </p:sp>
      <p:sp>
        <p:nvSpPr>
          <p:cNvPr id="3" name="Tijdelijke aanduiding voor dianummer 2">
            <a:extLst>
              <a:ext uri="{FF2B5EF4-FFF2-40B4-BE49-F238E27FC236}">
                <a16:creationId xmlns:a16="http://schemas.microsoft.com/office/drawing/2014/main" id="{EB15F17F-E5AA-EA4C-0903-54596120C54E}"/>
              </a:ext>
            </a:extLst>
          </p:cNvPr>
          <p:cNvSpPr>
            <a:spLocks noGrp="1"/>
          </p:cNvSpPr>
          <p:nvPr>
            <p:ph type="sldNum" sz="quarter" idx="15"/>
          </p:nvPr>
        </p:nvSpPr>
        <p:spPr/>
        <p:txBody>
          <a:bodyPr/>
          <a:lstStyle/>
          <a:p>
            <a:fld id="{E242BD21-9B61-2246-BCB1-4BE5E1BEBE1C}" type="slidenum">
              <a:rPr lang="nl-NL" smtClean="0"/>
              <a:pPr/>
              <a:t>‹#›</a:t>
            </a:fld>
            <a:endParaRPr lang="nl-NL"/>
          </a:p>
        </p:txBody>
      </p:sp>
      <p:sp>
        <p:nvSpPr>
          <p:cNvPr id="4" name="Titel 3">
            <a:extLst>
              <a:ext uri="{FF2B5EF4-FFF2-40B4-BE49-F238E27FC236}">
                <a16:creationId xmlns:a16="http://schemas.microsoft.com/office/drawing/2014/main" id="{2134FAEE-D5F3-DE0B-2810-BA6C3B0DE8A0}"/>
              </a:ext>
            </a:extLst>
          </p:cNvPr>
          <p:cNvSpPr>
            <a:spLocks noGrp="1"/>
          </p:cNvSpPr>
          <p:nvPr>
            <p:ph type="title" hasCustomPrompt="1"/>
          </p:nvPr>
        </p:nvSpPr>
        <p:spPr/>
        <p:txBody>
          <a:bodyPr/>
          <a:lstStyle/>
          <a:p>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Tree>
    <p:extLst>
      <p:ext uri="{BB962C8B-B14F-4D97-AF65-F5344CB8AC3E}">
        <p14:creationId xmlns:p14="http://schemas.microsoft.com/office/powerpoint/2010/main" val="3057762395"/>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3.sv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microsoft.com/office/2007/relationships/hdphoto" Target="../media/hdphoto1.wdp"/><Relationship Id="rId40" Type="http://schemas.openxmlformats.org/officeDocument/2006/relationships/image" Target="../media/image4.emf"/><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slideLayout" Target="../slideLayouts/slideLayout47.xml"/><Relationship Id="rId18" Type="http://schemas.openxmlformats.org/officeDocument/2006/relationships/slideLayout" Target="../slideLayouts/slideLayout52.xml"/><Relationship Id="rId3" Type="http://schemas.openxmlformats.org/officeDocument/2006/relationships/slideLayout" Target="../slideLayouts/slideLayout37.xml"/><Relationship Id="rId21" Type="http://schemas.openxmlformats.org/officeDocument/2006/relationships/image" Target="../media/image4.emf"/><Relationship Id="rId7" Type="http://schemas.openxmlformats.org/officeDocument/2006/relationships/slideLayout" Target="../slideLayouts/slideLayout41.xml"/><Relationship Id="rId12" Type="http://schemas.openxmlformats.org/officeDocument/2006/relationships/slideLayout" Target="../slideLayouts/slideLayout46.xml"/><Relationship Id="rId17" Type="http://schemas.openxmlformats.org/officeDocument/2006/relationships/slideLayout" Target="../slideLayouts/slideLayout51.xml"/><Relationship Id="rId25" Type="http://schemas.microsoft.com/office/2007/relationships/hdphoto" Target="../media/hdphoto1.wdp"/><Relationship Id="rId2" Type="http://schemas.openxmlformats.org/officeDocument/2006/relationships/slideLayout" Target="../slideLayouts/slideLayout36.xml"/><Relationship Id="rId16" Type="http://schemas.openxmlformats.org/officeDocument/2006/relationships/slideLayout" Target="../slideLayouts/slideLayout50.xml"/><Relationship Id="rId20" Type="http://schemas.openxmlformats.org/officeDocument/2006/relationships/theme" Target="../theme/theme2.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24" Type="http://schemas.openxmlformats.org/officeDocument/2006/relationships/image" Target="../media/image1.png"/><Relationship Id="rId5" Type="http://schemas.openxmlformats.org/officeDocument/2006/relationships/slideLayout" Target="../slideLayouts/slideLayout39.xml"/><Relationship Id="rId15" Type="http://schemas.openxmlformats.org/officeDocument/2006/relationships/slideLayout" Target="../slideLayouts/slideLayout49.xml"/><Relationship Id="rId23" Type="http://schemas.openxmlformats.org/officeDocument/2006/relationships/image" Target="../media/image16.svg"/><Relationship Id="rId10" Type="http://schemas.openxmlformats.org/officeDocument/2006/relationships/slideLayout" Target="../slideLayouts/slideLayout44.xml"/><Relationship Id="rId19" Type="http://schemas.openxmlformats.org/officeDocument/2006/relationships/slideLayout" Target="../slideLayouts/slideLayout53.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slideLayout" Target="../slideLayouts/slideLayout48.xml"/><Relationship Id="rId22" Type="http://schemas.openxmlformats.org/officeDocument/2006/relationships/image" Target="../media/image14.png"/></Relationships>
</file>

<file path=ppt/slideMasters/_rels/slideMaster3.xml.rels><?xml version="1.0" encoding="UTF-8" standalone="yes"?>
<Relationships xmlns="http://schemas.openxmlformats.org/package/2006/relationships"><Relationship Id="rId8" Type="http://schemas.openxmlformats.org/officeDocument/2006/relationships/theme" Target="../theme/theme3.xml"/><Relationship Id="rId13" Type="http://schemas.microsoft.com/office/2007/relationships/hdphoto" Target="../media/hdphoto1.wdp"/><Relationship Id="rId3" Type="http://schemas.openxmlformats.org/officeDocument/2006/relationships/slideLayout" Target="../slideLayouts/slideLayout56.xml"/><Relationship Id="rId7" Type="http://schemas.openxmlformats.org/officeDocument/2006/relationships/slideLayout" Target="../slideLayouts/slideLayout60.xml"/><Relationship Id="rId12" Type="http://schemas.openxmlformats.org/officeDocument/2006/relationships/image" Target="../media/image1.png"/><Relationship Id="rId2" Type="http://schemas.openxmlformats.org/officeDocument/2006/relationships/slideLayout" Target="../slideLayouts/slideLayout55.xml"/><Relationship Id="rId1" Type="http://schemas.openxmlformats.org/officeDocument/2006/relationships/slideLayout" Target="../slideLayouts/slideLayout54.xml"/><Relationship Id="rId6" Type="http://schemas.openxmlformats.org/officeDocument/2006/relationships/slideLayout" Target="../slideLayouts/slideLayout59.xml"/><Relationship Id="rId11" Type="http://schemas.openxmlformats.org/officeDocument/2006/relationships/image" Target="../media/image16.svg"/><Relationship Id="rId5" Type="http://schemas.openxmlformats.org/officeDocument/2006/relationships/slideLayout" Target="../slideLayouts/slideLayout58.xml"/><Relationship Id="rId10" Type="http://schemas.openxmlformats.org/officeDocument/2006/relationships/image" Target="../media/image14.png"/><Relationship Id="rId4" Type="http://schemas.openxmlformats.org/officeDocument/2006/relationships/slideLayout" Target="../slideLayouts/slideLayout57.xml"/><Relationship Id="rId9" Type="http://schemas.openxmlformats.org/officeDocument/2006/relationships/image" Target="../media/image4.emf"/></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7" name="Rechthoek 191">
            <a:extLst>
              <a:ext uri="{FF2B5EF4-FFF2-40B4-BE49-F238E27FC236}">
                <a16:creationId xmlns:a16="http://schemas.microsoft.com/office/drawing/2014/main" id="{E4789192-BD1C-FDF4-0676-2F84CD19AAD6}"/>
              </a:ext>
            </a:extLst>
          </p:cNvPr>
          <p:cNvSpPr/>
          <p:nvPr userDrawn="1"/>
        </p:nvSpPr>
        <p:spPr>
          <a:xfrm>
            <a:off x="0" y="6334783"/>
            <a:ext cx="12192000" cy="523217"/>
          </a:xfrm>
          <a:prstGeom prst="rect">
            <a:avLst/>
          </a:prstGeom>
          <a:gradFill>
            <a:gsLst>
              <a:gs pos="6000">
                <a:schemeClr val="accent3">
                  <a:lumMod val="60000"/>
                  <a:lumOff val="40000"/>
                </a:schemeClr>
              </a:gs>
              <a:gs pos="37000">
                <a:schemeClr val="accent3">
                  <a:lumMod val="40000"/>
                  <a:lumOff val="60000"/>
                </a:schemeClr>
              </a:gs>
              <a:gs pos="17000">
                <a:schemeClr val="accent3">
                  <a:lumMod val="20000"/>
                  <a:lumOff val="80000"/>
                </a:schemeClr>
              </a:gs>
              <a:gs pos="96000">
                <a:schemeClr val="accent3"/>
              </a:gs>
              <a:gs pos="77000">
                <a:schemeClr val="accent3">
                  <a:lumMod val="40000"/>
                  <a:lumOff val="60000"/>
                </a:schemeClr>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68" name="Rounded Rectangle 11">
            <a:extLst>
              <a:ext uri="{FF2B5EF4-FFF2-40B4-BE49-F238E27FC236}">
                <a16:creationId xmlns:a16="http://schemas.microsoft.com/office/drawing/2014/main" id="{0930FD96-390B-3F34-8E93-387124B4AE31}"/>
              </a:ext>
            </a:extLst>
          </p:cNvPr>
          <p:cNvSpPr/>
          <p:nvPr userDrawn="1"/>
        </p:nvSpPr>
        <p:spPr>
          <a:xfrm>
            <a:off x="0" y="6247564"/>
            <a:ext cx="12192000" cy="530113"/>
          </a:xfrm>
          <a:prstGeom prst="roundRect">
            <a:avLst>
              <a:gd name="adj" fmla="val 25380"/>
            </a:avLst>
          </a:prstGeom>
          <a:gradFill>
            <a:gsLst>
              <a:gs pos="13000">
                <a:schemeClr val="accent3">
                  <a:lumMod val="20000"/>
                  <a:lumOff val="80000"/>
                </a:schemeClr>
              </a:gs>
              <a:gs pos="3000">
                <a:srgbClr val="74A2FF">
                  <a:alpha val="53725"/>
                </a:srgbClr>
              </a:gs>
              <a:gs pos="23000">
                <a:srgbClr val="FFFFFF"/>
              </a:gs>
            </a:gsLst>
            <a:lin ang="4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4" name="Rounded Rectangle 11">
            <a:extLst>
              <a:ext uri="{FF2B5EF4-FFF2-40B4-BE49-F238E27FC236}">
                <a16:creationId xmlns:a16="http://schemas.microsoft.com/office/drawing/2014/main" id="{559F4FB8-CDE5-4BE6-8294-34DD1FE8EE0C}"/>
              </a:ext>
            </a:extLst>
          </p:cNvPr>
          <p:cNvSpPr/>
          <p:nvPr userDrawn="1"/>
        </p:nvSpPr>
        <p:spPr>
          <a:xfrm>
            <a:off x="158400" y="6255515"/>
            <a:ext cx="4275948" cy="522162"/>
          </a:xfrm>
          <a:prstGeom prst="roundRect">
            <a:avLst>
              <a:gd name="adj" fmla="val 25380"/>
            </a:avLst>
          </a:prstGeom>
          <a:gradFill>
            <a:gsLst>
              <a:gs pos="87000">
                <a:srgbClr val="FFFFFF">
                  <a:alpha val="84000"/>
                </a:srgbClr>
              </a:gs>
              <a:gs pos="20000">
                <a:srgbClr val="FFFFFF">
                  <a:alpha val="0"/>
                </a:srgbClr>
              </a:gs>
            </a:gsLst>
            <a:lin ang="60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05" name="Rounded Rectangle 104">
            <a:extLst>
              <a:ext uri="{FF2B5EF4-FFF2-40B4-BE49-F238E27FC236}">
                <a16:creationId xmlns:a16="http://schemas.microsoft.com/office/drawing/2014/main" id="{C68F7292-7A36-328D-4B64-D98F9F925AB4}"/>
              </a:ext>
            </a:extLst>
          </p:cNvPr>
          <p:cNvSpPr/>
          <p:nvPr userDrawn="1"/>
        </p:nvSpPr>
        <p:spPr>
          <a:xfrm>
            <a:off x="318057" y="6255515"/>
            <a:ext cx="4275948" cy="522162"/>
          </a:xfrm>
          <a:prstGeom prst="roundRect">
            <a:avLst>
              <a:gd name="adj" fmla="val 25380"/>
            </a:avLst>
          </a:prstGeom>
          <a:gradFill>
            <a:gsLst>
              <a:gs pos="10000">
                <a:srgbClr val="FFFFFF">
                  <a:alpha val="64340"/>
                </a:srgbClr>
              </a:gs>
              <a:gs pos="54000">
                <a:srgbClr val="FFFFFF">
                  <a:alpha val="69000"/>
                </a:srgbClr>
              </a:gs>
              <a:gs pos="0">
                <a:srgbClr val="FFFFFF">
                  <a:alpha val="0"/>
                </a:srgbClr>
              </a:gs>
            </a:gsLst>
            <a:lin ang="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grpSp>
        <p:nvGrpSpPr>
          <p:cNvPr id="90" name="Groep 89">
            <a:extLst>
              <a:ext uri="{FF2B5EF4-FFF2-40B4-BE49-F238E27FC236}">
                <a16:creationId xmlns:a16="http://schemas.microsoft.com/office/drawing/2014/main" id="{BCBBF4CA-47F1-1260-3659-E8174118DACD}"/>
              </a:ext>
            </a:extLst>
          </p:cNvPr>
          <p:cNvGrpSpPr/>
          <p:nvPr userDrawn="1"/>
        </p:nvGrpSpPr>
        <p:grpSpPr>
          <a:xfrm>
            <a:off x="-1427007" y="-511645"/>
            <a:ext cx="2903894" cy="1940242"/>
            <a:chOff x="-1427007" y="-511645"/>
            <a:chExt cx="2903894" cy="1940242"/>
          </a:xfrm>
        </p:grpSpPr>
        <p:sp>
          <p:nvSpPr>
            <p:cNvPr id="91" name="TextBox 225">
              <a:extLst>
                <a:ext uri="{FF2B5EF4-FFF2-40B4-BE49-F238E27FC236}">
                  <a16:creationId xmlns:a16="http://schemas.microsoft.com/office/drawing/2014/main" id="{A7BB1513-5C51-E276-7BE7-9426C1D7725E}"/>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92" name="Rectangle 68">
              <a:extLst>
                <a:ext uri="{FF2B5EF4-FFF2-40B4-BE49-F238E27FC236}">
                  <a16:creationId xmlns:a16="http://schemas.microsoft.com/office/drawing/2014/main" id="{9CCBFF64-8E1C-09D9-BEE2-FA0A04D38D58}"/>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93" name="Vrije vorm 92">
              <a:extLst>
                <a:ext uri="{FF2B5EF4-FFF2-40B4-BE49-F238E27FC236}">
                  <a16:creationId xmlns:a16="http://schemas.microsoft.com/office/drawing/2014/main" id="{6176AACF-16D9-4BDF-7CC5-0742DD56F2CA}"/>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4" name="Vrije vorm 93">
              <a:extLst>
                <a:ext uri="{FF2B5EF4-FFF2-40B4-BE49-F238E27FC236}">
                  <a16:creationId xmlns:a16="http://schemas.microsoft.com/office/drawing/2014/main" id="{7C66DE53-4C4D-61AA-4F9E-D7C33EDE420B}"/>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95" name="TextBox 6">
              <a:extLst>
                <a:ext uri="{FF2B5EF4-FFF2-40B4-BE49-F238E27FC236}">
                  <a16:creationId xmlns:a16="http://schemas.microsoft.com/office/drawing/2014/main" id="{E1ABBD82-29C2-0090-82A7-6FE090FEA167}"/>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96" name="Triangle 20">
              <a:extLst>
                <a:ext uri="{FF2B5EF4-FFF2-40B4-BE49-F238E27FC236}">
                  <a16:creationId xmlns:a16="http://schemas.microsoft.com/office/drawing/2014/main" id="{CA602E92-72F5-4513-0C18-057D6942E8AD}"/>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7" name="Straight Connector 22">
              <a:extLst>
                <a:ext uri="{FF2B5EF4-FFF2-40B4-BE49-F238E27FC236}">
                  <a16:creationId xmlns:a16="http://schemas.microsoft.com/office/drawing/2014/main" id="{769ACB37-58A3-290D-2185-C1F76B0FDE5B}"/>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98" name="TextBox 61">
              <a:extLst>
                <a:ext uri="{FF2B5EF4-FFF2-40B4-BE49-F238E27FC236}">
                  <a16:creationId xmlns:a16="http://schemas.microsoft.com/office/drawing/2014/main" id="{A503F6ED-F6A8-CAAC-3E89-D474A882119F}"/>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99" name="Straight Connector 80">
              <a:extLst>
                <a:ext uri="{FF2B5EF4-FFF2-40B4-BE49-F238E27FC236}">
                  <a16:creationId xmlns:a16="http://schemas.microsoft.com/office/drawing/2014/main" id="{197741A7-4A76-AE3A-49D7-8D3AAA30FAAB}"/>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00" name="Straight Connector 81">
              <a:extLst>
                <a:ext uri="{FF2B5EF4-FFF2-40B4-BE49-F238E27FC236}">
                  <a16:creationId xmlns:a16="http://schemas.microsoft.com/office/drawing/2014/main" id="{63E62130-FCC0-1F8A-DFB0-82199E6CA3CD}"/>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01" name="TextBox 225">
              <a:extLst>
                <a:ext uri="{FF2B5EF4-FFF2-40B4-BE49-F238E27FC236}">
                  <a16:creationId xmlns:a16="http://schemas.microsoft.com/office/drawing/2014/main" id="{ABE95444-9DAA-961A-D59B-BBF9E0C577F6}"/>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02" name="Triangle 226">
              <a:extLst>
                <a:ext uri="{FF2B5EF4-FFF2-40B4-BE49-F238E27FC236}">
                  <a16:creationId xmlns:a16="http://schemas.microsoft.com/office/drawing/2014/main" id="{21D01BFD-5355-54CD-0374-F5782629238C}"/>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 name="Triangle 226">
              <a:extLst>
                <a:ext uri="{FF2B5EF4-FFF2-40B4-BE49-F238E27FC236}">
                  <a16:creationId xmlns:a16="http://schemas.microsoft.com/office/drawing/2014/main" id="{820B02ED-A0F8-A60B-698B-97DFBA9E55B1}"/>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20" name="Groep 119">
            <a:extLst>
              <a:ext uri="{FF2B5EF4-FFF2-40B4-BE49-F238E27FC236}">
                <a16:creationId xmlns:a16="http://schemas.microsoft.com/office/drawing/2014/main" id="{DE5F6B98-5475-A5EF-EC23-7D3F41F76FF9}"/>
              </a:ext>
            </a:extLst>
          </p:cNvPr>
          <p:cNvGrpSpPr/>
          <p:nvPr userDrawn="1"/>
        </p:nvGrpSpPr>
        <p:grpSpPr>
          <a:xfrm flipH="1">
            <a:off x="10714464" y="-511645"/>
            <a:ext cx="2854391" cy="1940242"/>
            <a:chOff x="-1377504" y="-511645"/>
            <a:chExt cx="2854391" cy="1940242"/>
          </a:xfrm>
        </p:grpSpPr>
        <p:sp>
          <p:nvSpPr>
            <p:cNvPr id="121" name="TextBox 225">
              <a:extLst>
                <a:ext uri="{FF2B5EF4-FFF2-40B4-BE49-F238E27FC236}">
                  <a16:creationId xmlns:a16="http://schemas.microsoft.com/office/drawing/2014/main" id="{3B5BCC0B-0520-2D45-E3C8-22620BD1C94F}"/>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122" name="Rectangle 68">
              <a:extLst>
                <a:ext uri="{FF2B5EF4-FFF2-40B4-BE49-F238E27FC236}">
                  <a16:creationId xmlns:a16="http://schemas.microsoft.com/office/drawing/2014/main" id="{8F729C13-2DF8-2107-3025-DF8C982624FC}"/>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123" name="Vrije vorm 122">
              <a:extLst>
                <a:ext uri="{FF2B5EF4-FFF2-40B4-BE49-F238E27FC236}">
                  <a16:creationId xmlns:a16="http://schemas.microsoft.com/office/drawing/2014/main" id="{B05B2442-B7C8-1292-92AD-91CBDD2457B5}"/>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124" name="TextBox 6">
              <a:extLst>
                <a:ext uri="{FF2B5EF4-FFF2-40B4-BE49-F238E27FC236}">
                  <a16:creationId xmlns:a16="http://schemas.microsoft.com/office/drawing/2014/main" id="{E9E61750-E0A0-C8FD-9D5E-A1325F4928BE}"/>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25" name="Triangle 20">
              <a:extLst>
                <a:ext uri="{FF2B5EF4-FFF2-40B4-BE49-F238E27FC236}">
                  <a16:creationId xmlns:a16="http://schemas.microsoft.com/office/drawing/2014/main" id="{53B3844B-F902-A95E-8A06-5B5399AC49BC}"/>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6" name="Straight Connector 22">
              <a:extLst>
                <a:ext uri="{FF2B5EF4-FFF2-40B4-BE49-F238E27FC236}">
                  <a16:creationId xmlns:a16="http://schemas.microsoft.com/office/drawing/2014/main" id="{3C138769-2A57-C715-6CE4-0C465877F9D7}"/>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127" name="Straight Connector 80">
              <a:extLst>
                <a:ext uri="{FF2B5EF4-FFF2-40B4-BE49-F238E27FC236}">
                  <a16:creationId xmlns:a16="http://schemas.microsoft.com/office/drawing/2014/main" id="{77FD24A5-E3E3-3B5C-7751-D6C65C67737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28" name="Straight Connector 81">
              <a:extLst>
                <a:ext uri="{FF2B5EF4-FFF2-40B4-BE49-F238E27FC236}">
                  <a16:creationId xmlns:a16="http://schemas.microsoft.com/office/drawing/2014/main" id="{D173882B-0B41-38B8-264C-7232F0E2BB3C}"/>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29" name="TextBox 225">
              <a:extLst>
                <a:ext uri="{FF2B5EF4-FFF2-40B4-BE49-F238E27FC236}">
                  <a16:creationId xmlns:a16="http://schemas.microsoft.com/office/drawing/2014/main" id="{DC8F5D12-BF38-2DD7-3F8A-7681121B85C6}"/>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130" name="Triangle 226">
              <a:extLst>
                <a:ext uri="{FF2B5EF4-FFF2-40B4-BE49-F238E27FC236}">
                  <a16:creationId xmlns:a16="http://schemas.microsoft.com/office/drawing/2014/main" id="{4726E70B-03A5-7B1D-E9C1-E37C8E3F2CF2}"/>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1" name="Triangle 226">
              <a:extLst>
                <a:ext uri="{FF2B5EF4-FFF2-40B4-BE49-F238E27FC236}">
                  <a16:creationId xmlns:a16="http://schemas.microsoft.com/office/drawing/2014/main" id="{617241CC-0F76-B968-B0F3-6D146ADBB06D}"/>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2" name="Groep 131">
            <a:extLst>
              <a:ext uri="{FF2B5EF4-FFF2-40B4-BE49-F238E27FC236}">
                <a16:creationId xmlns:a16="http://schemas.microsoft.com/office/drawing/2014/main" id="{CE0D0F66-5030-8043-700E-B5F2B4EC3E12}"/>
              </a:ext>
            </a:extLst>
          </p:cNvPr>
          <p:cNvGrpSpPr/>
          <p:nvPr userDrawn="1"/>
        </p:nvGrpSpPr>
        <p:grpSpPr>
          <a:xfrm flipH="1">
            <a:off x="10710451" y="4674513"/>
            <a:ext cx="2854391" cy="2702025"/>
            <a:chOff x="-1377504" y="-455451"/>
            <a:chExt cx="2854391" cy="2702025"/>
          </a:xfrm>
        </p:grpSpPr>
        <p:sp>
          <p:nvSpPr>
            <p:cNvPr id="133" name="Rectangle 68">
              <a:extLst>
                <a:ext uri="{FF2B5EF4-FFF2-40B4-BE49-F238E27FC236}">
                  <a16:creationId xmlns:a16="http://schemas.microsoft.com/office/drawing/2014/main" id="{8A87150E-44BB-DDB5-A88B-8F39C7D8C7ED}"/>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134" name="TextBox 225">
              <a:extLst>
                <a:ext uri="{FF2B5EF4-FFF2-40B4-BE49-F238E27FC236}">
                  <a16:creationId xmlns:a16="http://schemas.microsoft.com/office/drawing/2014/main" id="{97CEADCD-08DB-4550-312F-532DDF4F3091}"/>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135" name="Rectangle 68">
              <a:extLst>
                <a:ext uri="{FF2B5EF4-FFF2-40B4-BE49-F238E27FC236}">
                  <a16:creationId xmlns:a16="http://schemas.microsoft.com/office/drawing/2014/main" id="{B6099F9A-4345-8108-8BC1-3BD715F891C2}"/>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136" name="Vrije vorm 135">
              <a:extLst>
                <a:ext uri="{FF2B5EF4-FFF2-40B4-BE49-F238E27FC236}">
                  <a16:creationId xmlns:a16="http://schemas.microsoft.com/office/drawing/2014/main" id="{E3827335-2CB5-24C2-40E2-8A38240C18F8}"/>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137" name="TextBox 6">
              <a:extLst>
                <a:ext uri="{FF2B5EF4-FFF2-40B4-BE49-F238E27FC236}">
                  <a16:creationId xmlns:a16="http://schemas.microsoft.com/office/drawing/2014/main" id="{2EAE56C3-6039-4832-4325-4BEEFCDEFA97}"/>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138" name="Triangle 20">
              <a:extLst>
                <a:ext uri="{FF2B5EF4-FFF2-40B4-BE49-F238E27FC236}">
                  <a16:creationId xmlns:a16="http://schemas.microsoft.com/office/drawing/2014/main" id="{8FE665B8-005E-8836-12B4-C951CAD3E3F3}"/>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9" name="Straight Connector 22">
              <a:extLst>
                <a:ext uri="{FF2B5EF4-FFF2-40B4-BE49-F238E27FC236}">
                  <a16:creationId xmlns:a16="http://schemas.microsoft.com/office/drawing/2014/main" id="{205612A1-5DF2-F793-7F2A-582D96AF38A6}"/>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140" name="Straight Connector 80">
              <a:extLst>
                <a:ext uri="{FF2B5EF4-FFF2-40B4-BE49-F238E27FC236}">
                  <a16:creationId xmlns:a16="http://schemas.microsoft.com/office/drawing/2014/main" id="{0185AAA4-B048-0CE5-B2DA-0DB4E18C5168}"/>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41" name="Straight Connector 81">
              <a:extLst>
                <a:ext uri="{FF2B5EF4-FFF2-40B4-BE49-F238E27FC236}">
                  <a16:creationId xmlns:a16="http://schemas.microsoft.com/office/drawing/2014/main" id="{7791B51B-C0B6-9F2F-3322-6CA9F8482E2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42" name="TextBox 225">
              <a:extLst>
                <a:ext uri="{FF2B5EF4-FFF2-40B4-BE49-F238E27FC236}">
                  <a16:creationId xmlns:a16="http://schemas.microsoft.com/office/drawing/2014/main" id="{4D421ECC-256B-4227-925C-90EEB6F7B0EB}"/>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143" name="Triangle 226">
              <a:extLst>
                <a:ext uri="{FF2B5EF4-FFF2-40B4-BE49-F238E27FC236}">
                  <a16:creationId xmlns:a16="http://schemas.microsoft.com/office/drawing/2014/main" id="{0AEF1B64-AE82-2152-9B34-E5B09E457A5B}"/>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4" name="Triangle 226">
              <a:extLst>
                <a:ext uri="{FF2B5EF4-FFF2-40B4-BE49-F238E27FC236}">
                  <a16:creationId xmlns:a16="http://schemas.microsoft.com/office/drawing/2014/main" id="{BFB3BEF7-43A5-A756-75FE-28F1999A3FF3}"/>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5" name="Straight Connector 22">
              <a:extLst>
                <a:ext uri="{FF2B5EF4-FFF2-40B4-BE49-F238E27FC236}">
                  <a16:creationId xmlns:a16="http://schemas.microsoft.com/office/drawing/2014/main" id="{FB2714CF-7CDC-9316-21B5-37391CBD5AEC}"/>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146" name="TextBox 6">
              <a:extLst>
                <a:ext uri="{FF2B5EF4-FFF2-40B4-BE49-F238E27FC236}">
                  <a16:creationId xmlns:a16="http://schemas.microsoft.com/office/drawing/2014/main" id="{054EB780-0A2D-44AC-75CE-2E5A006C3F28}"/>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147" name="Triangle 20">
              <a:extLst>
                <a:ext uri="{FF2B5EF4-FFF2-40B4-BE49-F238E27FC236}">
                  <a16:creationId xmlns:a16="http://schemas.microsoft.com/office/drawing/2014/main" id="{CEFDF346-813F-759F-CD0F-7324F64A9F2B}"/>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48" name="Straight Connector 9">
            <a:extLst>
              <a:ext uri="{FF2B5EF4-FFF2-40B4-BE49-F238E27FC236}">
                <a16:creationId xmlns:a16="http://schemas.microsoft.com/office/drawing/2014/main" id="{E2D66CD9-F464-D3CD-02A2-2C81FE92A34F}"/>
              </a:ext>
            </a:extLst>
          </p:cNvPr>
          <p:cNvCxnSpPr>
            <a:cxnSpLocks/>
          </p:cNvCxnSpPr>
          <p:nvPr userDrawn="1"/>
        </p:nvCxnSpPr>
        <p:spPr>
          <a:xfrm flipH="1">
            <a:off x="154800" y="1255306"/>
            <a:ext cx="11880000" cy="0"/>
          </a:xfrm>
          <a:prstGeom prst="line">
            <a:avLst/>
          </a:prstGeom>
          <a:ln w="9525">
            <a:solidFill>
              <a:srgbClr val="D3D3D3"/>
            </a:solidFill>
            <a:prstDash val="sysDot"/>
          </a:ln>
        </p:spPr>
        <p:style>
          <a:lnRef idx="1">
            <a:schemeClr val="accent1"/>
          </a:lnRef>
          <a:fillRef idx="0">
            <a:schemeClr val="accent1"/>
          </a:fillRef>
          <a:effectRef idx="0">
            <a:schemeClr val="accent1"/>
          </a:effectRef>
          <a:fontRef idx="minor">
            <a:schemeClr val="tx1"/>
          </a:fontRef>
        </p:style>
      </p:cxnSp>
      <p:sp>
        <p:nvSpPr>
          <p:cNvPr id="152" name="Rectangle 2">
            <a:extLst>
              <a:ext uri="{FF2B5EF4-FFF2-40B4-BE49-F238E27FC236}">
                <a16:creationId xmlns:a16="http://schemas.microsoft.com/office/drawing/2014/main" id="{1FAB8656-7C8B-2A03-F5EF-3769ECB3486C}"/>
              </a:ext>
            </a:extLst>
          </p:cNvPr>
          <p:cNvSpPr/>
          <p:nvPr userDrawn="1"/>
        </p:nvSpPr>
        <p:spPr>
          <a:xfrm>
            <a:off x="0" y="0"/>
            <a:ext cx="1381059" cy="416209"/>
          </a:xfrm>
          <a:prstGeom prst="rect">
            <a:avLst/>
          </a:prstGeom>
          <a:gradFill>
            <a:gsLst>
              <a:gs pos="0">
                <a:srgbClr val="F8C716">
                  <a:alpha val="78000"/>
                </a:srgbClr>
              </a:gs>
              <a:gs pos="18000">
                <a:srgbClr val="F8C716">
                  <a:alpha val="30000"/>
                </a:srgbClr>
              </a:gs>
              <a:gs pos="45000">
                <a:srgbClr val="F8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53" name="Rounded Rectangle 92">
            <a:extLst>
              <a:ext uri="{FF2B5EF4-FFF2-40B4-BE49-F238E27FC236}">
                <a16:creationId xmlns:a16="http://schemas.microsoft.com/office/drawing/2014/main" id="{3A91C603-7F40-E63C-0717-77A1BF9F419D}"/>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54" name="Rectangle 3">
            <a:extLst>
              <a:ext uri="{FF2B5EF4-FFF2-40B4-BE49-F238E27FC236}">
                <a16:creationId xmlns:a16="http://schemas.microsoft.com/office/drawing/2014/main" id="{7BB50E56-74C1-CED6-9D35-3C52AD049AA2}"/>
              </a:ext>
            </a:extLst>
          </p:cNvPr>
          <p:cNvSpPr/>
          <p:nvPr userDrawn="1"/>
        </p:nvSpPr>
        <p:spPr>
          <a:xfrm>
            <a:off x="0" y="358781"/>
            <a:ext cx="2835408" cy="30788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164" name="Rectangle 22">
            <a:extLst>
              <a:ext uri="{FF2B5EF4-FFF2-40B4-BE49-F238E27FC236}">
                <a16:creationId xmlns:a16="http://schemas.microsoft.com/office/drawing/2014/main" id="{A4D40506-66E4-4645-F969-413BADB440DE}"/>
              </a:ext>
            </a:extLst>
          </p:cNvPr>
          <p:cNvSpPr/>
          <p:nvPr userDrawn="1"/>
        </p:nvSpPr>
        <p:spPr>
          <a:xfrm>
            <a:off x="0" y="4806022"/>
            <a:ext cx="12192000" cy="1584363"/>
          </a:xfrm>
          <a:prstGeom prst="rect">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1" name="Straight Connector 9">
            <a:extLst>
              <a:ext uri="{FF2B5EF4-FFF2-40B4-BE49-F238E27FC236}">
                <a16:creationId xmlns:a16="http://schemas.microsoft.com/office/drawing/2014/main" id="{56618A81-C0A0-038B-63FE-C3CD954A14BE}"/>
              </a:ext>
            </a:extLst>
          </p:cNvPr>
          <p:cNvCxnSpPr>
            <a:cxnSpLocks/>
          </p:cNvCxnSpPr>
          <p:nvPr userDrawn="1"/>
        </p:nvCxnSpPr>
        <p:spPr>
          <a:xfrm>
            <a:off x="144162" y="6382737"/>
            <a:ext cx="11903676" cy="0"/>
          </a:xfrm>
          <a:prstGeom prst="line">
            <a:avLst/>
          </a:prstGeom>
          <a:ln w="9525">
            <a:gradFill>
              <a:gsLst>
                <a:gs pos="43000">
                  <a:schemeClr val="bg2">
                    <a:lumMod val="90000"/>
                  </a:schemeClr>
                </a:gs>
                <a:gs pos="9000">
                  <a:schemeClr val="bg2">
                    <a:lumMod val="90000"/>
                    <a:alpha val="0"/>
                  </a:schemeClr>
                </a:gs>
                <a:gs pos="100000">
                  <a:schemeClr val="bg2">
                    <a:lumMod val="90000"/>
                  </a:schemeClr>
                </a:gs>
              </a:gsLst>
              <a:lin ang="0" scaled="0"/>
            </a:gradFill>
            <a:prstDash val="sysDot"/>
          </a:ln>
        </p:spPr>
        <p:style>
          <a:lnRef idx="1">
            <a:schemeClr val="accent1"/>
          </a:lnRef>
          <a:fillRef idx="0">
            <a:schemeClr val="accent1"/>
          </a:fillRef>
          <a:effectRef idx="0">
            <a:schemeClr val="accent1"/>
          </a:effectRef>
          <a:fontRef idx="minor">
            <a:schemeClr val="tx1"/>
          </a:fontRef>
        </p:style>
      </p:cxnSp>
      <p:grpSp>
        <p:nvGrpSpPr>
          <p:cNvPr id="149" name="Groep 148">
            <a:extLst>
              <a:ext uri="{FF2B5EF4-FFF2-40B4-BE49-F238E27FC236}">
                <a16:creationId xmlns:a16="http://schemas.microsoft.com/office/drawing/2014/main" id="{8F90A02B-DD13-74E6-19CA-402D705219DB}"/>
              </a:ext>
            </a:extLst>
          </p:cNvPr>
          <p:cNvGrpSpPr/>
          <p:nvPr userDrawn="1"/>
        </p:nvGrpSpPr>
        <p:grpSpPr>
          <a:xfrm>
            <a:off x="-1377504" y="4674513"/>
            <a:ext cx="2854391" cy="2702025"/>
            <a:chOff x="-1377504" y="-455451"/>
            <a:chExt cx="2854391" cy="2702025"/>
          </a:xfrm>
        </p:grpSpPr>
        <p:sp>
          <p:nvSpPr>
            <p:cNvPr id="150" name="Rectangle 68">
              <a:extLst>
                <a:ext uri="{FF2B5EF4-FFF2-40B4-BE49-F238E27FC236}">
                  <a16:creationId xmlns:a16="http://schemas.microsoft.com/office/drawing/2014/main" id="{C0A8ACA3-902E-E087-C591-AE42D3F7D1D3}"/>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151" name="TextBox 225">
              <a:extLst>
                <a:ext uri="{FF2B5EF4-FFF2-40B4-BE49-F238E27FC236}">
                  <a16:creationId xmlns:a16="http://schemas.microsoft.com/office/drawing/2014/main" id="{0910F4A0-8663-4C36-F790-69B24775D62A}"/>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162" name="Rectangle 68">
              <a:extLst>
                <a:ext uri="{FF2B5EF4-FFF2-40B4-BE49-F238E27FC236}">
                  <a16:creationId xmlns:a16="http://schemas.microsoft.com/office/drawing/2014/main" id="{180A1FAF-ABD7-FD31-B0AB-74A2337FB4D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163" name="Vrije vorm 162">
              <a:extLst>
                <a:ext uri="{FF2B5EF4-FFF2-40B4-BE49-F238E27FC236}">
                  <a16:creationId xmlns:a16="http://schemas.microsoft.com/office/drawing/2014/main" id="{2254E6DD-F1FD-2D36-4BEF-172D9E0218A8}"/>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165" name="TextBox 6">
              <a:extLst>
                <a:ext uri="{FF2B5EF4-FFF2-40B4-BE49-F238E27FC236}">
                  <a16:creationId xmlns:a16="http://schemas.microsoft.com/office/drawing/2014/main" id="{DBE39451-A8C8-3459-E34F-91D79D7FC2F4}"/>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166" name="Triangle 20">
              <a:extLst>
                <a:ext uri="{FF2B5EF4-FFF2-40B4-BE49-F238E27FC236}">
                  <a16:creationId xmlns:a16="http://schemas.microsoft.com/office/drawing/2014/main" id="{80BB1EB9-BF5E-0D3F-D4B6-780961B3FCBC}"/>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22">
              <a:extLst>
                <a:ext uri="{FF2B5EF4-FFF2-40B4-BE49-F238E27FC236}">
                  <a16:creationId xmlns:a16="http://schemas.microsoft.com/office/drawing/2014/main" id="{244231FE-1195-0D7E-053C-19633E1C45E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168" name="Straight Connector 80">
              <a:extLst>
                <a:ext uri="{FF2B5EF4-FFF2-40B4-BE49-F238E27FC236}">
                  <a16:creationId xmlns:a16="http://schemas.microsoft.com/office/drawing/2014/main" id="{B33CB3B3-025D-A10D-518A-75E4AEB44A58}"/>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69" name="Straight Connector 81">
              <a:extLst>
                <a:ext uri="{FF2B5EF4-FFF2-40B4-BE49-F238E27FC236}">
                  <a16:creationId xmlns:a16="http://schemas.microsoft.com/office/drawing/2014/main" id="{9B539B30-9920-763A-418C-CF52875FA93B}"/>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70" name="TextBox 225">
              <a:extLst>
                <a:ext uri="{FF2B5EF4-FFF2-40B4-BE49-F238E27FC236}">
                  <a16:creationId xmlns:a16="http://schemas.microsoft.com/office/drawing/2014/main" id="{9C053ECD-2A80-8B62-E014-4422C4DE9698}"/>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171" name="Triangle 226">
              <a:extLst>
                <a:ext uri="{FF2B5EF4-FFF2-40B4-BE49-F238E27FC236}">
                  <a16:creationId xmlns:a16="http://schemas.microsoft.com/office/drawing/2014/main" id="{F1F62CA8-6154-7861-31F7-AAB786C45948}"/>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2" name="Triangle 226">
              <a:extLst>
                <a:ext uri="{FF2B5EF4-FFF2-40B4-BE49-F238E27FC236}">
                  <a16:creationId xmlns:a16="http://schemas.microsoft.com/office/drawing/2014/main" id="{DD41B437-F1C0-C6C7-AE05-D8F262D6895F}"/>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73" name="Straight Connector 22">
              <a:extLst>
                <a:ext uri="{FF2B5EF4-FFF2-40B4-BE49-F238E27FC236}">
                  <a16:creationId xmlns:a16="http://schemas.microsoft.com/office/drawing/2014/main" id="{73941FEF-FC60-185A-5567-A70D2BB11B36}"/>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174" name="TextBox 6">
              <a:extLst>
                <a:ext uri="{FF2B5EF4-FFF2-40B4-BE49-F238E27FC236}">
                  <a16:creationId xmlns:a16="http://schemas.microsoft.com/office/drawing/2014/main" id="{9DABAFFA-2003-F8C8-5CA9-D70681C512C6}"/>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175" name="Triangle 20">
              <a:extLst>
                <a:ext uri="{FF2B5EF4-FFF2-40B4-BE49-F238E27FC236}">
                  <a16:creationId xmlns:a16="http://schemas.microsoft.com/office/drawing/2014/main" id="{18600B7F-8289-271C-3B53-5FF1D0CB9D92}"/>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1">
            <a:extLst>
              <a:ext uri="{FF2B5EF4-FFF2-40B4-BE49-F238E27FC236}">
                <a16:creationId xmlns:a16="http://schemas.microsoft.com/office/drawing/2014/main" id="{EA8683E6-D7C8-8B13-9D50-7853ED860895}"/>
              </a:ext>
            </a:extLst>
          </p:cNvPr>
          <p:cNvGrpSpPr/>
          <p:nvPr userDrawn="1"/>
        </p:nvGrpSpPr>
        <p:grpSpPr>
          <a:xfrm>
            <a:off x="12194479" y="1557707"/>
            <a:ext cx="1757701" cy="4093925"/>
            <a:chOff x="12194479" y="1557707"/>
            <a:chExt cx="1757701" cy="4093925"/>
          </a:xfrm>
        </p:grpSpPr>
        <p:sp>
          <p:nvSpPr>
            <p:cNvPr id="8" name="TextBox 221">
              <a:extLst>
                <a:ext uri="{FF2B5EF4-FFF2-40B4-BE49-F238E27FC236}">
                  <a16:creationId xmlns:a16="http://schemas.microsoft.com/office/drawing/2014/main" id="{F626BB43-B856-0265-4205-CCB581F096B0}"/>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28" name="TextBox 224">
              <a:extLst>
                <a:ext uri="{FF2B5EF4-FFF2-40B4-BE49-F238E27FC236}">
                  <a16:creationId xmlns:a16="http://schemas.microsoft.com/office/drawing/2014/main" id="{669972F9-7E83-1C9D-838D-4686A0B265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5" name="Groep 4">
              <a:extLst>
                <a:ext uri="{FF2B5EF4-FFF2-40B4-BE49-F238E27FC236}">
                  <a16:creationId xmlns:a16="http://schemas.microsoft.com/office/drawing/2014/main" id="{EF82EA7F-926A-9775-0EA5-27BC4C31C1F5}"/>
                </a:ext>
              </a:extLst>
            </p:cNvPr>
            <p:cNvGrpSpPr/>
            <p:nvPr userDrawn="1"/>
          </p:nvGrpSpPr>
          <p:grpSpPr>
            <a:xfrm>
              <a:off x="12301425" y="3044549"/>
              <a:ext cx="1288114" cy="238539"/>
              <a:chOff x="12298208" y="4999574"/>
              <a:chExt cx="1288114" cy="238539"/>
            </a:xfrm>
          </p:grpSpPr>
          <p:sp>
            <p:nvSpPr>
              <p:cNvPr id="79" name="Rounded Rectangle 192">
                <a:extLst>
                  <a:ext uri="{FF2B5EF4-FFF2-40B4-BE49-F238E27FC236}">
                    <a16:creationId xmlns:a16="http://schemas.microsoft.com/office/drawing/2014/main" id="{68091C28-FABB-8389-16C8-5433BEB402EA}"/>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80" name="Rounded Rectangle 192">
                <a:extLst>
                  <a:ext uri="{FF2B5EF4-FFF2-40B4-BE49-F238E27FC236}">
                    <a16:creationId xmlns:a16="http://schemas.microsoft.com/office/drawing/2014/main" id="{5E0A086C-4FEF-58C3-BCE9-05737018B6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81" name="Rounded Rectangle 192">
                <a:extLst>
                  <a:ext uri="{FF2B5EF4-FFF2-40B4-BE49-F238E27FC236}">
                    <a16:creationId xmlns:a16="http://schemas.microsoft.com/office/drawing/2014/main" id="{9FE8178D-5A17-FBDF-C2D3-740C677429AD}"/>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82" name="Rounded Rectangle 192">
                <a:extLst>
                  <a:ext uri="{FF2B5EF4-FFF2-40B4-BE49-F238E27FC236}">
                    <a16:creationId xmlns:a16="http://schemas.microsoft.com/office/drawing/2014/main" id="{5A2D947D-649E-C349-D6A0-96BFA5942D22}"/>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83" name="Rounded Rectangle 192">
                <a:extLst>
                  <a:ext uri="{FF2B5EF4-FFF2-40B4-BE49-F238E27FC236}">
                    <a16:creationId xmlns:a16="http://schemas.microsoft.com/office/drawing/2014/main" id="{647364CF-4E98-2AB3-50C5-2A51663F7592}"/>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84" name="Rounded Rectangle 192">
                <a:extLst>
                  <a:ext uri="{FF2B5EF4-FFF2-40B4-BE49-F238E27FC236}">
                    <a16:creationId xmlns:a16="http://schemas.microsoft.com/office/drawing/2014/main" id="{24B086C4-91E0-E539-1ECF-97C5634B5791}"/>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85" name="Rounded Rectangle 192">
                <a:extLst>
                  <a:ext uri="{FF2B5EF4-FFF2-40B4-BE49-F238E27FC236}">
                    <a16:creationId xmlns:a16="http://schemas.microsoft.com/office/drawing/2014/main" id="{D4AD394B-5F1A-132F-B1A9-3B6B6D663687}"/>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86" name="Rounded Rectangle 192">
                <a:extLst>
                  <a:ext uri="{FF2B5EF4-FFF2-40B4-BE49-F238E27FC236}">
                    <a16:creationId xmlns:a16="http://schemas.microsoft.com/office/drawing/2014/main" id="{D035A622-0D60-09A2-5EF2-A687B637F50D}"/>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87" name="Rounded Rectangle 192">
                <a:extLst>
                  <a:ext uri="{FF2B5EF4-FFF2-40B4-BE49-F238E27FC236}">
                    <a16:creationId xmlns:a16="http://schemas.microsoft.com/office/drawing/2014/main" id="{B2E58F2C-2563-F6AE-AC97-A156C5625B86}"/>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88" name="Rounded Rectangle 192">
                <a:extLst>
                  <a:ext uri="{FF2B5EF4-FFF2-40B4-BE49-F238E27FC236}">
                    <a16:creationId xmlns:a16="http://schemas.microsoft.com/office/drawing/2014/main" id="{E52B2DF9-9EEE-5542-36C3-9A92B93A893C}"/>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89" name="Rounded Rectangle 192">
                <a:extLst>
                  <a:ext uri="{FF2B5EF4-FFF2-40B4-BE49-F238E27FC236}">
                    <a16:creationId xmlns:a16="http://schemas.microsoft.com/office/drawing/2014/main" id="{495F2F91-2356-C69E-7859-8DBDD40E60F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 name="Freeform 9">
              <a:extLst>
                <a:ext uri="{FF2B5EF4-FFF2-40B4-BE49-F238E27FC236}">
                  <a16:creationId xmlns:a16="http://schemas.microsoft.com/office/drawing/2014/main" id="{31039813-A219-DED7-2273-726779587ED5}"/>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v20250611a</a:t>
              </a:r>
              <a:endParaRPr lang="en-US" sz="1000" b="0" i="0" dirty="0">
                <a:solidFill>
                  <a:schemeClr val="bg1"/>
                </a:solidFill>
                <a:latin typeface="Calibri Bold"/>
              </a:endParaRPr>
            </a:p>
          </p:txBody>
        </p:sp>
        <p:grpSp>
          <p:nvGrpSpPr>
            <p:cNvPr id="9" name="Group 168">
              <a:extLst>
                <a:ext uri="{FF2B5EF4-FFF2-40B4-BE49-F238E27FC236}">
                  <a16:creationId xmlns:a16="http://schemas.microsoft.com/office/drawing/2014/main" id="{811746D1-964C-ED73-F220-21A014895F82}"/>
                </a:ext>
              </a:extLst>
            </p:cNvPr>
            <p:cNvGrpSpPr/>
            <p:nvPr userDrawn="1"/>
          </p:nvGrpSpPr>
          <p:grpSpPr>
            <a:xfrm>
              <a:off x="12301425" y="2133519"/>
              <a:ext cx="1288114" cy="238539"/>
              <a:chOff x="8158038" y="2122998"/>
              <a:chExt cx="1288114" cy="238539"/>
            </a:xfrm>
          </p:grpSpPr>
          <p:sp>
            <p:nvSpPr>
              <p:cNvPr id="74" name="Rounded Rectangle 169">
                <a:extLst>
                  <a:ext uri="{FF2B5EF4-FFF2-40B4-BE49-F238E27FC236}">
                    <a16:creationId xmlns:a16="http://schemas.microsoft.com/office/drawing/2014/main" id="{2962F13F-19D1-5C88-8312-03B725059421}"/>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5" name="Rounded Rectangle 170">
                <a:extLst>
                  <a:ext uri="{FF2B5EF4-FFF2-40B4-BE49-F238E27FC236}">
                    <a16:creationId xmlns:a16="http://schemas.microsoft.com/office/drawing/2014/main" id="{4E9BA5FA-902E-432C-1314-1CD78DDAD489}"/>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6" name="Rounded Rectangle 171">
                <a:extLst>
                  <a:ext uri="{FF2B5EF4-FFF2-40B4-BE49-F238E27FC236}">
                    <a16:creationId xmlns:a16="http://schemas.microsoft.com/office/drawing/2014/main" id="{D9800D18-E1E7-031A-80A3-E2A4646F433B}"/>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7" name="Rounded Rectangle 172">
                <a:extLst>
                  <a:ext uri="{FF2B5EF4-FFF2-40B4-BE49-F238E27FC236}">
                    <a16:creationId xmlns:a16="http://schemas.microsoft.com/office/drawing/2014/main" id="{7682CFF9-705C-9DFA-5DC7-D1166DEBD2D8}"/>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8" name="Rounded Rectangle 173">
                <a:extLst>
                  <a:ext uri="{FF2B5EF4-FFF2-40B4-BE49-F238E27FC236}">
                    <a16:creationId xmlns:a16="http://schemas.microsoft.com/office/drawing/2014/main" id="{0FC8AC49-71AE-56AD-0A5B-19A0F1D72F26}"/>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10" name="Group 174">
              <a:extLst>
                <a:ext uri="{FF2B5EF4-FFF2-40B4-BE49-F238E27FC236}">
                  <a16:creationId xmlns:a16="http://schemas.microsoft.com/office/drawing/2014/main" id="{C2583F21-A6E0-4B8E-2C5E-7540E2CA5880}"/>
                </a:ext>
              </a:extLst>
            </p:cNvPr>
            <p:cNvGrpSpPr/>
            <p:nvPr userDrawn="1"/>
          </p:nvGrpSpPr>
          <p:grpSpPr>
            <a:xfrm>
              <a:off x="12301425" y="2589990"/>
              <a:ext cx="1288114" cy="238539"/>
              <a:chOff x="8158038" y="2385390"/>
              <a:chExt cx="1288114" cy="238539"/>
            </a:xfrm>
          </p:grpSpPr>
          <p:sp>
            <p:nvSpPr>
              <p:cNvPr id="69" name="Rounded Rectangle 175">
                <a:extLst>
                  <a:ext uri="{FF2B5EF4-FFF2-40B4-BE49-F238E27FC236}">
                    <a16:creationId xmlns:a16="http://schemas.microsoft.com/office/drawing/2014/main" id="{0C039340-FF82-D71E-DAC3-F87156E1C878}"/>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0" name="Rounded Rectangle 176">
                <a:extLst>
                  <a:ext uri="{FF2B5EF4-FFF2-40B4-BE49-F238E27FC236}">
                    <a16:creationId xmlns:a16="http://schemas.microsoft.com/office/drawing/2014/main" id="{6B52EF1F-AFE5-5ACA-2FE4-55820CD8BBD2}"/>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1" name="Rounded Rectangle 177">
                <a:extLst>
                  <a:ext uri="{FF2B5EF4-FFF2-40B4-BE49-F238E27FC236}">
                    <a16:creationId xmlns:a16="http://schemas.microsoft.com/office/drawing/2014/main" id="{5DE5237D-6477-C153-15BB-E23C9A45FAE6}"/>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2" name="Rounded Rectangle 178">
                <a:extLst>
                  <a:ext uri="{FF2B5EF4-FFF2-40B4-BE49-F238E27FC236}">
                    <a16:creationId xmlns:a16="http://schemas.microsoft.com/office/drawing/2014/main" id="{A2079867-0C2D-361D-3D7E-5CE5ADA1564D}"/>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73" name="Rounded Rectangle 179">
                <a:extLst>
                  <a:ext uri="{FF2B5EF4-FFF2-40B4-BE49-F238E27FC236}">
                    <a16:creationId xmlns:a16="http://schemas.microsoft.com/office/drawing/2014/main" id="{580F5202-CB04-4B89-F65D-4BD32F87354D}"/>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59" name="Rounded Rectangle 181">
              <a:extLst>
                <a:ext uri="{FF2B5EF4-FFF2-40B4-BE49-F238E27FC236}">
                  <a16:creationId xmlns:a16="http://schemas.microsoft.com/office/drawing/2014/main" id="{C065F842-57F7-18A1-9A5A-16031D130EB7}"/>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60" name="Rounded Rectangle 182">
              <a:extLst>
                <a:ext uri="{FF2B5EF4-FFF2-40B4-BE49-F238E27FC236}">
                  <a16:creationId xmlns:a16="http://schemas.microsoft.com/office/drawing/2014/main" id="{78D75A33-C751-E7DD-C33E-51CE22A17C23}"/>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61" name="Rounded Rectangle 183">
              <a:extLst>
                <a:ext uri="{FF2B5EF4-FFF2-40B4-BE49-F238E27FC236}">
                  <a16:creationId xmlns:a16="http://schemas.microsoft.com/office/drawing/2014/main" id="{4B986878-5FF5-9FAD-E5C7-2EF1474E66A5}"/>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62" name="Rounded Rectangle 184">
              <a:extLst>
                <a:ext uri="{FF2B5EF4-FFF2-40B4-BE49-F238E27FC236}">
                  <a16:creationId xmlns:a16="http://schemas.microsoft.com/office/drawing/2014/main" id="{41EBC05D-DFC4-9DEE-F728-FF3C7D0E3642}"/>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63" name="Rounded Rectangle 185">
              <a:extLst>
                <a:ext uri="{FF2B5EF4-FFF2-40B4-BE49-F238E27FC236}">
                  <a16:creationId xmlns:a16="http://schemas.microsoft.com/office/drawing/2014/main" id="{E2A326A4-2765-817D-7BBF-582DB5F67790}"/>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12" name="Group 191">
              <a:extLst>
                <a:ext uri="{FF2B5EF4-FFF2-40B4-BE49-F238E27FC236}">
                  <a16:creationId xmlns:a16="http://schemas.microsoft.com/office/drawing/2014/main" id="{195B2C9F-3DEC-7283-8E5F-E2AC0443FB98}"/>
                </a:ext>
              </a:extLst>
            </p:cNvPr>
            <p:cNvGrpSpPr/>
            <p:nvPr userDrawn="1"/>
          </p:nvGrpSpPr>
          <p:grpSpPr>
            <a:xfrm>
              <a:off x="12301425" y="5413093"/>
              <a:ext cx="1288114" cy="238539"/>
              <a:chOff x="8158038" y="4031086"/>
              <a:chExt cx="1288114" cy="238539"/>
            </a:xfrm>
          </p:grpSpPr>
          <p:sp>
            <p:nvSpPr>
              <p:cNvPr id="54" name="Rounded Rectangle 192">
                <a:extLst>
                  <a:ext uri="{FF2B5EF4-FFF2-40B4-BE49-F238E27FC236}">
                    <a16:creationId xmlns:a16="http://schemas.microsoft.com/office/drawing/2014/main" id="{94FF7CE1-5E9C-D892-9907-A0B68DED90F1}"/>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55" name="Rounded Rectangle 193">
                <a:extLst>
                  <a:ext uri="{FF2B5EF4-FFF2-40B4-BE49-F238E27FC236}">
                    <a16:creationId xmlns:a16="http://schemas.microsoft.com/office/drawing/2014/main" id="{E26D6307-A11E-41DF-F0F7-26FCA6C330FC}"/>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56" name="Rounded Rectangle 194">
                <a:extLst>
                  <a:ext uri="{FF2B5EF4-FFF2-40B4-BE49-F238E27FC236}">
                    <a16:creationId xmlns:a16="http://schemas.microsoft.com/office/drawing/2014/main" id="{64B99BDA-5DDC-60B1-33B9-06286403EFE1}"/>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57" name="Rounded Rectangle 195">
                <a:extLst>
                  <a:ext uri="{FF2B5EF4-FFF2-40B4-BE49-F238E27FC236}">
                    <a16:creationId xmlns:a16="http://schemas.microsoft.com/office/drawing/2014/main" id="{31FDBF38-787D-3FE1-4C7B-14B31017763C}"/>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58" name="Rounded Rectangle 196">
                <a:extLst>
                  <a:ext uri="{FF2B5EF4-FFF2-40B4-BE49-F238E27FC236}">
                    <a16:creationId xmlns:a16="http://schemas.microsoft.com/office/drawing/2014/main" id="{488341D9-C41C-79C2-7CB5-0A02D1458183}"/>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13" name="Group 197">
              <a:extLst>
                <a:ext uri="{FF2B5EF4-FFF2-40B4-BE49-F238E27FC236}">
                  <a16:creationId xmlns:a16="http://schemas.microsoft.com/office/drawing/2014/main" id="{2B5AC58B-337B-2CD7-6FA8-FEF6341572E9}"/>
                </a:ext>
              </a:extLst>
            </p:cNvPr>
            <p:cNvGrpSpPr/>
            <p:nvPr userDrawn="1"/>
          </p:nvGrpSpPr>
          <p:grpSpPr>
            <a:xfrm>
              <a:off x="12301425" y="4231124"/>
              <a:ext cx="1288114" cy="238539"/>
              <a:chOff x="8158038" y="3021495"/>
              <a:chExt cx="1288114" cy="238539"/>
            </a:xfrm>
          </p:grpSpPr>
          <p:sp>
            <p:nvSpPr>
              <p:cNvPr id="43" name="Rounded Rectangle 198">
                <a:extLst>
                  <a:ext uri="{FF2B5EF4-FFF2-40B4-BE49-F238E27FC236}">
                    <a16:creationId xmlns:a16="http://schemas.microsoft.com/office/drawing/2014/main" id="{437FCCBF-4846-809E-830D-FDD28D1CDF76}"/>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45" name="Rounded Rectangle 199">
                <a:extLst>
                  <a:ext uri="{FF2B5EF4-FFF2-40B4-BE49-F238E27FC236}">
                    <a16:creationId xmlns:a16="http://schemas.microsoft.com/office/drawing/2014/main" id="{9EB512E6-4B9A-B1AB-78B0-E7A0EDAB0E59}"/>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46" name="Rounded Rectangle 200">
                <a:extLst>
                  <a:ext uri="{FF2B5EF4-FFF2-40B4-BE49-F238E27FC236}">
                    <a16:creationId xmlns:a16="http://schemas.microsoft.com/office/drawing/2014/main" id="{19C199F6-6973-D73B-E93C-069FC54D0955}"/>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47" name="Rounded Rectangle 201">
                <a:extLst>
                  <a:ext uri="{FF2B5EF4-FFF2-40B4-BE49-F238E27FC236}">
                    <a16:creationId xmlns:a16="http://schemas.microsoft.com/office/drawing/2014/main" id="{165406F3-2E07-3DD6-8EBE-E3F1D1DB30B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48" name="Rounded Rectangle 202">
                <a:extLst>
                  <a:ext uri="{FF2B5EF4-FFF2-40B4-BE49-F238E27FC236}">
                    <a16:creationId xmlns:a16="http://schemas.microsoft.com/office/drawing/2014/main" id="{295B5479-3F96-32FD-8A1E-7326220EF94F}"/>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49" name="Rounded Rectangle 203">
                <a:extLst>
                  <a:ext uri="{FF2B5EF4-FFF2-40B4-BE49-F238E27FC236}">
                    <a16:creationId xmlns:a16="http://schemas.microsoft.com/office/drawing/2014/main" id="{2BB1E17F-615D-1AC1-4A42-AFEECC93724E}"/>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Rounded Rectangle 204">
                <a:extLst>
                  <a:ext uri="{FF2B5EF4-FFF2-40B4-BE49-F238E27FC236}">
                    <a16:creationId xmlns:a16="http://schemas.microsoft.com/office/drawing/2014/main" id="{E10767F9-BC65-8DA3-BFAF-463BBA88682F}"/>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ounded Rectangle 205">
                <a:extLst>
                  <a:ext uri="{FF2B5EF4-FFF2-40B4-BE49-F238E27FC236}">
                    <a16:creationId xmlns:a16="http://schemas.microsoft.com/office/drawing/2014/main" id="{A38E893F-1369-D0A8-2C9B-27F854637FA4}"/>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ounded Rectangle 206">
                <a:extLst>
                  <a:ext uri="{FF2B5EF4-FFF2-40B4-BE49-F238E27FC236}">
                    <a16:creationId xmlns:a16="http://schemas.microsoft.com/office/drawing/2014/main" id="{A636F485-2DC0-932A-4CD2-CAD5DE906DD5}"/>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Rounded Rectangle 207">
                <a:extLst>
                  <a:ext uri="{FF2B5EF4-FFF2-40B4-BE49-F238E27FC236}">
                    <a16:creationId xmlns:a16="http://schemas.microsoft.com/office/drawing/2014/main" id="{B48372ED-6E5A-9AC4-DDBC-489698DB1A62}"/>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 name="Rounded Rectangle 209">
              <a:extLst>
                <a:ext uri="{FF2B5EF4-FFF2-40B4-BE49-F238E27FC236}">
                  <a16:creationId xmlns:a16="http://schemas.microsoft.com/office/drawing/2014/main" id="{663A6AD2-35D3-36E7-D129-2CCAC04035BB}"/>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15" name="Rounded Rectangle 210">
              <a:extLst>
                <a:ext uri="{FF2B5EF4-FFF2-40B4-BE49-F238E27FC236}">
                  <a16:creationId xmlns:a16="http://schemas.microsoft.com/office/drawing/2014/main" id="{AA32058E-248B-5DEF-D191-55B116AC4246}"/>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16" name="Rounded Rectangle 211">
              <a:extLst>
                <a:ext uri="{FF2B5EF4-FFF2-40B4-BE49-F238E27FC236}">
                  <a16:creationId xmlns:a16="http://schemas.microsoft.com/office/drawing/2014/main" id="{5AA81573-FF92-F14B-9770-0116EB4151DE}"/>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17" name="Rounded Rectangle 212">
              <a:extLst>
                <a:ext uri="{FF2B5EF4-FFF2-40B4-BE49-F238E27FC236}">
                  <a16:creationId xmlns:a16="http://schemas.microsoft.com/office/drawing/2014/main" id="{D5D0D744-CEC9-D423-DADF-965EEA19BBD3}"/>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18" name="Rounded Rectangle 213">
              <a:extLst>
                <a:ext uri="{FF2B5EF4-FFF2-40B4-BE49-F238E27FC236}">
                  <a16:creationId xmlns:a16="http://schemas.microsoft.com/office/drawing/2014/main" id="{F7A4D767-C87F-3E40-FFBF-F4613E8F35ED}"/>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19" name="Rounded Rectangle 214">
              <a:extLst>
                <a:ext uri="{FF2B5EF4-FFF2-40B4-BE49-F238E27FC236}">
                  <a16:creationId xmlns:a16="http://schemas.microsoft.com/office/drawing/2014/main" id="{77098B3F-F178-734A-9373-3F1C26874798}"/>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215">
              <a:extLst>
                <a:ext uri="{FF2B5EF4-FFF2-40B4-BE49-F238E27FC236}">
                  <a16:creationId xmlns:a16="http://schemas.microsoft.com/office/drawing/2014/main" id="{7AE7C660-DB31-B269-45EB-E8B8CBAF993A}"/>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ounded Rectangle 216">
              <a:extLst>
                <a:ext uri="{FF2B5EF4-FFF2-40B4-BE49-F238E27FC236}">
                  <a16:creationId xmlns:a16="http://schemas.microsoft.com/office/drawing/2014/main" id="{10796E2F-EFFB-EB6F-682C-414611D50BAE}"/>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7">
              <a:extLst>
                <a:ext uri="{FF2B5EF4-FFF2-40B4-BE49-F238E27FC236}">
                  <a16:creationId xmlns:a16="http://schemas.microsoft.com/office/drawing/2014/main" id="{CDF3323E-4B4D-E4C3-02F5-90DB619C72D5}"/>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ounded Rectangle 218">
              <a:extLst>
                <a:ext uri="{FF2B5EF4-FFF2-40B4-BE49-F238E27FC236}">
                  <a16:creationId xmlns:a16="http://schemas.microsoft.com/office/drawing/2014/main" id="{1DD35CD5-EF33-836A-2E9F-70B934B66724}"/>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19">
              <a:extLst>
                <a:ext uri="{FF2B5EF4-FFF2-40B4-BE49-F238E27FC236}">
                  <a16:creationId xmlns:a16="http://schemas.microsoft.com/office/drawing/2014/main" id="{194E95A6-CA79-5953-24F1-658F17E26849}"/>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25" name="TextBox 220">
              <a:extLst>
                <a:ext uri="{FF2B5EF4-FFF2-40B4-BE49-F238E27FC236}">
                  <a16:creationId xmlns:a16="http://schemas.microsoft.com/office/drawing/2014/main" id="{9EF547AF-4BDC-4F2D-B08D-6A4F10079984}"/>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26" name="TextBox 222">
              <a:extLst>
                <a:ext uri="{FF2B5EF4-FFF2-40B4-BE49-F238E27FC236}">
                  <a16:creationId xmlns:a16="http://schemas.microsoft.com/office/drawing/2014/main" id="{CCDE992C-3E60-587C-42B9-CA9169D2FC3E}"/>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27" name="TextBox 223">
              <a:extLst>
                <a:ext uri="{FF2B5EF4-FFF2-40B4-BE49-F238E27FC236}">
                  <a16:creationId xmlns:a16="http://schemas.microsoft.com/office/drawing/2014/main" id="{0FEA448D-B15C-8765-E3A0-F34130363CFE}"/>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29" name="Picture 2" descr="color picker&quot; Icon - Download for free – Iconduck">
              <a:extLst>
                <a:ext uri="{FF2B5EF4-FFF2-40B4-BE49-F238E27FC236}">
                  <a16:creationId xmlns:a16="http://schemas.microsoft.com/office/drawing/2014/main" id="{DBA84B03-081B-ED72-F3AE-B4910FCC4EBF}"/>
                </a:ext>
              </a:extLst>
            </p:cNvPr>
            <p:cNvPicPr>
              <a:picLocks noChangeAspect="1" noChangeArrowheads="1"/>
            </p:cNvPicPr>
            <p:nvPr userDrawn="1"/>
          </p:nvPicPr>
          <p:blipFill>
            <a:blip r:embed="rId36">
              <a:extLst>
                <a:ext uri="{BEBA8EAE-BF5A-486C-A8C5-ECC9F3942E4B}">
                  <a14:imgProps xmlns:a14="http://schemas.microsoft.com/office/drawing/2010/main">
                    <a14:imgLayer r:embed="rId3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30" name="Groep 29">
              <a:extLst>
                <a:ext uri="{FF2B5EF4-FFF2-40B4-BE49-F238E27FC236}">
                  <a16:creationId xmlns:a16="http://schemas.microsoft.com/office/drawing/2014/main" id="{D6FACC17-B347-1E4F-0A9A-DF6AE099AC3F}"/>
                </a:ext>
              </a:extLst>
            </p:cNvPr>
            <p:cNvGrpSpPr/>
            <p:nvPr userDrawn="1"/>
          </p:nvGrpSpPr>
          <p:grpSpPr>
            <a:xfrm>
              <a:off x="12301425" y="3311063"/>
              <a:ext cx="1288114" cy="238539"/>
              <a:chOff x="12298208" y="5356993"/>
              <a:chExt cx="1288114" cy="238539"/>
            </a:xfrm>
          </p:grpSpPr>
          <p:sp>
            <p:nvSpPr>
              <p:cNvPr id="32" name="Rounded Rectangle 192">
                <a:extLst>
                  <a:ext uri="{FF2B5EF4-FFF2-40B4-BE49-F238E27FC236}">
                    <a16:creationId xmlns:a16="http://schemas.microsoft.com/office/drawing/2014/main" id="{640E950E-435D-7BD6-6C03-FEF94DBD743A}"/>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33" name="Rounded Rectangle 192">
                <a:extLst>
                  <a:ext uri="{FF2B5EF4-FFF2-40B4-BE49-F238E27FC236}">
                    <a16:creationId xmlns:a16="http://schemas.microsoft.com/office/drawing/2014/main" id="{347CB003-B1E4-85E2-4ABB-36580CFE6B56}"/>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34" name="Rounded Rectangle 192">
                <a:extLst>
                  <a:ext uri="{FF2B5EF4-FFF2-40B4-BE49-F238E27FC236}">
                    <a16:creationId xmlns:a16="http://schemas.microsoft.com/office/drawing/2014/main" id="{5F429482-2FB2-ACE7-8C47-BF7B8C2BA3FC}"/>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35" name="Rounded Rectangle 192">
                <a:extLst>
                  <a:ext uri="{FF2B5EF4-FFF2-40B4-BE49-F238E27FC236}">
                    <a16:creationId xmlns:a16="http://schemas.microsoft.com/office/drawing/2014/main" id="{D29F1AE0-EC67-1214-D381-4FC1539B8DF3}"/>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36" name="Rounded Rectangle 192">
                <a:extLst>
                  <a:ext uri="{FF2B5EF4-FFF2-40B4-BE49-F238E27FC236}">
                    <a16:creationId xmlns:a16="http://schemas.microsoft.com/office/drawing/2014/main" id="{CB595518-A8AD-0D8F-B8C4-EDE82796ECC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37" name="Rounded Rectangle 192">
                <a:extLst>
                  <a:ext uri="{FF2B5EF4-FFF2-40B4-BE49-F238E27FC236}">
                    <a16:creationId xmlns:a16="http://schemas.microsoft.com/office/drawing/2014/main" id="{69FA1B18-DB5D-42EE-9AD5-91C0AEEC5259}"/>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38" name="Rounded Rectangle 192">
                <a:extLst>
                  <a:ext uri="{FF2B5EF4-FFF2-40B4-BE49-F238E27FC236}">
                    <a16:creationId xmlns:a16="http://schemas.microsoft.com/office/drawing/2014/main" id="{C6076F2A-73BB-8F32-065A-CEB47165BD21}"/>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39" name="Rounded Rectangle 192">
                <a:extLst>
                  <a:ext uri="{FF2B5EF4-FFF2-40B4-BE49-F238E27FC236}">
                    <a16:creationId xmlns:a16="http://schemas.microsoft.com/office/drawing/2014/main" id="{B4E41E35-EDF3-B90A-7682-B05BB213A946}"/>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40" name="Rounded Rectangle 192">
                <a:extLst>
                  <a:ext uri="{FF2B5EF4-FFF2-40B4-BE49-F238E27FC236}">
                    <a16:creationId xmlns:a16="http://schemas.microsoft.com/office/drawing/2014/main" id="{684D309E-FBFC-9F46-A2B0-0C7837E870ED}"/>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41" name="Rounded Rectangle 192">
                <a:extLst>
                  <a:ext uri="{FF2B5EF4-FFF2-40B4-BE49-F238E27FC236}">
                    <a16:creationId xmlns:a16="http://schemas.microsoft.com/office/drawing/2014/main" id="{94B8E4E4-66E2-AC6C-4B30-C1D80E3082A9}"/>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42" name="Rounded Rectangle 192">
                <a:extLst>
                  <a:ext uri="{FF2B5EF4-FFF2-40B4-BE49-F238E27FC236}">
                    <a16:creationId xmlns:a16="http://schemas.microsoft.com/office/drawing/2014/main" id="{8BA9C395-EC6E-2260-3BBB-996BBAC23739}"/>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1" name="TextBox 220">
              <a:extLst>
                <a:ext uri="{FF2B5EF4-FFF2-40B4-BE49-F238E27FC236}">
                  <a16:creationId xmlns:a16="http://schemas.microsoft.com/office/drawing/2014/main" id="{0A6FB853-AED4-3B91-35BD-90B1EE5B7C32}"/>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183" name="Groep 182">
              <a:extLst>
                <a:ext uri="{FF2B5EF4-FFF2-40B4-BE49-F238E27FC236}">
                  <a16:creationId xmlns:a16="http://schemas.microsoft.com/office/drawing/2014/main" id="{961628B6-B417-C290-ED09-C838B257DC4A}"/>
                </a:ext>
              </a:extLst>
            </p:cNvPr>
            <p:cNvGrpSpPr/>
            <p:nvPr userDrawn="1"/>
          </p:nvGrpSpPr>
          <p:grpSpPr>
            <a:xfrm>
              <a:off x="12301425" y="4952389"/>
              <a:ext cx="238539" cy="238539"/>
              <a:chOff x="12301425" y="4952389"/>
              <a:chExt cx="238539" cy="238539"/>
            </a:xfrm>
          </p:grpSpPr>
          <p:sp>
            <p:nvSpPr>
              <p:cNvPr id="184" name="Vrije vorm 183">
                <a:extLst>
                  <a:ext uri="{FF2B5EF4-FFF2-40B4-BE49-F238E27FC236}">
                    <a16:creationId xmlns:a16="http://schemas.microsoft.com/office/drawing/2014/main" id="{4B9269AE-464A-1B86-49EA-CF7C2D374F4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85" name="Vrije vorm 184">
                <a:extLst>
                  <a:ext uri="{FF2B5EF4-FFF2-40B4-BE49-F238E27FC236}">
                    <a16:creationId xmlns:a16="http://schemas.microsoft.com/office/drawing/2014/main" id="{6B35BBC9-2B3E-0055-FE14-9F598C8AE64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186" name="Groep 185">
              <a:extLst>
                <a:ext uri="{FF2B5EF4-FFF2-40B4-BE49-F238E27FC236}">
                  <a16:creationId xmlns:a16="http://schemas.microsoft.com/office/drawing/2014/main" id="{27742D26-71C7-29B2-EAA1-8A63F5613BAD}"/>
                </a:ext>
              </a:extLst>
            </p:cNvPr>
            <p:cNvGrpSpPr/>
            <p:nvPr userDrawn="1"/>
          </p:nvGrpSpPr>
          <p:grpSpPr>
            <a:xfrm>
              <a:off x="12563819" y="4952389"/>
              <a:ext cx="238539" cy="238539"/>
              <a:chOff x="12301425" y="4952389"/>
              <a:chExt cx="238539" cy="238539"/>
            </a:xfrm>
          </p:grpSpPr>
          <p:sp>
            <p:nvSpPr>
              <p:cNvPr id="187" name="Vrije vorm 186">
                <a:extLst>
                  <a:ext uri="{FF2B5EF4-FFF2-40B4-BE49-F238E27FC236}">
                    <a16:creationId xmlns:a16="http://schemas.microsoft.com/office/drawing/2014/main" id="{40BBEB98-38B6-C7FC-3993-0660F5AB6DC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88" name="Vrije vorm 187">
                <a:extLst>
                  <a:ext uri="{FF2B5EF4-FFF2-40B4-BE49-F238E27FC236}">
                    <a16:creationId xmlns:a16="http://schemas.microsoft.com/office/drawing/2014/main" id="{BF551E7B-2BFC-74E9-4A67-D021D8A0FF03}"/>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189" name="Groep 188">
              <a:extLst>
                <a:ext uri="{FF2B5EF4-FFF2-40B4-BE49-F238E27FC236}">
                  <a16:creationId xmlns:a16="http://schemas.microsoft.com/office/drawing/2014/main" id="{F813C505-BAF2-D461-7E50-6E503DB12447}"/>
                </a:ext>
              </a:extLst>
            </p:cNvPr>
            <p:cNvGrpSpPr/>
            <p:nvPr userDrawn="1"/>
          </p:nvGrpSpPr>
          <p:grpSpPr>
            <a:xfrm>
              <a:off x="12826213" y="4952389"/>
              <a:ext cx="238539" cy="238539"/>
              <a:chOff x="12301425" y="4952389"/>
              <a:chExt cx="238539" cy="238539"/>
            </a:xfrm>
          </p:grpSpPr>
          <p:sp>
            <p:nvSpPr>
              <p:cNvPr id="190" name="Vrije vorm 189">
                <a:extLst>
                  <a:ext uri="{FF2B5EF4-FFF2-40B4-BE49-F238E27FC236}">
                    <a16:creationId xmlns:a16="http://schemas.microsoft.com/office/drawing/2014/main" id="{931C2E76-AEE4-99C8-45ED-D367EDE4A929}"/>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91" name="Vrije vorm 190">
                <a:extLst>
                  <a:ext uri="{FF2B5EF4-FFF2-40B4-BE49-F238E27FC236}">
                    <a16:creationId xmlns:a16="http://schemas.microsoft.com/office/drawing/2014/main" id="{F34677D5-8873-5AD4-24AE-E4B93E192F45}"/>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196" name="Groep 195">
              <a:extLst>
                <a:ext uri="{FF2B5EF4-FFF2-40B4-BE49-F238E27FC236}">
                  <a16:creationId xmlns:a16="http://schemas.microsoft.com/office/drawing/2014/main" id="{7436D299-7048-0953-6BD6-2050A1B852B2}"/>
                </a:ext>
              </a:extLst>
            </p:cNvPr>
            <p:cNvGrpSpPr/>
            <p:nvPr userDrawn="1"/>
          </p:nvGrpSpPr>
          <p:grpSpPr>
            <a:xfrm>
              <a:off x="13088607" y="4952389"/>
              <a:ext cx="238539" cy="238539"/>
              <a:chOff x="12301425" y="4952389"/>
              <a:chExt cx="238539" cy="238539"/>
            </a:xfrm>
          </p:grpSpPr>
          <p:sp>
            <p:nvSpPr>
              <p:cNvPr id="197" name="Vrije vorm 196">
                <a:extLst>
                  <a:ext uri="{FF2B5EF4-FFF2-40B4-BE49-F238E27FC236}">
                    <a16:creationId xmlns:a16="http://schemas.microsoft.com/office/drawing/2014/main" id="{5D45CA89-6462-EFFB-844B-F1CCB667B6E0}"/>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98" name="Vrije vorm 197">
                <a:extLst>
                  <a:ext uri="{FF2B5EF4-FFF2-40B4-BE49-F238E27FC236}">
                    <a16:creationId xmlns:a16="http://schemas.microsoft.com/office/drawing/2014/main" id="{5869D85C-B673-72EF-C86C-87D624FBAE12}"/>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199" name="Groep 198">
              <a:extLst>
                <a:ext uri="{FF2B5EF4-FFF2-40B4-BE49-F238E27FC236}">
                  <a16:creationId xmlns:a16="http://schemas.microsoft.com/office/drawing/2014/main" id="{9DFF9383-7A1E-1DD1-356E-A86293E23A3E}"/>
                </a:ext>
              </a:extLst>
            </p:cNvPr>
            <p:cNvGrpSpPr/>
            <p:nvPr userDrawn="1"/>
          </p:nvGrpSpPr>
          <p:grpSpPr>
            <a:xfrm>
              <a:off x="13351000" y="4952389"/>
              <a:ext cx="238539" cy="238539"/>
              <a:chOff x="12301425" y="4952389"/>
              <a:chExt cx="238539" cy="238539"/>
            </a:xfrm>
          </p:grpSpPr>
          <p:sp>
            <p:nvSpPr>
              <p:cNvPr id="200" name="Vrije vorm 199">
                <a:extLst>
                  <a:ext uri="{FF2B5EF4-FFF2-40B4-BE49-F238E27FC236}">
                    <a16:creationId xmlns:a16="http://schemas.microsoft.com/office/drawing/2014/main" id="{C464857F-DDA7-EA23-C09A-E2B3225CF65E}"/>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201" name="Vrije vorm 200">
                <a:extLst>
                  <a:ext uri="{FF2B5EF4-FFF2-40B4-BE49-F238E27FC236}">
                    <a16:creationId xmlns:a16="http://schemas.microsoft.com/office/drawing/2014/main" id="{41825614-7E33-81D3-941F-E63C309C91B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199"/>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sp>
        <p:nvSpPr>
          <p:cNvPr id="107" name="Rounded Rectangle 11">
            <a:extLst>
              <a:ext uri="{FF2B5EF4-FFF2-40B4-BE49-F238E27FC236}">
                <a16:creationId xmlns:a16="http://schemas.microsoft.com/office/drawing/2014/main" id="{BA19FB19-E04C-8BA5-4B29-8D0A44A8F4B4}"/>
              </a:ext>
            </a:extLst>
          </p:cNvPr>
          <p:cNvSpPr/>
          <p:nvPr userDrawn="1"/>
        </p:nvSpPr>
        <p:spPr>
          <a:xfrm>
            <a:off x="158400" y="6255515"/>
            <a:ext cx="3579411" cy="522162"/>
          </a:xfrm>
          <a:prstGeom prst="roundRect">
            <a:avLst>
              <a:gd name="adj" fmla="val 25380"/>
            </a:avLst>
          </a:prstGeom>
          <a:gradFill>
            <a:gsLst>
              <a:gs pos="98000">
                <a:srgbClr val="FFFFFF"/>
              </a:gs>
              <a:gs pos="86000">
                <a:srgbClr val="FFFFFF">
                  <a:alpha val="0"/>
                </a:srgbClr>
              </a:gs>
            </a:gsLst>
            <a:lin ang="6600000" scaled="0"/>
          </a:gradFill>
          <a:ln w="635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106" name="Graphic 105">
            <a:extLst>
              <a:ext uri="{FF2B5EF4-FFF2-40B4-BE49-F238E27FC236}">
                <a16:creationId xmlns:a16="http://schemas.microsoft.com/office/drawing/2014/main" id="{917BB1A9-3F47-C53E-0D22-D612AE0202E0}"/>
              </a:ext>
            </a:extLst>
          </p:cNvPr>
          <p:cNvPicPr>
            <a:picLocks noChangeAspect="1"/>
          </p:cNvPicPr>
          <p:nvPr userDrawn="1"/>
        </p:nvPicPr>
        <p:blipFill>
          <a:blip r:embed="rId38">
            <a:extLst>
              <a:ext uri="{96DAC541-7B7A-43D3-8B79-37D633B846F1}">
                <asvg:svgBlip xmlns:asvg="http://schemas.microsoft.com/office/drawing/2016/SVG/main" r:embed="rId39"/>
              </a:ext>
            </a:extLst>
          </a:blip>
          <a:stretch>
            <a:fillRect/>
          </a:stretch>
        </p:blipFill>
        <p:spPr>
          <a:xfrm>
            <a:off x="381663" y="6471870"/>
            <a:ext cx="325232" cy="216821"/>
          </a:xfrm>
          <a:prstGeom prst="rect">
            <a:avLst/>
          </a:prstGeom>
          <a:effectLst/>
        </p:spPr>
      </p:pic>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0B54E6"/>
                </a:solidFill>
                <a:latin typeface="Azeret Mono" pitchFamily="2" charset="77"/>
                <a:cs typeface="Azeret Mono" pitchFamily="2" charset="77"/>
              </a:defRPr>
            </a:lvl1pPr>
          </a:lstStyle>
          <a:p>
            <a:r>
              <a:rPr lang="nl-NL"/>
              <a:t>Confidential</a:t>
            </a:r>
          </a:p>
        </p:txBody>
      </p:sp>
      <p:pic>
        <p:nvPicPr>
          <p:cNvPr id="157" name="Afbeelding 156">
            <a:extLst>
              <a:ext uri="{FF2B5EF4-FFF2-40B4-BE49-F238E27FC236}">
                <a16:creationId xmlns:a16="http://schemas.microsoft.com/office/drawing/2014/main" id="{5ABCF63A-ED55-8841-F6A3-67867EB0DE78}"/>
              </a:ext>
            </a:extLst>
          </p:cNvPr>
          <p:cNvPicPr>
            <a:picLocks noChangeAspect="1"/>
          </p:cNvPicPr>
          <p:nvPr userDrawn="1"/>
        </p:nvPicPr>
        <p:blipFill>
          <a:blip r:embed="rId40"/>
          <a:stretch>
            <a:fillRect/>
          </a:stretch>
        </p:blipFill>
        <p:spPr>
          <a:xfrm>
            <a:off x="10413622" y="6420571"/>
            <a:ext cx="1727200" cy="406400"/>
          </a:xfrm>
          <a:prstGeom prst="rect">
            <a:avLst/>
          </a:prstGeom>
        </p:spPr>
      </p:pic>
      <p:sp>
        <p:nvSpPr>
          <p:cNvPr id="158" name="Rechthoek 157">
            <a:extLst>
              <a:ext uri="{FF2B5EF4-FFF2-40B4-BE49-F238E27FC236}">
                <a16:creationId xmlns:a16="http://schemas.microsoft.com/office/drawing/2014/main" id="{CBB37F62-F6A8-54EE-84EB-1B26BA230147}"/>
              </a:ext>
            </a:extLst>
          </p:cNvPr>
          <p:cNvSpPr/>
          <p:nvPr userDrawn="1"/>
        </p:nvSpPr>
        <p:spPr>
          <a:xfrm>
            <a:off x="11535226" y="6427757"/>
            <a:ext cx="443898" cy="2616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7367" y="6469694"/>
            <a:ext cx="627434"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noAutofit/>
          </a:bodyPr>
          <a:lstStyle>
            <a:lvl1pPr algn="ctr">
              <a:defRPr lang="en-US" sz="900" b="0" spc="10" baseline="0" smtClean="0">
                <a:solidFill>
                  <a:srgbClr val="0B54E6"/>
                </a:solidFill>
                <a:latin typeface="Azeret Mono" pitchFamily="2" charset="77"/>
                <a:cs typeface="Azeret Mono" pitchFamily="2" charset="77"/>
              </a:defRPr>
            </a:lvl1pPr>
          </a:lstStyle>
          <a:p>
            <a:fld id="{E242BD21-9B61-2246-BCB1-4BE5E1BEBE1C}" type="slidenum">
              <a:rPr lang="nl-NL" smtClean="0"/>
              <a:pPr/>
              <a:t>‹#›</a:t>
            </a:fld>
            <a:endParaRPr lang="nl-NL"/>
          </a:p>
        </p:txBody>
      </p:sp>
    </p:spTree>
    <p:extLst>
      <p:ext uri="{BB962C8B-B14F-4D97-AF65-F5344CB8AC3E}">
        <p14:creationId xmlns:p14="http://schemas.microsoft.com/office/powerpoint/2010/main" val="197467808"/>
      </p:ext>
    </p:extLst>
  </p:cSld>
  <p:clrMap bg1="lt1" tx1="dk1" bg2="lt2" tx2="dk2" accent1="accent1" accent2="accent2" accent3="accent3" accent4="accent4" accent5="accent5" accent6="accent6" hlink="hlink" folHlink="folHlink"/>
  <p:sldLayoutIdLst>
    <p:sldLayoutId id="2147483679" r:id="rId1"/>
    <p:sldLayoutId id="2147483669" r:id="rId2"/>
    <p:sldLayoutId id="2147483671" r:id="rId3"/>
    <p:sldLayoutId id="2147483700" r:id="rId4"/>
    <p:sldLayoutId id="2147483701" r:id="rId5"/>
    <p:sldLayoutId id="2147483702" r:id="rId6"/>
    <p:sldLayoutId id="2147483703" r:id="rId7"/>
    <p:sldLayoutId id="2147483662" r:id="rId8"/>
    <p:sldLayoutId id="2147483779" r:id="rId9"/>
    <p:sldLayoutId id="2147483776" r:id="rId10"/>
    <p:sldLayoutId id="2147483664" r:id="rId11"/>
    <p:sldLayoutId id="2147483692" r:id="rId12"/>
    <p:sldLayoutId id="2147483693" r:id="rId13"/>
    <p:sldLayoutId id="2147483721" r:id="rId14"/>
    <p:sldLayoutId id="2147483763" r:id="rId15"/>
    <p:sldLayoutId id="2147483761" r:id="rId16"/>
    <p:sldLayoutId id="2147483769" r:id="rId17"/>
    <p:sldLayoutId id="2147483760" r:id="rId18"/>
    <p:sldLayoutId id="2147483691" r:id="rId19"/>
    <p:sldLayoutId id="2147483787" r:id="rId20"/>
    <p:sldLayoutId id="2147483788" r:id="rId21"/>
    <p:sldLayoutId id="2147483789" r:id="rId22"/>
    <p:sldLayoutId id="2147483791" r:id="rId23"/>
    <p:sldLayoutId id="2147483773" r:id="rId24"/>
    <p:sldLayoutId id="2147483777" r:id="rId25"/>
    <p:sldLayoutId id="2147483697" r:id="rId26"/>
    <p:sldLayoutId id="2147483720" r:id="rId27"/>
    <p:sldLayoutId id="2147483713" r:id="rId28"/>
    <p:sldLayoutId id="2147483716" r:id="rId29"/>
    <p:sldLayoutId id="2147483717" r:id="rId30"/>
    <p:sldLayoutId id="2147483704" r:id="rId31"/>
    <p:sldLayoutId id="2147483719" r:id="rId32"/>
    <p:sldLayoutId id="2147483793" r:id="rId33"/>
    <p:sldLayoutId id="2147483794" r:id="rId34"/>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1864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defRPr lang="en-US" sz="1600" kern="1200" smtClean="0">
          <a:solidFill>
            <a:schemeClr val="tx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1864FF"/>
        </a:buClr>
        <a:buFont typeface="Arial" panose="020B0604020202020204" pitchFamily="34" charset="0"/>
        <a:buChar char="•"/>
        <a:tabLst/>
        <a:defRPr lang="en-US" sz="1600" kern="1200" smtClean="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7582" userDrawn="1">
          <p15:clr>
            <a:srgbClr val="F26B43"/>
          </p15:clr>
        </p15:guide>
        <p15:guide id="4" orient="horz" pos="4024" userDrawn="1">
          <p15:clr>
            <a:srgbClr val="F26B43"/>
          </p15:clr>
        </p15:guide>
        <p15:guide id="5" pos="234" userDrawn="1">
          <p15:clr>
            <a:srgbClr val="5ACBF0"/>
          </p15:clr>
        </p15:guide>
        <p15:guide id="6" pos="7446" userDrawn="1">
          <p15:clr>
            <a:srgbClr val="5ACBF0"/>
          </p15:clr>
        </p15:guide>
        <p15:guide id="7" orient="horz" pos="3941" userDrawn="1">
          <p15:clr>
            <a:srgbClr val="5ACBF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AA850EB8-E83D-246C-BB63-2A868373B1BE}"/>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99AD9F3A-EC71-D09A-06A4-DF026B826045}"/>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A8DE34D6-110D-A715-D888-F32F534AB236}"/>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1B09B145-E15C-5E18-553C-9D553948BFE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8BBA4652-A078-2FC3-D9E6-6FAFDF320B3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DAA4F945-67DA-0ADA-96A5-A0C39E38C5E0}"/>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717475B2-DFBE-B1B3-31B8-727A697264AD}"/>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A42A00C7-DFEA-C7D5-033D-516B6F4C8CFB}"/>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B58FAA8F-5DD0-C89C-271E-8C3A8EE06482}"/>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89F07FB3-6911-809F-B25C-8AEC80425E99}"/>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DD1E3D78-1140-8FC0-EA86-577F2CC4A346}"/>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3A71C40-611D-D16B-2D10-56A4820B8C5F}"/>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95A5946A-4EDB-4588-5F58-FA5E53404F5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B56A85F9-757E-5259-ECF3-BF09D04D67F0}"/>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A218AAFF-C3F4-2913-ED83-EBBC959F5DAC}"/>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FC06B2D3-B34D-2906-BEA5-2B255C7B96E0}"/>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D59C5C48-35AD-A63E-DC26-86E73634677A}"/>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32E95ECB-E3DD-95AD-0DEA-398BF1A178C7}"/>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AB2972B4-E1F2-58E1-20EA-34DF76C2E88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69987C38-B383-9396-270D-D57A1999E7F2}"/>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627E3288-DF74-C572-BA77-64616C7838B7}"/>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85E0971F-FC0D-FAFC-8BB4-61D0D2B137CD}"/>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C9B50F90-B896-5DCF-BFDB-93B48ACA2A9E}"/>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754F6EE8-2E9A-2CBA-BC76-D9C28BEDA666}"/>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2F3B8A7C-2801-5A4F-FCFF-BB6532792ADD}"/>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CA123130-6078-F942-31C8-7D1D314E0D8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658E8802-FB8C-E3CC-28AD-8F34A34182AA}"/>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D388F448-A8D1-3399-4E61-1638F2075917}"/>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0DBA9522-D22B-9DBA-AF8B-D363E3557F6A}"/>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A82A2DFA-D8C5-D911-DE04-AFB44144EAE6}"/>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C2A05CFF-BFD2-D7A2-AE40-E01B243946B8}"/>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D81A72E2-530F-F1B2-FF4A-95585AE44BA6}"/>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83435E30-E1B5-02A9-A4E0-5FD7CB1BEF6B}"/>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0CC0EFCF-04D1-45F4-6702-6FC3A265B70E}"/>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A9A16DAD-D221-1339-C097-73024E4EB147}"/>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942D8640-0849-C2B0-5C54-2B32EBC367F3}"/>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A443B444-0F2A-7630-FCF7-EF4808767C4F}"/>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4E83FFE7-44CD-8735-C0A4-BE79EC39796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C0F7E114-51AF-14D3-7DBE-7C596486FEA4}"/>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D0DB4980-D536-E5B3-868C-F6D7255C05A0}"/>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6B36C7E9-EDBA-AFB3-433E-8B2AB725E1F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9B00A46E-70BA-C698-9D23-9A7A9825BEB0}"/>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B065A78A-517B-7FE3-9BD1-5BBA83C5B2FD}"/>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68E74EB2-0DC9-4FFA-13D4-BC1CAAD5C2DA}"/>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1416B053-515C-7D37-719A-D5396792901F}"/>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B67387B5-D96B-0662-6DE0-1CEDDB232D4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D25AB246-D0F9-FF11-D812-6CE65EEA93D7}"/>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49857C07-3FD7-ABA2-AE3A-5A082586E45F}"/>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5F6BB872-7452-D5A8-42F6-FB044B207267}"/>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7ABC8ED3-35BE-3005-C4F5-CE56B7C3290E}"/>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4DFCD810-B71B-1937-A748-B404B5D5D35B}"/>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CC59845C-9422-C747-98C4-6BE996939962}"/>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DF4979DD-C143-00E2-257F-D2A99369298A}"/>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FD27ABA0-7135-DACE-FC6C-8A9EAAD907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2F3941FD-9462-C017-A887-F06C79F528F4}"/>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9C81FCA9-FCE4-FEF4-4B6B-AA410333A9E2}"/>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A2E9BB0C-D35B-4116-2AC4-90E9717E5237}"/>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E8031D7B-7681-7AE4-A37D-529EC4686204}"/>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49" name="Rechthoek 148">
            <a:extLst>
              <a:ext uri="{FF2B5EF4-FFF2-40B4-BE49-F238E27FC236}">
                <a16:creationId xmlns:a16="http://schemas.microsoft.com/office/drawing/2014/main" id="{912E8D36-CEBC-F4A4-DC48-0FFC029F5CDB}"/>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150" name="Rounded Rectangle 11">
            <a:extLst>
              <a:ext uri="{FF2B5EF4-FFF2-40B4-BE49-F238E27FC236}">
                <a16:creationId xmlns:a16="http://schemas.microsoft.com/office/drawing/2014/main" id="{2D4AC5C1-8471-5765-EE2F-B91C401EEABC}"/>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162" name="Rectangle 22">
            <a:extLst>
              <a:ext uri="{FF2B5EF4-FFF2-40B4-BE49-F238E27FC236}">
                <a16:creationId xmlns:a16="http://schemas.microsoft.com/office/drawing/2014/main" id="{A9735FA5-2FA2-C8BE-D5A8-A0118D2693E8}"/>
              </a:ext>
            </a:extLst>
          </p:cNvPr>
          <p:cNvSpPr/>
          <p:nvPr userDrawn="1"/>
        </p:nvSpPr>
        <p:spPr>
          <a:xfrm>
            <a:off x="0" y="0"/>
            <a:ext cx="12192000" cy="6334783"/>
          </a:xfrm>
          <a:prstGeom prst="rect">
            <a:avLst/>
          </a:prstGeom>
          <a:solidFill>
            <a:srgbClr val="15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 name="Rectangle 2">
            <a:extLst>
              <a:ext uri="{FF2B5EF4-FFF2-40B4-BE49-F238E27FC236}">
                <a16:creationId xmlns:a16="http://schemas.microsoft.com/office/drawing/2014/main" id="{47AF9F50-B0AE-A4D9-6892-D5B682DB31A2}"/>
              </a:ext>
            </a:extLst>
          </p:cNvPr>
          <p:cNvSpPr/>
          <p:nvPr userDrawn="1"/>
        </p:nvSpPr>
        <p:spPr>
          <a:xfrm>
            <a:off x="0" y="0"/>
            <a:ext cx="1381059" cy="416209"/>
          </a:xfrm>
          <a:prstGeom prst="rect">
            <a:avLst/>
          </a:prstGeom>
          <a:gradFill>
            <a:gsLst>
              <a:gs pos="0">
                <a:srgbClr val="F9C716">
                  <a:alpha val="78258"/>
                </a:srgbClr>
              </a:gs>
              <a:gs pos="18000">
                <a:srgbClr val="F8C716">
                  <a:alpha val="30000"/>
                </a:srgbClr>
              </a:gs>
              <a:gs pos="45000">
                <a:srgbClr val="F9C716">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165" name="Rounded Rectangle 92">
            <a:extLst>
              <a:ext uri="{FF2B5EF4-FFF2-40B4-BE49-F238E27FC236}">
                <a16:creationId xmlns:a16="http://schemas.microsoft.com/office/drawing/2014/main" id="{B6B0EA6D-93FA-0E47-82BC-6E9A5D82BC56}"/>
              </a:ext>
            </a:extLst>
          </p:cNvPr>
          <p:cNvSpPr/>
          <p:nvPr userDrawn="1"/>
        </p:nvSpPr>
        <p:spPr>
          <a:xfrm>
            <a:off x="154800" y="130179"/>
            <a:ext cx="1103615" cy="379911"/>
          </a:xfrm>
          <a:prstGeom prst="roundRect">
            <a:avLst>
              <a:gd name="adj" fmla="val 35079"/>
            </a:avLst>
          </a:prstGeom>
          <a:gradFill>
            <a:gsLst>
              <a:gs pos="2000">
                <a:srgbClr val="E88C36"/>
              </a:gs>
              <a:gs pos="15000">
                <a:srgbClr val="F8C716"/>
              </a:gs>
              <a:gs pos="41000">
                <a:srgbClr val="F8C716"/>
              </a:gs>
              <a:gs pos="54000">
                <a:srgbClr val="F8C716">
                  <a:alpha val="54000"/>
                </a:srgbClr>
              </a:gs>
              <a:gs pos="70000">
                <a:srgbClr val="F8C716">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66" name="Rectangle 3">
            <a:extLst>
              <a:ext uri="{FF2B5EF4-FFF2-40B4-BE49-F238E27FC236}">
                <a16:creationId xmlns:a16="http://schemas.microsoft.com/office/drawing/2014/main" id="{929202E0-FBA3-6D1C-5DB2-A7003046CE87}"/>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7" name="Straight Connector 9">
            <a:extLst>
              <a:ext uri="{FF2B5EF4-FFF2-40B4-BE49-F238E27FC236}">
                <a16:creationId xmlns:a16="http://schemas.microsoft.com/office/drawing/2014/main" id="{B175B565-7FF3-C6FA-3AEF-FECA88B3E490}"/>
              </a:ext>
            </a:extLst>
          </p:cNvPr>
          <p:cNvCxnSpPr>
            <a:cxnSpLocks/>
          </p:cNvCxnSpPr>
          <p:nvPr userDrawn="1"/>
        </p:nvCxnSpPr>
        <p:spPr>
          <a:xfrm>
            <a:off x="154800" y="1254633"/>
            <a:ext cx="11879999"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68" name="Rounded Rectangle 11">
            <a:extLst>
              <a:ext uri="{FF2B5EF4-FFF2-40B4-BE49-F238E27FC236}">
                <a16:creationId xmlns:a16="http://schemas.microsoft.com/office/drawing/2014/main" id="{6A6F3B9F-9EC2-99EF-F797-0FF9BDB9F368}"/>
              </a:ext>
            </a:extLst>
          </p:cNvPr>
          <p:cNvSpPr/>
          <p:nvPr userDrawn="1"/>
        </p:nvSpPr>
        <p:spPr>
          <a:xfrm>
            <a:off x="154800" y="6255515"/>
            <a:ext cx="3927438" cy="522162"/>
          </a:xfrm>
          <a:prstGeom prst="roundRect">
            <a:avLst>
              <a:gd name="adj" fmla="val 25380"/>
            </a:avLst>
          </a:prstGeom>
          <a:gradFill>
            <a:gsLst>
              <a:gs pos="0">
                <a:srgbClr val="1764FF"/>
              </a:gs>
              <a:gs pos="19000">
                <a:srgbClr val="084ED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169" name="Afbeelding 168">
            <a:extLst>
              <a:ext uri="{FF2B5EF4-FFF2-40B4-BE49-F238E27FC236}">
                <a16:creationId xmlns:a16="http://schemas.microsoft.com/office/drawing/2014/main" id="{CEE3DB91-DFA0-23FF-7786-B249F4DD0921}"/>
              </a:ext>
            </a:extLst>
          </p:cNvPr>
          <p:cNvPicPr>
            <a:picLocks noChangeAspect="1"/>
          </p:cNvPicPr>
          <p:nvPr userDrawn="1"/>
        </p:nvPicPr>
        <p:blipFill>
          <a:blip r:embed="rId21"/>
          <a:stretch>
            <a:fillRect/>
          </a:stretch>
        </p:blipFill>
        <p:spPr>
          <a:xfrm>
            <a:off x="10413622" y="6420571"/>
            <a:ext cx="1727200" cy="406400"/>
          </a:xfrm>
          <a:prstGeom prst="rect">
            <a:avLst/>
          </a:prstGeom>
        </p:spPr>
      </p:pic>
      <p:sp>
        <p:nvSpPr>
          <p:cNvPr id="170" name="Rechthoek 169">
            <a:extLst>
              <a:ext uri="{FF2B5EF4-FFF2-40B4-BE49-F238E27FC236}">
                <a16:creationId xmlns:a16="http://schemas.microsoft.com/office/drawing/2014/main" id="{A86F3B83-6262-41A8-700E-61C3B1838F75}"/>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72" name="Rectangle 22">
            <a:extLst>
              <a:ext uri="{FF2B5EF4-FFF2-40B4-BE49-F238E27FC236}">
                <a16:creationId xmlns:a16="http://schemas.microsoft.com/office/drawing/2014/main" id="{A60FFE3A-8FA1-676B-EFFA-9F7E31AFE577}"/>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399"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cxnSp>
        <p:nvCxnSpPr>
          <p:cNvPr id="173" name="Straight Connector 9">
            <a:extLst>
              <a:ext uri="{FF2B5EF4-FFF2-40B4-BE49-F238E27FC236}">
                <a16:creationId xmlns:a16="http://schemas.microsoft.com/office/drawing/2014/main" id="{8D280FE2-26DA-3F87-A7A0-367871842674}"/>
              </a:ext>
            </a:extLst>
          </p:cNvPr>
          <p:cNvCxnSpPr>
            <a:cxnSpLocks/>
          </p:cNvCxnSpPr>
          <p:nvPr userDrawn="1"/>
        </p:nvCxnSpPr>
        <p:spPr>
          <a:xfrm>
            <a:off x="144162" y="6382737"/>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153" name="Rectangle 4">
            <a:extLst>
              <a:ext uri="{FF2B5EF4-FFF2-40B4-BE49-F238E27FC236}">
                <a16:creationId xmlns:a16="http://schemas.microsoft.com/office/drawing/2014/main" id="{73B235D3-3C1A-926C-96F7-876AEA7F759F}"/>
              </a:ext>
            </a:extLst>
          </p:cNvPr>
          <p:cNvSpPr/>
          <p:nvPr userDrawn="1"/>
        </p:nvSpPr>
        <p:spPr>
          <a:xfrm>
            <a:off x="0" y="3429001"/>
            <a:ext cx="8134958" cy="2964608"/>
          </a:xfrm>
          <a:prstGeom prst="rect">
            <a:avLst/>
          </a:prstGeom>
          <a:gradFill>
            <a:gsLst>
              <a:gs pos="0">
                <a:srgbClr val="1864FF">
                  <a:alpha val="66667"/>
                </a:srgbClr>
              </a:gs>
              <a:gs pos="45000">
                <a:srgbClr val="151632">
                  <a:alpha val="0"/>
                </a:srgbClr>
              </a:gs>
              <a:gs pos="11000">
                <a:srgbClr val="1864FF">
                  <a:alpha val="56863"/>
                </a:srgbClr>
              </a:gs>
              <a:gs pos="35000">
                <a:srgbClr val="173D99">
                  <a:alpha val="24023"/>
                </a:srgbClr>
              </a:gs>
              <a:gs pos="22000">
                <a:srgbClr val="1864FF">
                  <a:alpha val="35686"/>
                </a:srgbClr>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sp>
        <p:nvSpPr>
          <p:cNvPr id="152" name="Rectangle 4">
            <a:extLst>
              <a:ext uri="{FF2B5EF4-FFF2-40B4-BE49-F238E27FC236}">
                <a16:creationId xmlns:a16="http://schemas.microsoft.com/office/drawing/2014/main" id="{C05BC534-2B27-A9B7-CEAE-FECCCD47CBF9}"/>
              </a:ext>
            </a:extLst>
          </p:cNvPr>
          <p:cNvSpPr/>
          <p:nvPr userDrawn="1"/>
        </p:nvSpPr>
        <p:spPr>
          <a:xfrm>
            <a:off x="154800" y="5446799"/>
            <a:ext cx="8134958" cy="946809"/>
          </a:xfrm>
          <a:prstGeom prst="rect">
            <a:avLst/>
          </a:prstGeom>
          <a:gradFill>
            <a:gsLst>
              <a:gs pos="0">
                <a:srgbClr val="1864FF">
                  <a:alpha val="62745"/>
                </a:srgbClr>
              </a:gs>
              <a:gs pos="14000">
                <a:srgbClr val="1864FF">
                  <a:alpha val="16863"/>
                </a:srgbClr>
              </a:gs>
              <a:gs pos="28000">
                <a:srgbClr val="1864FF">
                  <a:alpha val="0"/>
                </a:srgbClr>
              </a:gs>
            </a:gsLst>
            <a:lin ang="16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RO"/>
          </a:p>
        </p:txBody>
      </p:sp>
      <p:pic>
        <p:nvPicPr>
          <p:cNvPr id="151" name="Graphic 150">
            <a:extLst>
              <a:ext uri="{FF2B5EF4-FFF2-40B4-BE49-F238E27FC236}">
                <a16:creationId xmlns:a16="http://schemas.microsoft.com/office/drawing/2014/main" id="{33C85386-E280-8281-1ED5-8D3D775E66CB}"/>
              </a:ext>
            </a:extLst>
          </p:cNvPr>
          <p:cNvPicPr>
            <a:picLocks noChangeAspect="1"/>
          </p:cNvPicPr>
          <p:nvPr userDrawn="1"/>
        </p:nvPicPr>
        <p:blipFill>
          <a:blip r:embed="rId22">
            <a:extLst>
              <a:ext uri="{96DAC541-7B7A-43D3-8B79-37D633B846F1}">
                <asvg:svgBlip xmlns:asvg="http://schemas.microsoft.com/office/drawing/2016/SVG/main" r:embed="rId23"/>
              </a:ext>
            </a:extLst>
          </a:blip>
          <a:stretch>
            <a:fillRect/>
          </a:stretch>
        </p:blipFill>
        <p:spPr>
          <a:xfrm>
            <a:off x="381663" y="6471870"/>
            <a:ext cx="325232" cy="216821"/>
          </a:xfrm>
          <a:prstGeom prst="rect">
            <a:avLst/>
          </a:prstGeom>
        </p:spPr>
      </p:pic>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US" dirty="0"/>
          </a:p>
        </p:txBody>
      </p:sp>
      <p:grpSp>
        <p:nvGrpSpPr>
          <p:cNvPr id="31" name="Groep 30">
            <a:extLst>
              <a:ext uri="{FF2B5EF4-FFF2-40B4-BE49-F238E27FC236}">
                <a16:creationId xmlns:a16="http://schemas.microsoft.com/office/drawing/2014/main" id="{9E6A6A6B-50E5-38EF-4BD3-D020EE8689B3}"/>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066C03D8-F9E0-2E6A-1D60-4703BFF4BF08}"/>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6DA5FEDC-18D6-8CDA-F9D2-422186B578C7}"/>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35CE28EB-FFCD-D541-EA26-34F53FBD21E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9618C981-28CD-9B62-AEA5-B72309EBC59D}"/>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21ED55EF-4A66-C250-0552-ABF809B489CB}"/>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7C1226B-DED1-9D42-E63A-DCDE41AA8DE0}"/>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41D16ED5-3FC1-934D-18D3-1AC9E84848D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ACA6061C-537F-FA8B-CE4A-032AC58CEA09}"/>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03490847-C703-37B9-668D-B2C6CD6F6E1F}"/>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FEF3ED4D-4C0B-FD8D-5F10-E3E70506234C}"/>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E311E1CA-1EAF-037A-CF4A-0BC946DE7638}"/>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1BC20D0D-8762-EB82-DED6-2289162CBC7C}"/>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E782A8F1-F9DF-534B-B1D3-B3E7CF2C38A3}"/>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30B61454-8575-F166-5B53-203715E93CD9}"/>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75A30032-DA97-85EF-C5DD-4AD304FCB16B}"/>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v20250611a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6075733B-694E-4ADB-47EF-DAD37DFCB3E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036B0188-C38A-4AA3-A501-88A117107627}"/>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29B23501-C1C3-45AC-B948-965728636D3A}"/>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BCE68616-B923-1F9F-989B-083E77D5EE74}"/>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6282074-B719-7DB3-F40F-EFF54687964E}"/>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82087B6D-1646-4381-597B-95BAD5F312E5}"/>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E0E0AE85-94F3-D4B8-309B-7CF8DA82E049}"/>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AC692AB7-9650-95DE-45A4-45AC1EEF33B3}"/>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79093604-9E98-AE5D-C7BD-6A4D8C330F50}"/>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CBFE2210-2034-3457-2CCB-9011AE38EC1E}"/>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6B3E5BC2-7DE5-C849-120F-41E1D4E164A8}"/>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08002A18-EDE4-0B6C-B2CB-36B12AF681F5}"/>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0A605A1A-0F44-2C3C-5DE2-3F97F6C99194}"/>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6AB693B8-DF04-6F44-B853-D2B72B164D30}"/>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974CB12-0B3D-D0CC-A465-BE0E7CF7E28B}"/>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5E0E721B-2F4B-5CEA-47CC-BF07256AC84B}"/>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4429CC0F-ACB9-993B-34A8-03B1CA880403}"/>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61EA541D-279D-8CC0-646D-ACF2BB264F30}"/>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C8120719-4B42-211E-750D-2868797FCAA8}"/>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E6DA9266-1CE3-DBEB-F12B-2E5F01C250CE}"/>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E8ACC418-88AC-22EE-E9AA-B514AC46EE89}"/>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6D246CA1-3294-78C8-11DD-54EE9695C7D9}"/>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E433F45C-755C-90B8-4C78-87E3AEFE2D2A}"/>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B457501E-E91F-0C01-36D0-DF2C479CD7F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3D8DF291-751C-2723-5B19-846B093985F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F9A70E4A-677D-A207-67D1-C31F9AB8878D}"/>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2639B44B-BC7E-A2D4-2D29-516670B612F2}"/>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75122786-9C32-FA9D-AE3A-F854A6F4BFE6}"/>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4A7B7D7B-0A58-948A-807A-01BC60071F11}"/>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CC4700A-5BC2-0296-15C9-7BCCCFF40FB6}"/>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F5A72D55-0AEB-4B09-A9B5-0149E7B59F5D}"/>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565366B5-E56E-81F3-C8C8-AEEF70297232}"/>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58EF4AB1-15D5-3B6B-AAAB-673933E17880}"/>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F8CFDDFC-0F47-B231-5FB0-727F0D81DF38}"/>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D0671745-9691-ACD2-8DFC-F206A61EB352}"/>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60D59DF8-30D0-FF50-FB2E-9C66E1234B9F}"/>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2F36D0C6-C39A-9B5F-8EB9-27463903D769}"/>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0ADBA08E-81A8-97B6-DE53-FA396190B430}"/>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B2BFFF9-6049-26DE-5969-5F83C0ECC2B4}"/>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DAE8DA0F-943B-B2BA-8A03-61406E8171A9}"/>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7DC515E9-8E21-049E-9C1A-9C1E666F4F4D}"/>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4F13DD30-AC8C-5BAF-7D9E-17F37BF14CB1}"/>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E2AEF98F-B06C-F55B-CA49-DD758CEA97A3}"/>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7D56B7A7-845C-60E2-31FD-20ABDD7B2125}"/>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4A15EBF2-1689-F73E-531A-974E9DD60DCB}"/>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83FD25DF-A8C4-97E8-16EE-50D23B1DB38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4F150177-1E56-683E-55ED-3CCF98AA4117}"/>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762DD877-F163-49C0-9F2B-CE9A7CBD3D92}"/>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DF8BA090-A25D-2EE1-1A71-E7DB99333FF1}"/>
                </a:ext>
              </a:extLst>
            </p:cNvPr>
            <p:cNvPicPr>
              <a:picLocks noChangeAspect="1" noChangeArrowheads="1"/>
            </p:cNvPicPr>
            <p:nvPr userDrawn="1"/>
          </p:nvPicPr>
          <p:blipFill>
            <a:blip r:embed="rId24">
              <a:extLst>
                <a:ext uri="{BEBA8EAE-BF5A-486C-A8C5-ECC9F3942E4B}">
                  <a14:imgProps xmlns:a14="http://schemas.microsoft.com/office/drawing/2010/main">
                    <a14:imgLayer r:embed="rId25">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879CA836-68ED-E044-092E-BF8651058649}"/>
                </a:ext>
              </a:extLst>
            </p:cNvPr>
            <p:cNvGrpSpPr/>
            <p:nvPr userDrawn="1"/>
          </p:nvGrpSpPr>
          <p:grpSpPr>
            <a:xfrm>
              <a:off x="12301425" y="3311063"/>
              <a:ext cx="1288114" cy="238539"/>
              <a:chOff x="12298208" y="5356993"/>
              <a:chExt cx="1288114" cy="238539"/>
            </a:xfrm>
          </p:grpSpPr>
          <p:sp>
            <p:nvSpPr>
              <p:cNvPr id="157" name="Rounded Rectangle 192">
                <a:extLst>
                  <a:ext uri="{FF2B5EF4-FFF2-40B4-BE49-F238E27FC236}">
                    <a16:creationId xmlns:a16="http://schemas.microsoft.com/office/drawing/2014/main" id="{F993CC58-58CA-2456-419A-28263CD7BB8F}"/>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58" name="Rounded Rectangle 192">
                <a:extLst>
                  <a:ext uri="{FF2B5EF4-FFF2-40B4-BE49-F238E27FC236}">
                    <a16:creationId xmlns:a16="http://schemas.microsoft.com/office/drawing/2014/main" id="{A67E78A3-0778-9F29-B935-C89976310177}"/>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59" name="Rounded Rectangle 192">
                <a:extLst>
                  <a:ext uri="{FF2B5EF4-FFF2-40B4-BE49-F238E27FC236}">
                    <a16:creationId xmlns:a16="http://schemas.microsoft.com/office/drawing/2014/main" id="{7653AA1D-C39A-A623-4D3B-538509434DB1}"/>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60" name="Rounded Rectangle 192">
                <a:extLst>
                  <a:ext uri="{FF2B5EF4-FFF2-40B4-BE49-F238E27FC236}">
                    <a16:creationId xmlns:a16="http://schemas.microsoft.com/office/drawing/2014/main" id="{55D8BDCD-C25B-7886-9130-72592531F970}"/>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61" name="Rounded Rectangle 192">
                <a:extLst>
                  <a:ext uri="{FF2B5EF4-FFF2-40B4-BE49-F238E27FC236}">
                    <a16:creationId xmlns:a16="http://schemas.microsoft.com/office/drawing/2014/main" id="{B8FDA659-633D-A288-BEDE-927F2ADAA3AB}"/>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64" name="Rounded Rectangle 192">
                <a:extLst>
                  <a:ext uri="{FF2B5EF4-FFF2-40B4-BE49-F238E27FC236}">
                    <a16:creationId xmlns:a16="http://schemas.microsoft.com/office/drawing/2014/main" id="{F5F9A153-09FD-30C6-88AF-87F80EC600BA}"/>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1" name="Rounded Rectangle 192">
                <a:extLst>
                  <a:ext uri="{FF2B5EF4-FFF2-40B4-BE49-F238E27FC236}">
                    <a16:creationId xmlns:a16="http://schemas.microsoft.com/office/drawing/2014/main" id="{B7873913-C7E2-2303-9072-56FA55830009}"/>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F21ACD13-F33D-2338-B166-B265A58E00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ED37EB85-248C-AAF4-5A6A-FB10B7F64600}"/>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8DC91DB4-2566-7C71-8BE3-EAA149BEF36E}"/>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5B2250DE-B47C-DE83-2A84-09EACF752A9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B584D808-91BB-7BCD-9C3E-5F6058E4E2AF}"/>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AD2A4754-1E4F-4068-2170-DFBC5D3316F6}"/>
                </a:ext>
              </a:extLst>
            </p:cNvPr>
            <p:cNvGrpSpPr/>
            <p:nvPr userDrawn="1"/>
          </p:nvGrpSpPr>
          <p:grpSpPr>
            <a:xfrm>
              <a:off x="12301425" y="4952389"/>
              <a:ext cx="238539" cy="238539"/>
              <a:chOff x="12301425" y="4952389"/>
              <a:chExt cx="238539" cy="238539"/>
            </a:xfrm>
          </p:grpSpPr>
          <p:sp>
            <p:nvSpPr>
              <p:cNvPr id="155" name="Vrije vorm 154">
                <a:extLst>
                  <a:ext uri="{FF2B5EF4-FFF2-40B4-BE49-F238E27FC236}">
                    <a16:creationId xmlns:a16="http://schemas.microsoft.com/office/drawing/2014/main" id="{532D1363-26B6-F938-D22C-D85CDE9B865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6" name="Vrije vorm 155">
                <a:extLst>
                  <a:ext uri="{FF2B5EF4-FFF2-40B4-BE49-F238E27FC236}">
                    <a16:creationId xmlns:a16="http://schemas.microsoft.com/office/drawing/2014/main" id="{AD2EDC69-F434-FEFE-DED5-EAC10B2F6FD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43A159D0-3A59-0104-1C93-27959CC49CA9}"/>
                </a:ext>
              </a:extLst>
            </p:cNvPr>
            <p:cNvGrpSpPr/>
            <p:nvPr userDrawn="1"/>
          </p:nvGrpSpPr>
          <p:grpSpPr>
            <a:xfrm>
              <a:off x="12563819" y="4952389"/>
              <a:ext cx="238539" cy="238539"/>
              <a:chOff x="12301425" y="4952389"/>
              <a:chExt cx="238539" cy="238539"/>
            </a:xfrm>
          </p:grpSpPr>
          <p:sp>
            <p:nvSpPr>
              <p:cNvPr id="148" name="Vrije vorm 147">
                <a:extLst>
                  <a:ext uri="{FF2B5EF4-FFF2-40B4-BE49-F238E27FC236}">
                    <a16:creationId xmlns:a16="http://schemas.microsoft.com/office/drawing/2014/main" id="{3FE35D56-0BBE-9C75-BD0D-254A011F45CB}"/>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54" name="Vrije vorm 153">
                <a:extLst>
                  <a:ext uri="{FF2B5EF4-FFF2-40B4-BE49-F238E27FC236}">
                    <a16:creationId xmlns:a16="http://schemas.microsoft.com/office/drawing/2014/main" id="{A1AE8FAA-D517-EE1D-BC44-E771B569D421}"/>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964AABD8-3BED-C343-6EA4-A3AFFC623BE5}"/>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CF408804-496A-4CEF-6352-5ED21F535C7A}"/>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8D4DE3F5-B0B2-DCBB-0720-888ABA857B1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AACF694F-9A3B-50EF-7841-C1F2EA0B1B70}"/>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7B74DFF1-5E09-B811-88D1-9B54957539E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CE6419B6-B15D-1FE3-CE6C-28FC3095340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AD7F2593-8F27-9D4E-266E-1AB2FF9361C3}"/>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6DCC535E-7254-C522-301C-D26974CE165D}"/>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29C2DACA-3E2D-64DB-DCDB-AB641F33D90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569307572"/>
      </p:ext>
    </p:extLst>
  </p:cSld>
  <p:clrMap bg1="lt1" tx1="dk1" bg2="lt2" tx2="dk2" accent1="accent1" accent2="accent2" accent3="accent3" accent4="accent4" accent5="accent5" accent6="accent6" hlink="hlink" folHlink="folHlink"/>
  <p:sldLayoutIdLst>
    <p:sldLayoutId id="2147483731" r:id="rId1"/>
    <p:sldLayoutId id="2147483732" r:id="rId2"/>
    <p:sldLayoutId id="2147483733" r:id="rId3"/>
    <p:sldLayoutId id="2147483734" r:id="rId4"/>
    <p:sldLayoutId id="2147483768" r:id="rId5"/>
    <p:sldLayoutId id="2147483764" r:id="rId6"/>
    <p:sldLayoutId id="2147483762" r:id="rId7"/>
    <p:sldLayoutId id="2147483770" r:id="rId8"/>
    <p:sldLayoutId id="2147483765" r:id="rId9"/>
    <p:sldLayoutId id="2147483736" r:id="rId10"/>
    <p:sldLayoutId id="2147483784" r:id="rId11"/>
    <p:sldLayoutId id="2147483785" r:id="rId12"/>
    <p:sldLayoutId id="2147483786" r:id="rId13"/>
    <p:sldLayoutId id="2147483790" r:id="rId14"/>
    <p:sldLayoutId id="2147483774" r:id="rId15"/>
    <p:sldLayoutId id="2147483778" r:id="rId16"/>
    <p:sldLayoutId id="2147483737" r:id="rId17"/>
    <p:sldLayoutId id="2147483738" r:id="rId18"/>
    <p:sldLayoutId id="2147483775" r:id="rId19"/>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8C716"/>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234" userDrawn="1">
          <p15:clr>
            <a:srgbClr val="5ACBF0"/>
          </p15:clr>
        </p15:guide>
        <p15:guide id="4" orient="horz" pos="4024" userDrawn="1">
          <p15:clr>
            <a:srgbClr val="F26B43"/>
          </p15:clr>
        </p15:guide>
        <p15:guide id="5" pos="7582" userDrawn="1">
          <p15:clr>
            <a:srgbClr val="F26B43"/>
          </p15:clr>
        </p15:guide>
        <p15:guide id="6" orient="horz" pos="3941" userDrawn="1">
          <p15:clr>
            <a:srgbClr val="5ACBF0"/>
          </p15:clr>
        </p15:guide>
        <p15:guide id="7" pos="7446" userDrawn="1">
          <p15:clr>
            <a:srgbClr val="5ACBF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263" name="Groep 262">
            <a:extLst>
              <a:ext uri="{FF2B5EF4-FFF2-40B4-BE49-F238E27FC236}">
                <a16:creationId xmlns:a16="http://schemas.microsoft.com/office/drawing/2014/main" id="{60115C54-EC0F-B6BD-BEA8-161D9DBEB398}"/>
              </a:ext>
            </a:extLst>
          </p:cNvPr>
          <p:cNvGrpSpPr/>
          <p:nvPr userDrawn="1"/>
        </p:nvGrpSpPr>
        <p:grpSpPr>
          <a:xfrm flipH="1">
            <a:off x="10710451" y="4674513"/>
            <a:ext cx="2854391" cy="2702025"/>
            <a:chOff x="-1377504" y="-455451"/>
            <a:chExt cx="2854391" cy="2702025"/>
          </a:xfrm>
        </p:grpSpPr>
        <p:sp>
          <p:nvSpPr>
            <p:cNvPr id="264" name="Rectangle 68">
              <a:extLst>
                <a:ext uri="{FF2B5EF4-FFF2-40B4-BE49-F238E27FC236}">
                  <a16:creationId xmlns:a16="http://schemas.microsoft.com/office/drawing/2014/main" id="{A6DF4C6E-A946-FB59-71FE-7541F8B90288}"/>
                </a:ext>
              </a:extLst>
            </p:cNvPr>
            <p:cNvSpPr/>
            <p:nvPr userDrawn="1"/>
          </p:nvSpPr>
          <p:spPr>
            <a:xfrm>
              <a:off x="-1369911" y="1133435"/>
              <a:ext cx="1362794"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5" name="TextBox 225">
              <a:extLst>
                <a:ext uri="{FF2B5EF4-FFF2-40B4-BE49-F238E27FC236}">
                  <a16:creationId xmlns:a16="http://schemas.microsoft.com/office/drawing/2014/main" id="{EC7EFC16-CA1B-A495-126F-9E4073F54FEC}"/>
                </a:ext>
              </a:extLst>
            </p:cNvPr>
            <p:cNvSpPr txBox="1"/>
            <p:nvPr userDrawn="1"/>
          </p:nvSpPr>
          <p:spPr>
            <a:xfrm>
              <a:off x="115222" y="1877242"/>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66" name="Rectangle 68">
              <a:extLst>
                <a:ext uri="{FF2B5EF4-FFF2-40B4-BE49-F238E27FC236}">
                  <a16:creationId xmlns:a16="http://schemas.microsoft.com/office/drawing/2014/main" id="{0A63CD75-E0FA-BB1B-0803-358004D0FC88}"/>
                </a:ext>
              </a:extLst>
            </p:cNvPr>
            <p:cNvSpPr/>
            <p:nvPr userDrawn="1"/>
          </p:nvSpPr>
          <p:spPr>
            <a:xfrm>
              <a:off x="147066" y="1738388"/>
              <a:ext cx="226943" cy="506922"/>
            </a:xfrm>
            <a:prstGeom prst="rect">
              <a:avLst/>
            </a:prstGeom>
            <a:gradFill>
              <a:gsLst>
                <a:gs pos="100000">
                  <a:srgbClr val="73A1FF">
                    <a:alpha val="45000"/>
                  </a:srgbClr>
                </a:gs>
                <a:gs pos="0">
                  <a:srgbClr val="73A1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67" name="Vrije vorm 266">
              <a:extLst>
                <a:ext uri="{FF2B5EF4-FFF2-40B4-BE49-F238E27FC236}">
                  <a16:creationId xmlns:a16="http://schemas.microsoft.com/office/drawing/2014/main" id="{9F9F3964-BA5B-3F46-D000-D49D47796C0D}"/>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68" name="TextBox 6">
              <a:extLst>
                <a:ext uri="{FF2B5EF4-FFF2-40B4-BE49-F238E27FC236}">
                  <a16:creationId xmlns:a16="http://schemas.microsoft.com/office/drawing/2014/main" id="{504FC2F7-7328-057D-0984-28363753074C}"/>
                </a:ext>
              </a:extLst>
            </p:cNvPr>
            <p:cNvSpPr txBox="1"/>
            <p:nvPr userDrawn="1"/>
          </p:nvSpPr>
          <p:spPr>
            <a:xfrm>
              <a:off x="-1351052" y="123778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269" name="Triangle 20">
              <a:extLst>
                <a:ext uri="{FF2B5EF4-FFF2-40B4-BE49-F238E27FC236}">
                  <a16:creationId xmlns:a16="http://schemas.microsoft.com/office/drawing/2014/main" id="{50CEDFFB-86DC-0A68-CB88-EC49A4FC9E66}"/>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0" name="Straight Connector 22">
              <a:extLst>
                <a:ext uri="{FF2B5EF4-FFF2-40B4-BE49-F238E27FC236}">
                  <a16:creationId xmlns:a16="http://schemas.microsoft.com/office/drawing/2014/main" id="{33A778A5-77DA-F443-215D-4399DCBCFA05}"/>
                </a:ext>
              </a:extLst>
            </p:cNvPr>
            <p:cNvCxnSpPr>
              <a:cxnSpLocks/>
            </p:cNvCxnSpPr>
            <p:nvPr userDrawn="1"/>
          </p:nvCxnSpPr>
          <p:spPr>
            <a:xfrm flipH="1">
              <a:off x="-1377504" y="1261560"/>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71" name="Straight Connector 80">
              <a:extLst>
                <a:ext uri="{FF2B5EF4-FFF2-40B4-BE49-F238E27FC236}">
                  <a16:creationId xmlns:a16="http://schemas.microsoft.com/office/drawing/2014/main" id="{5A2F03FC-600D-7BF3-8139-0C8C167C3C00}"/>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2" name="Straight Connector 81">
              <a:extLst>
                <a:ext uri="{FF2B5EF4-FFF2-40B4-BE49-F238E27FC236}">
                  <a16:creationId xmlns:a16="http://schemas.microsoft.com/office/drawing/2014/main" id="{93671ADE-36B2-1733-1BF8-87C51859D578}"/>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73" name="TextBox 225">
              <a:extLst>
                <a:ext uri="{FF2B5EF4-FFF2-40B4-BE49-F238E27FC236}">
                  <a16:creationId xmlns:a16="http://schemas.microsoft.com/office/drawing/2014/main" id="{4A874850-6266-2A23-D50B-AC0538CC105F}"/>
                </a:ext>
              </a:extLst>
            </p:cNvPr>
            <p:cNvSpPr txBox="1"/>
            <p:nvPr userDrawn="1"/>
          </p:nvSpPr>
          <p:spPr>
            <a:xfrm>
              <a:off x="-1021213" y="1877242"/>
              <a:ext cx="1209678" cy="369332"/>
            </a:xfrm>
            <a:prstGeom prst="rect">
              <a:avLst/>
            </a:prstGeom>
            <a:noFill/>
          </p:spPr>
          <p:txBody>
            <a:bodyPr wrap="square" rtlCol="0" anchor="b">
              <a:spAutoFit/>
            </a:bodyPr>
            <a:lstStyle/>
            <a:p>
              <a:pPr algn="l"/>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1" i="0" dirty="0">
                  <a:solidFill>
                    <a:srgbClr val="929292"/>
                  </a:solidFill>
                  <a:effectLst/>
                  <a:latin typeface="Noir Pro Semi Bold" pitchFamily="2" charset="0"/>
                </a:rPr>
                <a:t>RIGHT</a:t>
              </a:r>
              <a:r>
                <a:rPr lang="en-US" sz="900" b="0" i="0" dirty="0">
                  <a:solidFill>
                    <a:srgbClr val="929292"/>
                  </a:solidFill>
                  <a:effectLst/>
                  <a:latin typeface="Noir Pro" pitchFamily="2" charset="0"/>
                </a:rPr>
                <a:t> OF HERE</a:t>
              </a:r>
            </a:p>
          </p:txBody>
        </p:sp>
        <p:sp>
          <p:nvSpPr>
            <p:cNvPr id="274" name="Triangle 226">
              <a:extLst>
                <a:ext uri="{FF2B5EF4-FFF2-40B4-BE49-F238E27FC236}">
                  <a16:creationId xmlns:a16="http://schemas.microsoft.com/office/drawing/2014/main" id="{7D3FCDBF-B0BA-FFA9-1C5F-7291574C95BE}"/>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5" name="Triangle 226">
              <a:extLst>
                <a:ext uri="{FF2B5EF4-FFF2-40B4-BE49-F238E27FC236}">
                  <a16:creationId xmlns:a16="http://schemas.microsoft.com/office/drawing/2014/main" id="{1249EA2A-55B9-F6F9-CCA2-12E5EAF7758A}"/>
                </a:ext>
              </a:extLst>
            </p:cNvPr>
            <p:cNvSpPr/>
            <p:nvPr userDrawn="1"/>
          </p:nvSpPr>
          <p:spPr>
            <a:xfrm rot="16200000">
              <a:off x="222593"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6" name="Straight Connector 22">
              <a:extLst>
                <a:ext uri="{FF2B5EF4-FFF2-40B4-BE49-F238E27FC236}">
                  <a16:creationId xmlns:a16="http://schemas.microsoft.com/office/drawing/2014/main" id="{223E693C-629D-391B-5D6E-3A835AB3CB9E}"/>
                </a:ext>
              </a:extLst>
            </p:cNvPr>
            <p:cNvCxnSpPr>
              <a:cxnSpLocks/>
            </p:cNvCxnSpPr>
            <p:nvPr userDrawn="1"/>
          </p:nvCxnSpPr>
          <p:spPr>
            <a:xfrm flipH="1">
              <a:off x="-1377504" y="1134681"/>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277" name="TextBox 6">
              <a:extLst>
                <a:ext uri="{FF2B5EF4-FFF2-40B4-BE49-F238E27FC236}">
                  <a16:creationId xmlns:a16="http://schemas.microsoft.com/office/drawing/2014/main" id="{07D6FCDB-C6F8-E7F7-7F2F-FE4F8319E6D9}"/>
                </a:ext>
              </a:extLst>
            </p:cNvPr>
            <p:cNvSpPr txBox="1"/>
            <p:nvPr userDrawn="1"/>
          </p:nvSpPr>
          <p:spPr>
            <a:xfrm>
              <a:off x="-1351052" y="916735"/>
              <a:ext cx="1228362" cy="397746"/>
            </a:xfrm>
            <a:prstGeom prst="rect">
              <a:avLst/>
            </a:prstGeom>
            <a:noFill/>
          </p:spPr>
          <p:txBody>
            <a:bodyPr wrap="square" rtlCol="0" anchor="b">
              <a:noAutofit/>
            </a:bodyPr>
            <a:lstStyle/>
            <a:p>
              <a:pPr algn="l"/>
              <a:r>
                <a:rPr lang="en-US" sz="900" b="0" i="0" dirty="0">
                  <a:solidFill>
                    <a:srgbClr val="74A2FF"/>
                  </a:solidFill>
                  <a:effectLst/>
                  <a:latin typeface="Noir Pro" pitchFamily="2" charset="0"/>
                </a:rPr>
                <a:t>NO TEXT IN </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278" name="Triangle 20">
              <a:extLst>
                <a:ext uri="{FF2B5EF4-FFF2-40B4-BE49-F238E27FC236}">
                  <a16:creationId xmlns:a16="http://schemas.microsoft.com/office/drawing/2014/main" id="{689ED486-6EE1-38A4-B5D7-8FA15AE57A1F}"/>
                </a:ext>
              </a:extLst>
            </p:cNvPr>
            <p:cNvSpPr/>
            <p:nvPr userDrawn="1"/>
          </p:nvSpPr>
          <p:spPr>
            <a:xfrm rot="10800000">
              <a:off x="-169889" y="1158772"/>
              <a:ext cx="112623" cy="79252"/>
            </a:xfrm>
            <a:prstGeom prst="triangle">
              <a:avLst/>
            </a:prstGeom>
            <a:solidFill>
              <a:srgbClr val="74A2FF">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 name="Groep 89">
            <a:extLst>
              <a:ext uri="{FF2B5EF4-FFF2-40B4-BE49-F238E27FC236}">
                <a16:creationId xmlns:a16="http://schemas.microsoft.com/office/drawing/2014/main" id="{C13AB13E-5CAB-2C65-BBE9-BFFF57AB96D7}"/>
              </a:ext>
            </a:extLst>
          </p:cNvPr>
          <p:cNvGrpSpPr/>
          <p:nvPr userDrawn="1"/>
        </p:nvGrpSpPr>
        <p:grpSpPr>
          <a:xfrm>
            <a:off x="-1427007" y="-511645"/>
            <a:ext cx="2903894" cy="1940242"/>
            <a:chOff x="-1427007" y="-511645"/>
            <a:chExt cx="2903894" cy="1940242"/>
          </a:xfrm>
        </p:grpSpPr>
        <p:sp>
          <p:nvSpPr>
            <p:cNvPr id="5" name="TextBox 225">
              <a:extLst>
                <a:ext uri="{FF2B5EF4-FFF2-40B4-BE49-F238E27FC236}">
                  <a16:creationId xmlns:a16="http://schemas.microsoft.com/office/drawing/2014/main" id="{A0A8C9BB-C2E4-81E3-D372-545EA71BB8DE}"/>
                </a:ext>
              </a:extLst>
            </p:cNvPr>
            <p:cNvSpPr txBox="1"/>
            <p:nvPr userDrawn="1"/>
          </p:nvSpPr>
          <p:spPr>
            <a:xfrm>
              <a:off x="115222" y="-506673"/>
              <a:ext cx="1361665" cy="369332"/>
            </a:xfrm>
            <a:prstGeom prst="rect">
              <a:avLst/>
            </a:prstGeom>
            <a:noFill/>
          </p:spPr>
          <p:txBody>
            <a:bodyPr wrap="square" rtlCol="0" anchor="b">
              <a:spAutoFit/>
            </a:bodyPr>
            <a:lstStyle/>
            <a:p>
              <a:pPr algn="l"/>
              <a:r>
                <a:rPr lang="en-US" sz="900" b="0" i="0">
                  <a:solidFill>
                    <a:srgbClr val="74A2FF"/>
                  </a:solidFill>
                  <a:effectLst/>
                  <a:latin typeface="Noir Pro" pitchFamily="2" charset="0"/>
                </a:rPr>
                <a:t>NO TEXT</a:t>
              </a:r>
              <a:br>
                <a:rPr lang="en-US" sz="900" b="0" i="0">
                  <a:solidFill>
                    <a:srgbClr val="74A2FF"/>
                  </a:solidFill>
                  <a:effectLst/>
                  <a:latin typeface="Noir Pro" pitchFamily="2" charset="0"/>
                </a:rPr>
              </a:br>
              <a:r>
                <a:rPr lang="en-US" sz="900" b="0" i="0">
                  <a:solidFill>
                    <a:srgbClr val="74A2FF"/>
                  </a:solidFill>
                  <a:effectLst/>
                  <a:latin typeface="Noir Pro" pitchFamily="2" charset="0"/>
                </a:rPr>
                <a:t>IN THIS MARGIN</a:t>
              </a:r>
            </a:p>
          </p:txBody>
        </p:sp>
        <p:sp>
          <p:nvSpPr>
            <p:cNvPr id="7" name="Rectangle 68">
              <a:extLst>
                <a:ext uri="{FF2B5EF4-FFF2-40B4-BE49-F238E27FC236}">
                  <a16:creationId xmlns:a16="http://schemas.microsoft.com/office/drawing/2014/main" id="{978DDFE3-7B73-5616-264C-DEB9B2348F92}"/>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8" name="Vrije vorm 92">
              <a:extLst>
                <a:ext uri="{FF2B5EF4-FFF2-40B4-BE49-F238E27FC236}">
                  <a16:creationId xmlns:a16="http://schemas.microsoft.com/office/drawing/2014/main" id="{D0072C70-2FF9-8F91-09D0-A00D01A09169}"/>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9" name="Vrije vorm 93">
              <a:extLst>
                <a:ext uri="{FF2B5EF4-FFF2-40B4-BE49-F238E27FC236}">
                  <a16:creationId xmlns:a16="http://schemas.microsoft.com/office/drawing/2014/main" id="{711CF4D7-8EBC-7CB3-027C-938B1CCD19D0}"/>
                </a:ext>
              </a:extLst>
            </p:cNvPr>
            <p:cNvSpPr/>
            <p:nvPr userDrawn="1"/>
          </p:nvSpPr>
          <p:spPr>
            <a:xfrm flipH="1">
              <a:off x="-1427007" y="130179"/>
              <a:ext cx="1427007" cy="227547"/>
            </a:xfrm>
            <a:custGeom>
              <a:avLst/>
              <a:gdLst>
                <a:gd name="connsiteX0" fmla="*/ 1379557 w 1427007"/>
                <a:gd name="connsiteY0" fmla="*/ 0 h 227547"/>
                <a:gd name="connsiteX1" fmla="*/ 0 w 1427007"/>
                <a:gd name="connsiteY1" fmla="*/ 0 h 227547"/>
                <a:gd name="connsiteX2" fmla="*/ 0 w 1427007"/>
                <a:gd name="connsiteY2" fmla="*/ 227547 h 227547"/>
                <a:gd name="connsiteX3" fmla="*/ 1379557 w 1427007"/>
                <a:gd name="connsiteY3" fmla="*/ 227547 h 227547"/>
                <a:gd name="connsiteX4" fmla="*/ 1427007 w 1427007"/>
                <a:gd name="connsiteY4" fmla="*/ 180097 h 227547"/>
                <a:gd name="connsiteX5" fmla="*/ 1427007 w 1427007"/>
                <a:gd name="connsiteY5" fmla="*/ 47450 h 227547"/>
                <a:gd name="connsiteX6" fmla="*/ 1379557 w 1427007"/>
                <a:gd name="connsiteY6" fmla="*/ 0 h 227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7007" h="227547">
                  <a:moveTo>
                    <a:pt x="1379557" y="0"/>
                  </a:moveTo>
                  <a:lnTo>
                    <a:pt x="0" y="0"/>
                  </a:lnTo>
                  <a:lnTo>
                    <a:pt x="0" y="227547"/>
                  </a:lnTo>
                  <a:lnTo>
                    <a:pt x="1379557" y="227547"/>
                  </a:lnTo>
                  <a:cubicBezTo>
                    <a:pt x="1405763" y="227547"/>
                    <a:pt x="1427007" y="206303"/>
                    <a:pt x="1427007" y="180097"/>
                  </a:cubicBezTo>
                  <a:lnTo>
                    <a:pt x="1427007" y="47450"/>
                  </a:lnTo>
                  <a:cubicBezTo>
                    <a:pt x="1427007" y="21244"/>
                    <a:pt x="1405763" y="0"/>
                    <a:pt x="1379557" y="0"/>
                  </a:cubicBezTo>
                  <a:close/>
                </a:path>
              </a:pathLst>
            </a:custGeom>
            <a:gradFill>
              <a:gsLst>
                <a:gs pos="15000">
                  <a:srgbClr val="F8C716"/>
                </a:gs>
                <a:gs pos="0">
                  <a:srgbClr val="EA8C36"/>
                </a:gs>
              </a:gsLst>
              <a:lin ang="0" scaled="0"/>
            </a:gradFill>
            <a:ln w="9525">
              <a:noFill/>
            </a:ln>
          </p:spPr>
          <p:style>
            <a:lnRef idx="2">
              <a:schemeClr val="accent1">
                <a:shade val="50000"/>
              </a:schemeClr>
            </a:lnRef>
            <a:fillRef idx="1">
              <a:schemeClr val="accent1"/>
            </a:fillRef>
            <a:effectRef idx="0">
              <a:schemeClr val="accent1"/>
            </a:effectRef>
            <a:fontRef idx="minor">
              <a:schemeClr val="lt1"/>
            </a:fontRef>
          </p:style>
          <p:txBody>
            <a:bodyPr wrap="square" lIns="0" rIns="72000" bIns="36000" rtlCol="0" anchor="ctr">
              <a:noAutofit/>
            </a:bodyPr>
            <a:lstStyle/>
            <a:p>
              <a:pPr lvl="0" algn="r"/>
              <a:r>
                <a:rPr lang="en-US" sz="800" b="0" i="0" dirty="0">
                  <a:solidFill>
                    <a:schemeClr val="tx1"/>
                  </a:solidFill>
                  <a:latin typeface="Noir Pro Medium" pitchFamily="2" charset="0"/>
                </a:rPr>
                <a:t>PRESENTATION SECTION</a:t>
              </a:r>
              <a:r>
                <a:rPr lang="nl-NL" sz="800" b="0" i="0" dirty="0">
                  <a:solidFill>
                    <a:schemeClr val="tx1"/>
                  </a:solidFill>
                  <a:effectLst/>
                  <a:latin typeface="Calibri" panose="020F0502020204030204" pitchFamily="34" charset="0"/>
                  <a:cs typeface="Calibri" panose="020F0502020204030204" pitchFamily="34" charset="0"/>
                </a:rPr>
                <a:t>▸</a:t>
              </a:r>
              <a:endParaRPr lang="en-US" sz="800" b="0" i="0" dirty="0">
                <a:solidFill>
                  <a:schemeClr val="tx1"/>
                </a:solidFill>
                <a:latin typeface="Calibri" panose="020F0502020204030204" pitchFamily="34" charset="0"/>
                <a:cs typeface="Calibri" panose="020F0502020204030204" pitchFamily="34" charset="0"/>
              </a:endParaRPr>
            </a:p>
          </p:txBody>
        </p:sp>
        <p:sp>
          <p:nvSpPr>
            <p:cNvPr id="10" name="TextBox 6">
              <a:extLst>
                <a:ext uri="{FF2B5EF4-FFF2-40B4-BE49-F238E27FC236}">
                  <a16:creationId xmlns:a16="http://schemas.microsoft.com/office/drawing/2014/main" id="{F7C56970-E526-BF2E-4E35-6AD4384BEA83}"/>
                </a:ext>
              </a:extLst>
            </p:cNvPr>
            <p:cNvSpPr txBox="1"/>
            <p:nvPr userDrawn="1"/>
          </p:nvSpPr>
          <p:spPr>
            <a:xfrm>
              <a:off x="-1351052" y="103085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0"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11" name="Triangle 20">
              <a:extLst>
                <a:ext uri="{FF2B5EF4-FFF2-40B4-BE49-F238E27FC236}">
                  <a16:creationId xmlns:a16="http://schemas.microsoft.com/office/drawing/2014/main" id="{965640A9-D934-5FE6-19CA-2779D216DE74}"/>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22">
              <a:extLst>
                <a:ext uri="{FF2B5EF4-FFF2-40B4-BE49-F238E27FC236}">
                  <a16:creationId xmlns:a16="http://schemas.microsoft.com/office/drawing/2014/main" id="{9CDBCF89-C740-6B75-6D63-296E4EAA4DE1}"/>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3" name="TextBox 61">
              <a:extLst>
                <a:ext uri="{FF2B5EF4-FFF2-40B4-BE49-F238E27FC236}">
                  <a16:creationId xmlns:a16="http://schemas.microsoft.com/office/drawing/2014/main" id="{03DE0ADE-134B-6C1E-0930-22F5D1A430D3}"/>
                </a:ext>
              </a:extLst>
            </p:cNvPr>
            <p:cNvSpPr txBox="1"/>
            <p:nvPr userDrawn="1"/>
          </p:nvSpPr>
          <p:spPr>
            <a:xfrm>
              <a:off x="-1234836" y="373601"/>
              <a:ext cx="1171414" cy="291811"/>
            </a:xfrm>
            <a:prstGeom prst="rect">
              <a:avLst/>
            </a:prstGeom>
            <a:noFill/>
          </p:spPr>
          <p:txBody>
            <a:bodyPr wrap="square" rtlCol="0" anchor="b">
              <a:spAutoFit/>
            </a:bodyPr>
            <a:lstStyle/>
            <a:p>
              <a:pPr algn="r">
                <a:lnSpc>
                  <a:spcPct val="80000"/>
                </a:lnSpc>
              </a:pPr>
              <a:r>
                <a:rPr lang="en-US" sz="800" b="0" i="0" dirty="0">
                  <a:solidFill>
                    <a:srgbClr val="EA8C36"/>
                  </a:solidFill>
                  <a:effectLst/>
                  <a:latin typeface="Noir Pro" pitchFamily="2" charset="0"/>
                </a:rPr>
                <a:t>E.G. “Introduction” OR “Conclusions”</a:t>
              </a:r>
            </a:p>
          </p:txBody>
        </p:sp>
        <p:cxnSp>
          <p:nvCxnSpPr>
            <p:cNvPr id="14" name="Straight Connector 80">
              <a:extLst>
                <a:ext uri="{FF2B5EF4-FFF2-40B4-BE49-F238E27FC236}">
                  <a16:creationId xmlns:a16="http://schemas.microsoft.com/office/drawing/2014/main" id="{FCA2C031-2983-D5D1-DC9F-837D67ACD0BF}"/>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15" name="Straight Connector 81">
              <a:extLst>
                <a:ext uri="{FF2B5EF4-FFF2-40B4-BE49-F238E27FC236}">
                  <a16:creationId xmlns:a16="http://schemas.microsoft.com/office/drawing/2014/main" id="{A382FC40-9A50-370F-5898-C6E93795FE2F}"/>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16" name="TextBox 225">
              <a:extLst>
                <a:ext uri="{FF2B5EF4-FFF2-40B4-BE49-F238E27FC236}">
                  <a16:creationId xmlns:a16="http://schemas.microsoft.com/office/drawing/2014/main" id="{E58567A1-E75E-FCA9-B840-AF379D189512}"/>
                </a:ext>
              </a:extLst>
            </p:cNvPr>
            <p:cNvSpPr txBox="1"/>
            <p:nvPr userDrawn="1"/>
          </p:nvSpPr>
          <p:spPr>
            <a:xfrm>
              <a:off x="-1021213" y="-506673"/>
              <a:ext cx="1209678" cy="369332"/>
            </a:xfrm>
            <a:prstGeom prst="rect">
              <a:avLst/>
            </a:prstGeom>
            <a:noFill/>
          </p:spPr>
          <p:txBody>
            <a:bodyPr wrap="square" rtlCol="0" anchor="b">
              <a:spAutoFit/>
            </a:bodyPr>
            <a:lstStyle/>
            <a:p>
              <a:pPr algn="r"/>
              <a:r>
                <a:rPr lang="en-US" sz="900" b="0" i="0" dirty="0">
                  <a:solidFill>
                    <a:srgbClr val="929292"/>
                  </a:solidFill>
                  <a:effectLst/>
                  <a:latin typeface="Noir Pro" pitchFamily="2" charset="0"/>
                </a:rPr>
                <a:t>NO CONTENT</a:t>
              </a:r>
              <a:br>
                <a:rPr lang="en-US" sz="900" b="0" i="0" dirty="0">
                  <a:solidFill>
                    <a:srgbClr val="929292"/>
                  </a:solidFill>
                  <a:effectLst/>
                  <a:latin typeface="Noir Pro" pitchFamily="2" charset="0"/>
                </a:rPr>
              </a:br>
              <a:r>
                <a:rPr lang="en-US" sz="900" b="0" i="0" dirty="0">
                  <a:solidFill>
                    <a:srgbClr val="929292"/>
                  </a:solidFill>
                  <a:effectLst/>
                  <a:latin typeface="Noir Pro" pitchFamily="2" charset="0"/>
                </a:rPr>
                <a:t>        </a:t>
              </a:r>
              <a:r>
                <a:rPr lang="en-US" sz="900" b="1" i="0" dirty="0">
                  <a:solidFill>
                    <a:srgbClr val="929292"/>
                  </a:solidFill>
                  <a:effectLst/>
                  <a:latin typeface="Noir Pro Semi Bold" pitchFamily="2" charset="0"/>
                </a:rPr>
                <a:t>LEFT</a:t>
              </a:r>
              <a:r>
                <a:rPr lang="en-US" sz="900" b="0" i="0" dirty="0">
                  <a:solidFill>
                    <a:srgbClr val="929292"/>
                  </a:solidFill>
                  <a:effectLst/>
                  <a:latin typeface="Noir Pro" pitchFamily="2" charset="0"/>
                </a:rPr>
                <a:t> OF HERE</a:t>
              </a:r>
            </a:p>
          </p:txBody>
        </p:sp>
        <p:sp>
          <p:nvSpPr>
            <p:cNvPr id="17" name="Triangle 226">
              <a:extLst>
                <a:ext uri="{FF2B5EF4-FFF2-40B4-BE49-F238E27FC236}">
                  <a16:creationId xmlns:a16="http://schemas.microsoft.com/office/drawing/2014/main" id="{9C54DAE6-EE81-0C13-4458-0B8468E717ED}"/>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riangle 226">
              <a:extLst>
                <a:ext uri="{FF2B5EF4-FFF2-40B4-BE49-F238E27FC236}">
                  <a16:creationId xmlns:a16="http://schemas.microsoft.com/office/drawing/2014/main" id="{8AFF3D23-6B85-10E3-80EE-0E6ECCEA54ED}"/>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9" name="Groep 119">
            <a:extLst>
              <a:ext uri="{FF2B5EF4-FFF2-40B4-BE49-F238E27FC236}">
                <a16:creationId xmlns:a16="http://schemas.microsoft.com/office/drawing/2014/main" id="{113E2426-F4CA-0893-E2FB-B0816A712C60}"/>
              </a:ext>
            </a:extLst>
          </p:cNvPr>
          <p:cNvGrpSpPr/>
          <p:nvPr userDrawn="1"/>
        </p:nvGrpSpPr>
        <p:grpSpPr>
          <a:xfrm flipH="1">
            <a:off x="10714464" y="-511645"/>
            <a:ext cx="2854391" cy="1940242"/>
            <a:chOff x="-1377504" y="-511645"/>
            <a:chExt cx="2854391" cy="1940242"/>
          </a:xfrm>
        </p:grpSpPr>
        <p:sp>
          <p:nvSpPr>
            <p:cNvPr id="20" name="TextBox 225">
              <a:extLst>
                <a:ext uri="{FF2B5EF4-FFF2-40B4-BE49-F238E27FC236}">
                  <a16:creationId xmlns:a16="http://schemas.microsoft.com/office/drawing/2014/main" id="{741879F9-08A7-3E9F-4C6F-5905B39B5FF7}"/>
                </a:ext>
              </a:extLst>
            </p:cNvPr>
            <p:cNvSpPr txBox="1"/>
            <p:nvPr userDrawn="1"/>
          </p:nvSpPr>
          <p:spPr>
            <a:xfrm>
              <a:off x="115222" y="-506673"/>
              <a:ext cx="1361665" cy="369332"/>
            </a:xfrm>
            <a:prstGeom prst="rect">
              <a:avLst/>
            </a:prstGeom>
            <a:noFill/>
          </p:spPr>
          <p:txBody>
            <a:bodyPr wrap="square" rtlCol="0" anchor="b">
              <a:spAutoFit/>
            </a:bodyPr>
            <a:lstStyle/>
            <a:p>
              <a:pPr algn="r"/>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21" name="Rectangle 68">
              <a:extLst>
                <a:ext uri="{FF2B5EF4-FFF2-40B4-BE49-F238E27FC236}">
                  <a16:creationId xmlns:a16="http://schemas.microsoft.com/office/drawing/2014/main" id="{EFFBA379-95E3-E4FB-C875-51DEAF8E891D}"/>
                </a:ext>
              </a:extLst>
            </p:cNvPr>
            <p:cNvSpPr/>
            <p:nvPr userDrawn="1"/>
          </p:nvSpPr>
          <p:spPr>
            <a:xfrm>
              <a:off x="147066" y="-511645"/>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22" name="Vrije vorm 122">
              <a:extLst>
                <a:ext uri="{FF2B5EF4-FFF2-40B4-BE49-F238E27FC236}">
                  <a16:creationId xmlns:a16="http://schemas.microsoft.com/office/drawing/2014/main" id="{4608527B-4185-46D7-8728-D6C5630793AD}"/>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23" name="TextBox 6">
              <a:extLst>
                <a:ext uri="{FF2B5EF4-FFF2-40B4-BE49-F238E27FC236}">
                  <a16:creationId xmlns:a16="http://schemas.microsoft.com/office/drawing/2014/main" id="{D1BA825A-2C20-3F93-5DFE-1EC2259C6B8B}"/>
                </a:ext>
              </a:extLst>
            </p:cNvPr>
            <p:cNvSpPr txBox="1"/>
            <p:nvPr userDrawn="1"/>
          </p:nvSpPr>
          <p:spPr>
            <a:xfrm>
              <a:off x="-1351052" y="1030851"/>
              <a:ext cx="1228362" cy="397746"/>
            </a:xfrm>
            <a:prstGeom prst="rect">
              <a:avLst/>
            </a:prstGeom>
            <a:noFill/>
          </p:spPr>
          <p:txBody>
            <a:bodyPr wrap="square" rtlCol="0" anchor="b">
              <a:noAutofit/>
            </a:bodyPr>
            <a:lstStyle/>
            <a:p>
              <a:pPr algn="l"/>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ABOVE</a:t>
              </a:r>
              <a:r>
                <a:rPr lang="en-US" sz="900" b="0" i="0">
                  <a:solidFill>
                    <a:srgbClr val="929292"/>
                  </a:solidFill>
                  <a:effectLst/>
                  <a:latin typeface="Noir Pro" pitchFamily="2" charset="0"/>
                </a:rPr>
                <a:t> HERE</a:t>
              </a:r>
            </a:p>
          </p:txBody>
        </p:sp>
        <p:sp>
          <p:nvSpPr>
            <p:cNvPr id="24" name="Triangle 20">
              <a:extLst>
                <a:ext uri="{FF2B5EF4-FFF2-40B4-BE49-F238E27FC236}">
                  <a16:creationId xmlns:a16="http://schemas.microsoft.com/office/drawing/2014/main" id="{290049E7-7AC4-0D73-CE2E-6D6694F091C9}"/>
                </a:ext>
              </a:extLst>
            </p:cNvPr>
            <p:cNvSpPr/>
            <p:nvPr userDrawn="1"/>
          </p:nvSpPr>
          <p:spPr>
            <a:xfrm>
              <a:off x="-169889" y="127232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Connector 22">
              <a:extLst>
                <a:ext uri="{FF2B5EF4-FFF2-40B4-BE49-F238E27FC236}">
                  <a16:creationId xmlns:a16="http://schemas.microsoft.com/office/drawing/2014/main" id="{0580F4B2-CFF9-3D23-5685-4FA6694D7A60}"/>
                </a:ext>
              </a:extLst>
            </p:cNvPr>
            <p:cNvCxnSpPr>
              <a:cxnSpLocks/>
            </p:cNvCxnSpPr>
            <p:nvPr userDrawn="1"/>
          </p:nvCxnSpPr>
          <p:spPr>
            <a:xfrm flipH="1">
              <a:off x="-1377504" y="1412872"/>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26" name="Straight Connector 80">
              <a:extLst>
                <a:ext uri="{FF2B5EF4-FFF2-40B4-BE49-F238E27FC236}">
                  <a16:creationId xmlns:a16="http://schemas.microsoft.com/office/drawing/2014/main" id="{55399B6C-EB0A-DBAD-3CFC-54A2ADC929DA}"/>
                </a:ext>
              </a:extLst>
            </p:cNvPr>
            <p:cNvCxnSpPr>
              <a:cxnSpLocks/>
            </p:cNvCxnSpPr>
            <p:nvPr userDrawn="1"/>
          </p:nvCxnSpPr>
          <p:spPr>
            <a:xfrm>
              <a:off x="374229" y="-511645"/>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27" name="Straight Connector 81">
              <a:extLst>
                <a:ext uri="{FF2B5EF4-FFF2-40B4-BE49-F238E27FC236}">
                  <a16:creationId xmlns:a16="http://schemas.microsoft.com/office/drawing/2014/main" id="{A7B69F45-37D8-DB41-1E93-81AFF3AE1549}"/>
                </a:ext>
              </a:extLst>
            </p:cNvPr>
            <p:cNvCxnSpPr>
              <a:cxnSpLocks/>
            </p:cNvCxnSpPr>
            <p:nvPr userDrawn="1"/>
          </p:nvCxnSpPr>
          <p:spPr>
            <a:xfrm>
              <a:off x="152975" y="-511645"/>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28" name="TextBox 225">
              <a:extLst>
                <a:ext uri="{FF2B5EF4-FFF2-40B4-BE49-F238E27FC236}">
                  <a16:creationId xmlns:a16="http://schemas.microsoft.com/office/drawing/2014/main" id="{1E4C2E18-D7A5-14CB-61FB-A1F878195808}"/>
                </a:ext>
              </a:extLst>
            </p:cNvPr>
            <p:cNvSpPr txBox="1"/>
            <p:nvPr userDrawn="1"/>
          </p:nvSpPr>
          <p:spPr>
            <a:xfrm>
              <a:off x="-1021213" y="-506673"/>
              <a:ext cx="1209678" cy="369332"/>
            </a:xfrm>
            <a:prstGeom prst="rect">
              <a:avLst/>
            </a:prstGeom>
            <a:noFill/>
          </p:spPr>
          <p:txBody>
            <a:bodyPr wrap="square" rtlCol="0" anchor="b">
              <a:spAutoFit/>
            </a:bodyPr>
            <a:lstStyle/>
            <a:p>
              <a:pPr algn="l"/>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1" i="0">
                  <a:solidFill>
                    <a:srgbClr val="929292"/>
                  </a:solidFill>
                  <a:effectLst/>
                  <a:latin typeface="Noir Pro Semi Bold" pitchFamily="2" charset="0"/>
                </a:rPr>
                <a:t>RIGHT</a:t>
              </a:r>
              <a:r>
                <a:rPr lang="en-US" sz="900" b="0" i="0">
                  <a:solidFill>
                    <a:srgbClr val="929292"/>
                  </a:solidFill>
                  <a:effectLst/>
                  <a:latin typeface="Noir Pro" pitchFamily="2" charset="0"/>
                </a:rPr>
                <a:t> OF HERE</a:t>
              </a:r>
            </a:p>
          </p:txBody>
        </p:sp>
        <p:sp>
          <p:nvSpPr>
            <p:cNvPr id="29" name="Triangle 226">
              <a:extLst>
                <a:ext uri="{FF2B5EF4-FFF2-40B4-BE49-F238E27FC236}">
                  <a16:creationId xmlns:a16="http://schemas.microsoft.com/office/drawing/2014/main" id="{0A06462E-CA26-B73B-A707-AC0D68D41583}"/>
                </a:ext>
              </a:extLst>
            </p:cNvPr>
            <p:cNvSpPr/>
            <p:nvPr userDrawn="1"/>
          </p:nvSpPr>
          <p:spPr>
            <a:xfrm rot="16200000">
              <a:off x="-2942" y="-145051"/>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riangle 226">
              <a:extLst>
                <a:ext uri="{FF2B5EF4-FFF2-40B4-BE49-F238E27FC236}">
                  <a16:creationId xmlns:a16="http://schemas.microsoft.com/office/drawing/2014/main" id="{0A9C2356-D3DC-A5B8-97DB-AD3DFA79994F}"/>
                </a:ext>
              </a:extLst>
            </p:cNvPr>
            <p:cNvSpPr/>
            <p:nvPr userDrawn="1"/>
          </p:nvSpPr>
          <p:spPr>
            <a:xfrm rot="16200000">
              <a:off x="226581" y="-146402"/>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8" name="Groep 148">
            <a:extLst>
              <a:ext uri="{FF2B5EF4-FFF2-40B4-BE49-F238E27FC236}">
                <a16:creationId xmlns:a16="http://schemas.microsoft.com/office/drawing/2014/main" id="{86EB8628-68F5-0301-C88A-114F2D48ECFE}"/>
              </a:ext>
            </a:extLst>
          </p:cNvPr>
          <p:cNvGrpSpPr/>
          <p:nvPr userDrawn="1"/>
        </p:nvGrpSpPr>
        <p:grpSpPr>
          <a:xfrm>
            <a:off x="-1377504" y="4674513"/>
            <a:ext cx="2854391" cy="2702025"/>
            <a:chOff x="-1377504" y="-455451"/>
            <a:chExt cx="2854391" cy="2702025"/>
          </a:xfrm>
        </p:grpSpPr>
        <p:sp>
          <p:nvSpPr>
            <p:cNvPr id="49" name="Rectangle 68">
              <a:extLst>
                <a:ext uri="{FF2B5EF4-FFF2-40B4-BE49-F238E27FC236}">
                  <a16:creationId xmlns:a16="http://schemas.microsoft.com/office/drawing/2014/main" id="{A81DD9CC-75C3-291F-CC1E-C752429F0D44}"/>
                </a:ext>
              </a:extLst>
            </p:cNvPr>
            <p:cNvSpPr/>
            <p:nvPr userDrawn="1"/>
          </p:nvSpPr>
          <p:spPr>
            <a:xfrm>
              <a:off x="-1371600" y="1126373"/>
              <a:ext cx="1364481" cy="134047"/>
            </a:xfrm>
            <a:prstGeom prst="rect">
              <a:avLst/>
            </a:prstGeom>
            <a:gradFill>
              <a:gsLst>
                <a:gs pos="100000">
                  <a:srgbClr val="74A2FF">
                    <a:alpha val="44706"/>
                  </a:srgbClr>
                </a:gs>
                <a:gs pos="0">
                  <a:srgbClr val="74A2FF">
                    <a:alpha val="0"/>
                  </a:srgbClr>
                </a:gs>
              </a:gsLst>
              <a:lin ang="1620000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0" name="TextBox 225">
              <a:extLst>
                <a:ext uri="{FF2B5EF4-FFF2-40B4-BE49-F238E27FC236}">
                  <a16:creationId xmlns:a16="http://schemas.microsoft.com/office/drawing/2014/main" id="{F6AF4F0A-5164-2204-55DB-2F9C93250C27}"/>
                </a:ext>
              </a:extLst>
            </p:cNvPr>
            <p:cNvSpPr txBox="1"/>
            <p:nvPr userDrawn="1"/>
          </p:nvSpPr>
          <p:spPr>
            <a:xfrm>
              <a:off x="115222" y="1877242"/>
              <a:ext cx="1361665" cy="369332"/>
            </a:xfrm>
            <a:prstGeom prst="rect">
              <a:avLst/>
            </a:prstGeom>
            <a:noFill/>
          </p:spPr>
          <p:txBody>
            <a:bodyPr wrap="square" rtlCol="0" anchor="b">
              <a:spAutoFit/>
            </a:bodyPr>
            <a:lstStyle/>
            <a:p>
              <a:pPr algn="l"/>
              <a:r>
                <a:rPr lang="en-US" sz="900" b="0" i="0" dirty="0">
                  <a:solidFill>
                    <a:srgbClr val="74A2FF"/>
                  </a:solidFill>
                  <a:effectLst/>
                  <a:latin typeface="Noir Pro" pitchFamily="2" charset="0"/>
                </a:rPr>
                <a:t>NO TEXT</a:t>
              </a:r>
              <a:br>
                <a:rPr lang="en-US" sz="900" b="0" i="0" dirty="0">
                  <a:solidFill>
                    <a:srgbClr val="74A2FF"/>
                  </a:solidFill>
                  <a:effectLst/>
                  <a:latin typeface="Noir Pro" pitchFamily="2" charset="0"/>
                </a:rPr>
              </a:br>
              <a:r>
                <a:rPr lang="en-US" sz="900" b="0" i="0" dirty="0">
                  <a:solidFill>
                    <a:srgbClr val="74A2FF"/>
                  </a:solidFill>
                  <a:effectLst/>
                  <a:latin typeface="Noir Pro" pitchFamily="2" charset="0"/>
                </a:rPr>
                <a:t>IN THIS MARGIN</a:t>
              </a:r>
            </a:p>
          </p:txBody>
        </p:sp>
        <p:sp>
          <p:nvSpPr>
            <p:cNvPr id="51" name="Rectangle 68">
              <a:extLst>
                <a:ext uri="{FF2B5EF4-FFF2-40B4-BE49-F238E27FC236}">
                  <a16:creationId xmlns:a16="http://schemas.microsoft.com/office/drawing/2014/main" id="{9268AE48-5035-28AA-583E-66E2F22A9374}"/>
                </a:ext>
              </a:extLst>
            </p:cNvPr>
            <p:cNvSpPr/>
            <p:nvPr userDrawn="1"/>
          </p:nvSpPr>
          <p:spPr>
            <a:xfrm>
              <a:off x="147066" y="1738388"/>
              <a:ext cx="226943" cy="506922"/>
            </a:xfrm>
            <a:prstGeom prst="rect">
              <a:avLst/>
            </a:prstGeom>
            <a:gradFill>
              <a:gsLst>
                <a:gs pos="100000">
                  <a:srgbClr val="74A2FF">
                    <a:alpha val="44706"/>
                  </a:srgbClr>
                </a:gs>
                <a:gs pos="0">
                  <a:srgbClr val="74A2FF">
                    <a:alpha val="0"/>
                  </a:srgbClr>
                </a:gs>
              </a:gsLst>
              <a:lin ang="0" scaled="0"/>
            </a:gradFill>
          </p:spPr>
          <p:txBody>
            <a:bodyPr wrap="square" rtlCol="0" anchor="b">
              <a:noAutofit/>
            </a:bodyPr>
            <a:lstStyle/>
            <a:p>
              <a:pPr lvl="0"/>
              <a:endParaRPr lang="en-US" sz="900" b="1" i="0">
                <a:solidFill>
                  <a:schemeClr val="tx1">
                    <a:alpha val="70000"/>
                  </a:schemeClr>
                </a:solidFill>
                <a:latin typeface="Calibri Bold"/>
              </a:endParaRPr>
            </a:p>
          </p:txBody>
        </p:sp>
        <p:sp>
          <p:nvSpPr>
            <p:cNvPr id="52" name="Vrije vorm 162">
              <a:extLst>
                <a:ext uri="{FF2B5EF4-FFF2-40B4-BE49-F238E27FC236}">
                  <a16:creationId xmlns:a16="http://schemas.microsoft.com/office/drawing/2014/main" id="{8B43DACB-0F83-38D0-4FDF-46841DA1C106}"/>
                </a:ext>
              </a:extLst>
            </p:cNvPr>
            <p:cNvSpPr/>
            <p:nvPr userDrawn="1"/>
          </p:nvSpPr>
          <p:spPr>
            <a:xfrm>
              <a:off x="-1374992" y="-455451"/>
              <a:ext cx="1528438" cy="1865151"/>
            </a:xfrm>
            <a:custGeom>
              <a:avLst/>
              <a:gdLst>
                <a:gd name="connsiteX0" fmla="*/ 0 w 1528438"/>
                <a:gd name="connsiteY0" fmla="*/ 0 h 1865151"/>
                <a:gd name="connsiteX1" fmla="*/ 1528438 w 1528438"/>
                <a:gd name="connsiteY1" fmla="*/ 0 h 1865151"/>
                <a:gd name="connsiteX2" fmla="*/ 1528438 w 1528438"/>
                <a:gd name="connsiteY2" fmla="*/ 455451 h 1865151"/>
                <a:gd name="connsiteX3" fmla="*/ 1374991 w 1528438"/>
                <a:gd name="connsiteY3" fmla="*/ 455451 h 1865151"/>
                <a:gd name="connsiteX4" fmla="*/ 1374991 w 1528438"/>
                <a:gd name="connsiteY4" fmla="*/ 1865151 h 1865151"/>
                <a:gd name="connsiteX5" fmla="*/ 0 w 1528438"/>
                <a:gd name="connsiteY5" fmla="*/ 1865151 h 18651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8438" h="1865151">
                  <a:moveTo>
                    <a:pt x="0" y="0"/>
                  </a:moveTo>
                  <a:lnTo>
                    <a:pt x="1528438" y="0"/>
                  </a:lnTo>
                  <a:lnTo>
                    <a:pt x="1528438" y="455451"/>
                  </a:lnTo>
                  <a:lnTo>
                    <a:pt x="1374991" y="455451"/>
                  </a:lnTo>
                  <a:lnTo>
                    <a:pt x="1374991" y="1865151"/>
                  </a:lnTo>
                  <a:lnTo>
                    <a:pt x="0" y="1865151"/>
                  </a:lnTo>
                  <a:close/>
                </a:path>
              </a:pathLst>
            </a:cu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144000" tIns="72000" rIns="144000" bIns="108000" rtlCol="0" anchor="t">
              <a:noAutofit/>
            </a:bodyPr>
            <a:lstStyle/>
            <a:p>
              <a:pPr lvl="0">
                <a:lnSpc>
                  <a:spcPct val="114000"/>
                </a:lnSpc>
                <a:spcAft>
                  <a:spcPts val="600"/>
                </a:spcAft>
              </a:pPr>
              <a:endParaRPr lang="en-US" sz="1600"/>
            </a:p>
          </p:txBody>
        </p:sp>
        <p:sp>
          <p:nvSpPr>
            <p:cNvPr id="53" name="TextBox 6">
              <a:extLst>
                <a:ext uri="{FF2B5EF4-FFF2-40B4-BE49-F238E27FC236}">
                  <a16:creationId xmlns:a16="http://schemas.microsoft.com/office/drawing/2014/main" id="{036BF297-D3BE-A235-6516-67BF5468A1E2}"/>
                </a:ext>
              </a:extLst>
            </p:cNvPr>
            <p:cNvSpPr txBox="1"/>
            <p:nvPr userDrawn="1"/>
          </p:nvSpPr>
          <p:spPr>
            <a:xfrm>
              <a:off x="-1351052" y="1237781"/>
              <a:ext cx="1228362" cy="397746"/>
            </a:xfrm>
            <a:prstGeom prst="rect">
              <a:avLst/>
            </a:prstGeom>
            <a:noFill/>
          </p:spPr>
          <p:txBody>
            <a:bodyPr wrap="square" rtlCol="0" anchor="b">
              <a:noAutofit/>
            </a:bodyPr>
            <a:lstStyle/>
            <a:p>
              <a:pPr algn="r"/>
              <a:r>
                <a:rPr lang="en-US" sz="900" b="0" i="0">
                  <a:solidFill>
                    <a:srgbClr val="929292"/>
                  </a:solidFill>
                  <a:effectLst/>
                  <a:latin typeface="Noir Pro" pitchFamily="2" charset="0"/>
                </a:rPr>
                <a:t>NO CONTENT </a:t>
              </a:r>
              <a:r>
                <a:rPr lang="en-US" sz="900" b="1" i="0">
                  <a:solidFill>
                    <a:srgbClr val="929292"/>
                  </a:solidFill>
                  <a:effectLst/>
                  <a:latin typeface="Noir Pro Semi Bold" pitchFamily="2" charset="0"/>
                </a:rPr>
                <a:t>BELOW</a:t>
              </a:r>
              <a:r>
                <a:rPr lang="en-US" sz="900" b="0" i="0">
                  <a:solidFill>
                    <a:srgbClr val="929292"/>
                  </a:solidFill>
                  <a:effectLst/>
                  <a:latin typeface="Noir Pro" pitchFamily="2" charset="0"/>
                </a:rPr>
                <a:t> HERE</a:t>
              </a:r>
            </a:p>
          </p:txBody>
        </p:sp>
        <p:sp>
          <p:nvSpPr>
            <p:cNvPr id="54" name="Triangle 20">
              <a:extLst>
                <a:ext uri="{FF2B5EF4-FFF2-40B4-BE49-F238E27FC236}">
                  <a16:creationId xmlns:a16="http://schemas.microsoft.com/office/drawing/2014/main" id="{BDA2641F-9837-164F-5AD3-5FAB2ACE218B}"/>
                </a:ext>
              </a:extLst>
            </p:cNvPr>
            <p:cNvSpPr/>
            <p:nvPr userDrawn="1"/>
          </p:nvSpPr>
          <p:spPr>
            <a:xfrm rot="10800000">
              <a:off x="-169889" y="1342928"/>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5" name="Straight Connector 22">
              <a:extLst>
                <a:ext uri="{FF2B5EF4-FFF2-40B4-BE49-F238E27FC236}">
                  <a16:creationId xmlns:a16="http://schemas.microsoft.com/office/drawing/2014/main" id="{6A88833B-CD28-7A07-6BE4-7ACC0C9D1A53}"/>
                </a:ext>
              </a:extLst>
            </p:cNvPr>
            <p:cNvCxnSpPr>
              <a:cxnSpLocks/>
            </p:cNvCxnSpPr>
            <p:nvPr userDrawn="1"/>
          </p:nvCxnSpPr>
          <p:spPr>
            <a:xfrm flipH="1">
              <a:off x="-1377504" y="1254498"/>
              <a:ext cx="1367345" cy="0"/>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cxnSp>
          <p:nvCxnSpPr>
            <p:cNvPr id="56" name="Straight Connector 80">
              <a:extLst>
                <a:ext uri="{FF2B5EF4-FFF2-40B4-BE49-F238E27FC236}">
                  <a16:creationId xmlns:a16="http://schemas.microsoft.com/office/drawing/2014/main" id="{131DA8AA-D438-1D12-CA16-B8C35027EDF9}"/>
                </a:ext>
              </a:extLst>
            </p:cNvPr>
            <p:cNvCxnSpPr>
              <a:cxnSpLocks/>
            </p:cNvCxnSpPr>
            <p:nvPr userDrawn="1"/>
          </p:nvCxnSpPr>
          <p:spPr>
            <a:xfrm>
              <a:off x="374229" y="1738388"/>
              <a:ext cx="0" cy="506051"/>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cxnSp>
          <p:nvCxnSpPr>
            <p:cNvPr id="57" name="Straight Connector 81">
              <a:extLst>
                <a:ext uri="{FF2B5EF4-FFF2-40B4-BE49-F238E27FC236}">
                  <a16:creationId xmlns:a16="http://schemas.microsoft.com/office/drawing/2014/main" id="{A631E9E4-F3EE-F97D-DF93-2FF05255A6E0}"/>
                </a:ext>
              </a:extLst>
            </p:cNvPr>
            <p:cNvCxnSpPr>
              <a:cxnSpLocks/>
            </p:cNvCxnSpPr>
            <p:nvPr userDrawn="1"/>
          </p:nvCxnSpPr>
          <p:spPr>
            <a:xfrm>
              <a:off x="152975" y="1738388"/>
              <a:ext cx="0" cy="506051"/>
            </a:xfrm>
            <a:prstGeom prst="line">
              <a:avLst/>
            </a:prstGeom>
            <a:ln w="12700">
              <a:solidFill>
                <a:srgbClr val="929292"/>
              </a:solidFill>
              <a:prstDash val="sysDot"/>
            </a:ln>
          </p:spPr>
          <p:style>
            <a:lnRef idx="1">
              <a:schemeClr val="accent1"/>
            </a:lnRef>
            <a:fillRef idx="0">
              <a:schemeClr val="accent1"/>
            </a:fillRef>
            <a:effectRef idx="0">
              <a:schemeClr val="accent1"/>
            </a:effectRef>
            <a:fontRef idx="minor">
              <a:schemeClr val="tx1"/>
            </a:fontRef>
          </p:style>
        </p:cxnSp>
        <p:sp>
          <p:nvSpPr>
            <p:cNvPr id="58" name="TextBox 225">
              <a:extLst>
                <a:ext uri="{FF2B5EF4-FFF2-40B4-BE49-F238E27FC236}">
                  <a16:creationId xmlns:a16="http://schemas.microsoft.com/office/drawing/2014/main" id="{6FF4BADF-CD36-7344-A596-BC9983E50FCC}"/>
                </a:ext>
              </a:extLst>
            </p:cNvPr>
            <p:cNvSpPr txBox="1"/>
            <p:nvPr userDrawn="1"/>
          </p:nvSpPr>
          <p:spPr>
            <a:xfrm>
              <a:off x="-1021213" y="1877242"/>
              <a:ext cx="1209678" cy="369332"/>
            </a:xfrm>
            <a:prstGeom prst="rect">
              <a:avLst/>
            </a:prstGeom>
            <a:noFill/>
          </p:spPr>
          <p:txBody>
            <a:bodyPr wrap="square" rtlCol="0" anchor="b">
              <a:spAutoFit/>
            </a:bodyPr>
            <a:lstStyle/>
            <a:p>
              <a:pPr algn="r"/>
              <a:r>
                <a:rPr lang="en-US" sz="900" b="0" i="0">
                  <a:solidFill>
                    <a:srgbClr val="929292"/>
                  </a:solidFill>
                  <a:effectLst/>
                  <a:latin typeface="Noir Pro" pitchFamily="2" charset="0"/>
                </a:rPr>
                <a:t>NO CONTENT</a:t>
              </a:r>
              <a:br>
                <a:rPr lang="en-US" sz="900" b="0" i="0">
                  <a:solidFill>
                    <a:srgbClr val="929292"/>
                  </a:solidFill>
                  <a:effectLst/>
                  <a:latin typeface="Noir Pro" pitchFamily="2" charset="0"/>
                </a:rPr>
              </a:br>
              <a:r>
                <a:rPr lang="en-US" sz="900" b="0" i="0">
                  <a:solidFill>
                    <a:srgbClr val="929292"/>
                  </a:solidFill>
                  <a:effectLst/>
                  <a:latin typeface="Noir Pro" pitchFamily="2" charset="0"/>
                </a:rPr>
                <a:t>        </a:t>
              </a:r>
              <a:r>
                <a:rPr lang="en-US" sz="900" b="1" i="0">
                  <a:solidFill>
                    <a:srgbClr val="929292"/>
                  </a:solidFill>
                  <a:effectLst/>
                  <a:latin typeface="Noir Pro Semi Bold" pitchFamily="2" charset="0"/>
                </a:rPr>
                <a:t>LEFT</a:t>
              </a:r>
              <a:r>
                <a:rPr lang="en-US" sz="900" b="0" i="0">
                  <a:solidFill>
                    <a:srgbClr val="929292"/>
                  </a:solidFill>
                  <a:effectLst/>
                  <a:latin typeface="Noir Pro" pitchFamily="2" charset="0"/>
                </a:rPr>
                <a:t> OF HERE</a:t>
              </a:r>
            </a:p>
          </p:txBody>
        </p:sp>
        <p:sp>
          <p:nvSpPr>
            <p:cNvPr id="59" name="Triangle 226">
              <a:extLst>
                <a:ext uri="{FF2B5EF4-FFF2-40B4-BE49-F238E27FC236}">
                  <a16:creationId xmlns:a16="http://schemas.microsoft.com/office/drawing/2014/main" id="{BED42928-BFFA-7110-656B-9ACAA975D983}"/>
                </a:ext>
              </a:extLst>
            </p:cNvPr>
            <p:cNvSpPr/>
            <p:nvPr userDrawn="1"/>
          </p:nvSpPr>
          <p:spPr>
            <a:xfrm rot="16200000">
              <a:off x="-2942" y="1806976"/>
              <a:ext cx="112623" cy="79252"/>
            </a:xfrm>
            <a:prstGeom prst="triangle">
              <a:avLst/>
            </a:prstGeom>
            <a:solidFill>
              <a:srgbClr val="929292">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Triangle 226">
              <a:extLst>
                <a:ext uri="{FF2B5EF4-FFF2-40B4-BE49-F238E27FC236}">
                  <a16:creationId xmlns:a16="http://schemas.microsoft.com/office/drawing/2014/main" id="{F554C7E0-5D98-DCBE-E0DE-CDC2EA4CDA1E}"/>
                </a:ext>
              </a:extLst>
            </p:cNvPr>
            <p:cNvSpPr/>
            <p:nvPr userDrawn="1"/>
          </p:nvSpPr>
          <p:spPr>
            <a:xfrm rot="16200000">
              <a:off x="225082" y="1805625"/>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1" name="Straight Connector 22">
              <a:extLst>
                <a:ext uri="{FF2B5EF4-FFF2-40B4-BE49-F238E27FC236}">
                  <a16:creationId xmlns:a16="http://schemas.microsoft.com/office/drawing/2014/main" id="{C1423E10-E1E0-B850-7E9C-A12EBBCDCEE0}"/>
                </a:ext>
              </a:extLst>
            </p:cNvPr>
            <p:cNvCxnSpPr>
              <a:cxnSpLocks/>
            </p:cNvCxnSpPr>
            <p:nvPr userDrawn="1"/>
          </p:nvCxnSpPr>
          <p:spPr>
            <a:xfrm flipH="1">
              <a:off x="-1377504" y="1127619"/>
              <a:ext cx="1367345" cy="0"/>
            </a:xfrm>
            <a:prstGeom prst="line">
              <a:avLst/>
            </a:prstGeom>
            <a:ln w="12700">
              <a:solidFill>
                <a:srgbClr val="74A2FF"/>
              </a:solidFill>
              <a:prstDash val="sysDot"/>
            </a:ln>
          </p:spPr>
          <p:style>
            <a:lnRef idx="1">
              <a:schemeClr val="accent1"/>
            </a:lnRef>
            <a:fillRef idx="0">
              <a:schemeClr val="accent1"/>
            </a:fillRef>
            <a:effectRef idx="0">
              <a:schemeClr val="accent1"/>
            </a:effectRef>
            <a:fontRef idx="minor">
              <a:schemeClr val="tx1"/>
            </a:fontRef>
          </p:style>
        </p:cxnSp>
        <p:sp>
          <p:nvSpPr>
            <p:cNvPr id="62" name="TextBox 6">
              <a:extLst>
                <a:ext uri="{FF2B5EF4-FFF2-40B4-BE49-F238E27FC236}">
                  <a16:creationId xmlns:a16="http://schemas.microsoft.com/office/drawing/2014/main" id="{58DC66D0-F919-62BE-5382-18F9308E25EA}"/>
                </a:ext>
              </a:extLst>
            </p:cNvPr>
            <p:cNvSpPr txBox="1"/>
            <p:nvPr userDrawn="1"/>
          </p:nvSpPr>
          <p:spPr>
            <a:xfrm>
              <a:off x="-1266826" y="909673"/>
              <a:ext cx="1144135" cy="397746"/>
            </a:xfrm>
            <a:prstGeom prst="rect">
              <a:avLst/>
            </a:prstGeom>
            <a:noFill/>
          </p:spPr>
          <p:txBody>
            <a:bodyPr wrap="square" rtlCol="0" anchor="b">
              <a:noAutofit/>
            </a:bodyPr>
            <a:lstStyle/>
            <a:p>
              <a:pPr algn="r"/>
              <a:r>
                <a:rPr lang="en-US" sz="900" b="0" i="0" dirty="0">
                  <a:solidFill>
                    <a:srgbClr val="74A2FF"/>
                  </a:solidFill>
                  <a:effectLst/>
                  <a:latin typeface="Noir Pro" pitchFamily="2" charset="0"/>
                </a:rPr>
                <a:t>NO TEXT </a:t>
              </a:r>
              <a:r>
                <a:rPr lang="en-US" sz="900" b="1" i="0" dirty="0">
                  <a:solidFill>
                    <a:srgbClr val="74A2FF"/>
                  </a:solidFill>
                  <a:effectLst/>
                  <a:latin typeface="Noir Pro" pitchFamily="2" charset="0"/>
                </a:rPr>
                <a:t>IN </a:t>
              </a:r>
              <a:br>
                <a:rPr lang="en-US" sz="900" b="1" i="0" dirty="0">
                  <a:solidFill>
                    <a:srgbClr val="74A2FF"/>
                  </a:solidFill>
                  <a:effectLst/>
                  <a:latin typeface="Noir Pro" pitchFamily="2" charset="0"/>
                </a:rPr>
              </a:br>
              <a:r>
                <a:rPr lang="en-US" sz="900" b="0" i="0" dirty="0">
                  <a:solidFill>
                    <a:srgbClr val="74A2FF"/>
                  </a:solidFill>
                  <a:effectLst/>
                  <a:latin typeface="Noir Pro" pitchFamily="2" charset="0"/>
                </a:rPr>
                <a:t>THIS MARGIN</a:t>
              </a:r>
            </a:p>
          </p:txBody>
        </p:sp>
        <p:sp>
          <p:nvSpPr>
            <p:cNvPr id="63" name="Triangle 20">
              <a:extLst>
                <a:ext uri="{FF2B5EF4-FFF2-40B4-BE49-F238E27FC236}">
                  <a16:creationId xmlns:a16="http://schemas.microsoft.com/office/drawing/2014/main" id="{C2059A0A-2AF7-6E1D-DE54-37C56BCC1BDE}"/>
                </a:ext>
              </a:extLst>
            </p:cNvPr>
            <p:cNvSpPr/>
            <p:nvPr userDrawn="1"/>
          </p:nvSpPr>
          <p:spPr>
            <a:xfrm rot="10800000">
              <a:off x="-169889" y="1151710"/>
              <a:ext cx="112623" cy="79252"/>
            </a:xfrm>
            <a:prstGeom prst="triangle">
              <a:avLst/>
            </a:prstGeom>
            <a:solidFill>
              <a:srgbClr val="74A2FF">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0" name="Rechthoek 89">
            <a:extLst>
              <a:ext uri="{FF2B5EF4-FFF2-40B4-BE49-F238E27FC236}">
                <a16:creationId xmlns:a16="http://schemas.microsoft.com/office/drawing/2014/main" id="{D828CE47-F1D8-6010-07FD-603160270632}"/>
              </a:ext>
            </a:extLst>
          </p:cNvPr>
          <p:cNvSpPr/>
          <p:nvPr userDrawn="1"/>
        </p:nvSpPr>
        <p:spPr>
          <a:xfrm>
            <a:off x="0" y="6334783"/>
            <a:ext cx="12192000" cy="522161"/>
          </a:xfrm>
          <a:prstGeom prst="rect">
            <a:avLst/>
          </a:prstGeom>
          <a:gradFill>
            <a:gsLst>
              <a:gs pos="100000">
                <a:srgbClr val="1847B2"/>
              </a:gs>
              <a:gs pos="16000">
                <a:srgbClr val="151632"/>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nl-NL"/>
          </a:p>
        </p:txBody>
      </p:sp>
      <p:sp>
        <p:nvSpPr>
          <p:cNvPr id="91" name="Rounded Rectangle 11">
            <a:extLst>
              <a:ext uri="{FF2B5EF4-FFF2-40B4-BE49-F238E27FC236}">
                <a16:creationId xmlns:a16="http://schemas.microsoft.com/office/drawing/2014/main" id="{6BDD1BBE-CCF4-CE52-DDE6-492EC90F626B}"/>
              </a:ext>
            </a:extLst>
          </p:cNvPr>
          <p:cNvSpPr/>
          <p:nvPr userDrawn="1"/>
        </p:nvSpPr>
        <p:spPr>
          <a:xfrm>
            <a:off x="1" y="6247564"/>
            <a:ext cx="12192000" cy="530113"/>
          </a:xfrm>
          <a:prstGeom prst="roundRect">
            <a:avLst>
              <a:gd name="adj" fmla="val 25380"/>
            </a:avLst>
          </a:prstGeom>
          <a:gradFill>
            <a:gsLst>
              <a:gs pos="5000">
                <a:srgbClr val="003AAE"/>
              </a:gs>
              <a:gs pos="12000">
                <a:srgbClr val="002E8B"/>
              </a:gs>
              <a:gs pos="32000">
                <a:srgbClr val="151632"/>
              </a:gs>
            </a:gsLst>
            <a:lin ang="4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sp>
        <p:nvSpPr>
          <p:cNvPr id="93" name="Rounded Rectangle 11">
            <a:extLst>
              <a:ext uri="{FF2B5EF4-FFF2-40B4-BE49-F238E27FC236}">
                <a16:creationId xmlns:a16="http://schemas.microsoft.com/office/drawing/2014/main" id="{D551955B-FF8D-5DF4-4611-61502CB0D61C}"/>
              </a:ext>
            </a:extLst>
          </p:cNvPr>
          <p:cNvSpPr/>
          <p:nvPr userDrawn="1"/>
        </p:nvSpPr>
        <p:spPr>
          <a:xfrm>
            <a:off x="154800" y="6255515"/>
            <a:ext cx="3927438" cy="522162"/>
          </a:xfrm>
          <a:prstGeom prst="roundRect">
            <a:avLst>
              <a:gd name="adj" fmla="val 25380"/>
            </a:avLst>
          </a:prstGeom>
          <a:gradFill>
            <a:gsLst>
              <a:gs pos="0">
                <a:srgbClr val="1864FF"/>
              </a:gs>
              <a:gs pos="19000">
                <a:srgbClr val="084EDF">
                  <a:alpha val="0"/>
                </a:srgbClr>
              </a:gs>
            </a:gsLst>
            <a:lin ang="17400000" scaled="0"/>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p>
        </p:txBody>
      </p:sp>
      <p:pic>
        <p:nvPicPr>
          <p:cNvPr id="94" name="Afbeelding 93">
            <a:extLst>
              <a:ext uri="{FF2B5EF4-FFF2-40B4-BE49-F238E27FC236}">
                <a16:creationId xmlns:a16="http://schemas.microsoft.com/office/drawing/2014/main" id="{A658B505-DE48-2A5A-5473-895B29B38459}"/>
              </a:ext>
            </a:extLst>
          </p:cNvPr>
          <p:cNvPicPr>
            <a:picLocks noChangeAspect="1"/>
          </p:cNvPicPr>
          <p:nvPr userDrawn="1"/>
        </p:nvPicPr>
        <p:blipFill>
          <a:blip r:embed="rId9"/>
          <a:stretch>
            <a:fillRect/>
          </a:stretch>
        </p:blipFill>
        <p:spPr>
          <a:xfrm>
            <a:off x="10413622" y="6420571"/>
            <a:ext cx="1727200" cy="406400"/>
          </a:xfrm>
          <a:prstGeom prst="rect">
            <a:avLst/>
          </a:prstGeom>
        </p:spPr>
      </p:pic>
      <p:sp>
        <p:nvSpPr>
          <p:cNvPr id="95" name="Rechthoek 94">
            <a:extLst>
              <a:ext uri="{FF2B5EF4-FFF2-40B4-BE49-F238E27FC236}">
                <a16:creationId xmlns:a16="http://schemas.microsoft.com/office/drawing/2014/main" id="{ADEDFCA7-8B11-9802-0B75-6FD64D92E7DD}"/>
              </a:ext>
            </a:extLst>
          </p:cNvPr>
          <p:cNvSpPr/>
          <p:nvPr userDrawn="1"/>
        </p:nvSpPr>
        <p:spPr>
          <a:xfrm>
            <a:off x="11535226" y="6427757"/>
            <a:ext cx="443898" cy="261609"/>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cxnSp>
        <p:nvCxnSpPr>
          <p:cNvPr id="96" name="Straight Connector 9">
            <a:extLst>
              <a:ext uri="{FF2B5EF4-FFF2-40B4-BE49-F238E27FC236}">
                <a16:creationId xmlns:a16="http://schemas.microsoft.com/office/drawing/2014/main" id="{DE92ED1E-F4C9-B5E0-BCE3-007885376F5E}"/>
              </a:ext>
            </a:extLst>
          </p:cNvPr>
          <p:cNvCxnSpPr>
            <a:cxnSpLocks/>
          </p:cNvCxnSpPr>
          <p:nvPr userDrawn="1"/>
        </p:nvCxnSpPr>
        <p:spPr>
          <a:xfrm>
            <a:off x="144162" y="6395093"/>
            <a:ext cx="11903676" cy="0"/>
          </a:xfrm>
          <a:prstGeom prst="line">
            <a:avLst/>
          </a:prstGeom>
          <a:ln w="9525">
            <a:gradFill>
              <a:gsLst>
                <a:gs pos="18000">
                  <a:srgbClr val="B0B0B0">
                    <a:alpha val="0"/>
                  </a:srgbClr>
                </a:gs>
                <a:gs pos="43000">
                  <a:srgbClr val="B0B0B0">
                    <a:alpha val="40000"/>
                  </a:srgbClr>
                </a:gs>
              </a:gsLst>
              <a:lin ang="0" scaled="0"/>
            </a:gradFill>
            <a:prstDash val="sysDot"/>
          </a:ln>
        </p:spPr>
        <p:style>
          <a:lnRef idx="1">
            <a:schemeClr val="accent1"/>
          </a:lnRef>
          <a:fillRef idx="0">
            <a:schemeClr val="accent1"/>
          </a:fillRef>
          <a:effectRef idx="0">
            <a:schemeClr val="accent1"/>
          </a:effectRef>
          <a:fontRef idx="minor">
            <a:schemeClr val="tx1"/>
          </a:fontRef>
        </p:style>
      </p:cxnSp>
      <p:sp>
        <p:nvSpPr>
          <p:cNvPr id="97" name="Rectangle 22">
            <a:extLst>
              <a:ext uri="{FF2B5EF4-FFF2-40B4-BE49-F238E27FC236}">
                <a16:creationId xmlns:a16="http://schemas.microsoft.com/office/drawing/2014/main" id="{55C924CA-070D-54EC-7E6A-C43973D09210}"/>
              </a:ext>
            </a:extLst>
          </p:cNvPr>
          <p:cNvSpPr/>
          <p:nvPr userDrawn="1"/>
        </p:nvSpPr>
        <p:spPr>
          <a:xfrm>
            <a:off x="0" y="0"/>
            <a:ext cx="12192000" cy="6334783"/>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8" name="Rectangle 2">
            <a:extLst>
              <a:ext uri="{FF2B5EF4-FFF2-40B4-BE49-F238E27FC236}">
                <a16:creationId xmlns:a16="http://schemas.microsoft.com/office/drawing/2014/main" id="{D2349CD2-3CC0-56D7-2A13-746534FFA985}"/>
              </a:ext>
            </a:extLst>
          </p:cNvPr>
          <p:cNvSpPr/>
          <p:nvPr userDrawn="1"/>
        </p:nvSpPr>
        <p:spPr>
          <a:xfrm>
            <a:off x="0" y="0"/>
            <a:ext cx="1381059" cy="416209"/>
          </a:xfrm>
          <a:prstGeom prst="rect">
            <a:avLst/>
          </a:prstGeom>
          <a:gradFill>
            <a:gsLst>
              <a:gs pos="0">
                <a:srgbClr val="0A3DB2">
                  <a:alpha val="62745"/>
                </a:srgbClr>
              </a:gs>
              <a:gs pos="18000">
                <a:srgbClr val="0A3DB2">
                  <a:alpha val="38824"/>
                </a:srgbClr>
              </a:gs>
              <a:gs pos="45000">
                <a:srgbClr val="0A3DB2">
                  <a:alpha val="0"/>
                </a:srgbClr>
              </a:gs>
            </a:gsLst>
            <a:lin ang="19200000" scaled="0"/>
          </a:gradFill>
        </p:spPr>
        <p:txBody>
          <a:bodyPr vert="horz" wrap="none" lIns="378000" tIns="28800" rIns="72000" bIns="28800" rtlCol="0" anchor="ctr">
            <a:noAutofit/>
          </a:bodyPr>
          <a:lstStyle/>
          <a:p>
            <a:pPr marL="228600" lvl="0" indent="-228600">
              <a:lnSpc>
                <a:spcPct val="114000"/>
              </a:lnSpc>
              <a:spcBef>
                <a:spcPts val="0"/>
              </a:spcBef>
              <a:buClr>
                <a:schemeClr val="accent1"/>
              </a:buClr>
              <a:buFont typeface="Arial" panose="020B0604020202020204" pitchFamily="34" charset="0"/>
              <a:buNone/>
            </a:pPr>
            <a:endParaRPr lang="en-US" sz="1050" b="0" i="0" cap="none" spc="-30" baseline="0">
              <a:solidFill>
                <a:schemeClr val="tx1"/>
              </a:solidFill>
              <a:latin typeface="Azeret Mono Medium" pitchFamily="2" charset="77"/>
              <a:cs typeface="Azeret Mono Medium" pitchFamily="2" charset="77"/>
            </a:endParaRPr>
          </a:p>
        </p:txBody>
      </p:sp>
      <p:sp>
        <p:nvSpPr>
          <p:cNvPr id="99" name="Rounded Rectangle 92">
            <a:extLst>
              <a:ext uri="{FF2B5EF4-FFF2-40B4-BE49-F238E27FC236}">
                <a16:creationId xmlns:a16="http://schemas.microsoft.com/office/drawing/2014/main" id="{ECDF8CCB-19EF-3B0C-C18B-52FF0AB23903}"/>
              </a:ext>
            </a:extLst>
          </p:cNvPr>
          <p:cNvSpPr/>
          <p:nvPr userDrawn="1"/>
        </p:nvSpPr>
        <p:spPr>
          <a:xfrm>
            <a:off x="154800" y="130179"/>
            <a:ext cx="1103615" cy="379911"/>
          </a:xfrm>
          <a:prstGeom prst="roundRect">
            <a:avLst>
              <a:gd name="adj" fmla="val 35079"/>
            </a:avLst>
          </a:prstGeom>
          <a:gradFill>
            <a:gsLst>
              <a:gs pos="2000">
                <a:srgbClr val="1859DF"/>
              </a:gs>
              <a:gs pos="15000">
                <a:srgbClr val="0A3DB2"/>
              </a:gs>
              <a:gs pos="41000">
                <a:srgbClr val="0A3DB2"/>
              </a:gs>
              <a:gs pos="54000">
                <a:srgbClr val="1947B2">
                  <a:alpha val="50000"/>
                </a:srgbClr>
              </a:gs>
              <a:gs pos="70000">
                <a:srgbClr val="1947B2">
                  <a:alpha val="0"/>
                </a:srgbClr>
              </a:gs>
            </a:gsLst>
            <a:lin ang="2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RO">
              <a:solidFill>
                <a:schemeClr val="bg1"/>
              </a:solidFill>
            </a:endParaRPr>
          </a:p>
        </p:txBody>
      </p:sp>
      <p:sp>
        <p:nvSpPr>
          <p:cNvPr id="100" name="Rectangle 3">
            <a:extLst>
              <a:ext uri="{FF2B5EF4-FFF2-40B4-BE49-F238E27FC236}">
                <a16:creationId xmlns:a16="http://schemas.microsoft.com/office/drawing/2014/main" id="{C7A68CA5-6BC3-5E91-9D7E-3236C33AD2D2}"/>
              </a:ext>
            </a:extLst>
          </p:cNvPr>
          <p:cNvSpPr/>
          <p:nvPr userDrawn="1"/>
        </p:nvSpPr>
        <p:spPr>
          <a:xfrm>
            <a:off x="0" y="358781"/>
            <a:ext cx="2835408" cy="307889"/>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1" name="Straight Connector 9">
            <a:extLst>
              <a:ext uri="{FF2B5EF4-FFF2-40B4-BE49-F238E27FC236}">
                <a16:creationId xmlns:a16="http://schemas.microsoft.com/office/drawing/2014/main" id="{37288AAA-366F-3261-CED2-19A57695221F}"/>
              </a:ext>
            </a:extLst>
          </p:cNvPr>
          <p:cNvCxnSpPr>
            <a:cxnSpLocks/>
          </p:cNvCxnSpPr>
          <p:nvPr userDrawn="1"/>
        </p:nvCxnSpPr>
        <p:spPr>
          <a:xfrm>
            <a:off x="154800" y="1254633"/>
            <a:ext cx="11880000" cy="0"/>
          </a:xfrm>
          <a:prstGeom prst="line">
            <a:avLst/>
          </a:prstGeom>
          <a:ln w="9525">
            <a:solidFill>
              <a:srgbClr val="B0B0B0">
                <a:alpha val="40000"/>
              </a:srgbClr>
            </a:solidFill>
            <a:prstDash val="sysDot"/>
          </a:ln>
        </p:spPr>
        <p:style>
          <a:lnRef idx="1">
            <a:schemeClr val="accent1"/>
          </a:lnRef>
          <a:fillRef idx="0">
            <a:schemeClr val="accent1"/>
          </a:fillRef>
          <a:effectRef idx="0">
            <a:schemeClr val="accent1"/>
          </a:effectRef>
          <a:fontRef idx="minor">
            <a:schemeClr val="tx1"/>
          </a:fontRef>
        </p:style>
      </p:cxnSp>
      <p:sp>
        <p:nvSpPr>
          <p:cNvPr id="102" name="Rectangle 22">
            <a:extLst>
              <a:ext uri="{FF2B5EF4-FFF2-40B4-BE49-F238E27FC236}">
                <a16:creationId xmlns:a16="http://schemas.microsoft.com/office/drawing/2014/main" id="{CEBB184B-096A-2C09-B1C2-DC1D4046210E}"/>
              </a:ext>
            </a:extLst>
          </p:cNvPr>
          <p:cNvSpPr/>
          <p:nvPr userDrawn="1"/>
        </p:nvSpPr>
        <p:spPr>
          <a:xfrm>
            <a:off x="0" y="4806022"/>
            <a:ext cx="12192000" cy="1584363"/>
          </a:xfrm>
          <a:prstGeom prst="rect">
            <a:avLst/>
          </a:prstGeom>
          <a:solidFill>
            <a:srgbClr val="14163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Placeholder 3">
            <a:extLst>
              <a:ext uri="{FF2B5EF4-FFF2-40B4-BE49-F238E27FC236}">
                <a16:creationId xmlns:a16="http://schemas.microsoft.com/office/drawing/2014/main" id="{DEB3B1D5-38F6-744A-845D-D4D4BFD82B47}"/>
              </a:ext>
            </a:extLst>
          </p:cNvPr>
          <p:cNvSpPr>
            <a:spLocks noGrp="1"/>
          </p:cNvSpPr>
          <p:nvPr>
            <p:ph type="title"/>
          </p:nvPr>
        </p:nvSpPr>
        <p:spPr>
          <a:xfrm>
            <a:off x="154800" y="594000"/>
            <a:ext cx="11880000" cy="402291"/>
          </a:xfrm>
          <a:prstGeom prst="rect">
            <a:avLst/>
          </a:prstGeom>
        </p:spPr>
        <p:txBody>
          <a:bodyPr wrap="square" lIns="216000" tIns="46800" rIns="0" bIns="46800" anchor="ctr" anchorCtr="0">
            <a:spAutoFit/>
          </a:bodyPr>
          <a:lstStyle/>
          <a:p>
            <a:pPr marL="228600" lvl="0" indent="-228600">
              <a:spcBef>
                <a:spcPts val="1000"/>
              </a:spcBef>
              <a:buFont typeface="Arial"/>
            </a:pPr>
            <a:r>
              <a:rPr lang="nl-NL" dirty="0" err="1"/>
              <a:t>Insert</a:t>
            </a:r>
            <a:r>
              <a:rPr lang="nl-NL" dirty="0"/>
              <a:t> </a:t>
            </a:r>
            <a:r>
              <a:rPr lang="nl-NL" dirty="0" err="1"/>
              <a:t>key</a:t>
            </a:r>
            <a:r>
              <a:rPr lang="nl-NL" dirty="0"/>
              <a:t> slide </a:t>
            </a:r>
            <a:r>
              <a:rPr lang="nl-NL" dirty="0" err="1"/>
              <a:t>message</a:t>
            </a:r>
            <a:r>
              <a:rPr lang="nl-NL" dirty="0"/>
              <a:t> (</a:t>
            </a:r>
            <a:r>
              <a:rPr lang="nl-NL" dirty="0" err="1"/>
              <a:t>title</a:t>
            </a:r>
            <a:r>
              <a:rPr lang="nl-NL" dirty="0"/>
              <a:t>)</a:t>
            </a:r>
            <a:endParaRPr lang="en-US" dirty="0"/>
          </a:p>
        </p:txBody>
      </p:sp>
      <p:sp>
        <p:nvSpPr>
          <p:cNvPr id="44" name="Slide Number Placeholder 5">
            <a:extLst>
              <a:ext uri="{FF2B5EF4-FFF2-40B4-BE49-F238E27FC236}">
                <a16:creationId xmlns:a16="http://schemas.microsoft.com/office/drawing/2014/main" id="{61D04E9C-E586-B24A-97EA-062E3E2A73A9}"/>
              </a:ext>
            </a:extLst>
          </p:cNvPr>
          <p:cNvSpPr>
            <a:spLocks noGrp="1"/>
          </p:cNvSpPr>
          <p:nvPr>
            <p:ph type="sldNum" sz="quarter" idx="4"/>
          </p:nvPr>
        </p:nvSpPr>
        <p:spPr>
          <a:xfrm>
            <a:off x="11408400" y="6469694"/>
            <a:ext cx="626400"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46800" rIns="0" rtlCol="0" anchor="ctr">
            <a:spAutoFit/>
          </a:bodyPr>
          <a:lstStyle>
            <a:lvl1pPr algn="ctr">
              <a:defRPr lang="en-US" sz="900" b="0" spc="10" baseline="0" smtClean="0">
                <a:solidFill>
                  <a:srgbClr val="FFFFFF"/>
                </a:solidFill>
                <a:latin typeface="Azeret Mono" pitchFamily="2" charset="77"/>
                <a:cs typeface="Azeret Mono" pitchFamily="2" charset="77"/>
              </a:defRPr>
            </a:lvl1pPr>
          </a:lstStyle>
          <a:p>
            <a:fld id="{E242BD21-9B61-2246-BCB1-4BE5E1BEBE1C}" type="slidenum">
              <a:rPr lang="nl-NL" smtClean="0"/>
              <a:pPr/>
              <a:t>‹#›</a:t>
            </a:fld>
            <a:endParaRPr lang="nl-NL"/>
          </a:p>
        </p:txBody>
      </p:sp>
      <p:sp>
        <p:nvSpPr>
          <p:cNvPr id="103" name="Ovaal 102">
            <a:extLst>
              <a:ext uri="{FF2B5EF4-FFF2-40B4-BE49-F238E27FC236}">
                <a16:creationId xmlns:a16="http://schemas.microsoft.com/office/drawing/2014/main" id="{EB93601F-0BE7-9255-BFA0-D080C9ABE872}"/>
              </a:ext>
            </a:extLst>
          </p:cNvPr>
          <p:cNvSpPr/>
          <p:nvPr userDrawn="1"/>
        </p:nvSpPr>
        <p:spPr>
          <a:xfrm>
            <a:off x="-246928" y="1535802"/>
            <a:ext cx="11598240" cy="5238408"/>
          </a:xfrm>
          <a:prstGeom prst="ellipse">
            <a:avLst/>
          </a:prstGeom>
          <a:solidFill>
            <a:srgbClr val="1864FF">
              <a:alpha val="20000"/>
            </a:srgbClr>
          </a:solidFill>
          <a:ln>
            <a:noFill/>
          </a:ln>
          <a:effectLst>
            <a:softEdge rad="12700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l-NL"/>
          </a:p>
        </p:txBody>
      </p:sp>
      <p:sp>
        <p:nvSpPr>
          <p:cNvPr id="167" name="Oval 20">
            <a:extLst>
              <a:ext uri="{FF2B5EF4-FFF2-40B4-BE49-F238E27FC236}">
                <a16:creationId xmlns:a16="http://schemas.microsoft.com/office/drawing/2014/main" id="{D6B112AB-628F-9C60-D2DA-23246076B6A1}"/>
              </a:ext>
            </a:extLst>
          </p:cNvPr>
          <p:cNvSpPr/>
          <p:nvPr userDrawn="1"/>
        </p:nvSpPr>
        <p:spPr>
          <a:xfrm>
            <a:off x="828676" y="1351138"/>
            <a:ext cx="10769564" cy="4664836"/>
          </a:xfrm>
          <a:prstGeom prst="ellipse">
            <a:avLst/>
          </a:prstGeom>
          <a:gradFill>
            <a:gsLst>
              <a:gs pos="16000">
                <a:srgbClr val="1864FF">
                  <a:alpha val="21961"/>
                </a:srgbClr>
              </a:gs>
              <a:gs pos="67000">
                <a:srgbClr val="E2A3F2">
                  <a:alpha val="12941"/>
                </a:srgbClr>
              </a:gs>
              <a:gs pos="50000">
                <a:srgbClr val="E2A3F2">
                  <a:alpha val="17647"/>
                </a:srgbClr>
              </a:gs>
              <a:gs pos="0">
                <a:srgbClr val="1847B2">
                  <a:alpha val="52549"/>
                </a:srgbClr>
              </a:gs>
              <a:gs pos="100000">
                <a:srgbClr val="E2A3F2">
                  <a:alpha val="0"/>
                </a:srgbClr>
              </a:gs>
            </a:gsLst>
            <a:lin ang="0" scaled="0"/>
          </a:gradFill>
          <a:ln>
            <a:noFill/>
          </a:ln>
          <a:effectLst>
            <a:softEdge rad="1270000"/>
          </a:effectLst>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NL" sz="1600" err="1">
              <a:solidFill>
                <a:schemeClr val="bg1"/>
              </a:solidFill>
            </a:endParaRPr>
          </a:p>
        </p:txBody>
      </p:sp>
      <p:pic>
        <p:nvPicPr>
          <p:cNvPr id="92" name="Graphic 91">
            <a:extLst>
              <a:ext uri="{FF2B5EF4-FFF2-40B4-BE49-F238E27FC236}">
                <a16:creationId xmlns:a16="http://schemas.microsoft.com/office/drawing/2014/main" id="{0A337FDA-F396-A145-305D-AE667B83C767}"/>
              </a:ext>
            </a:extLst>
          </p:cNvPr>
          <p:cNvPicPr>
            <a:picLocks noChangeAspect="1"/>
          </p:cNvPicPr>
          <p:nvPr userDrawn="1"/>
        </p:nvPicPr>
        <p:blipFill>
          <a:blip r:embed="rId10">
            <a:extLst>
              <a:ext uri="{96DAC541-7B7A-43D3-8B79-37D633B846F1}">
                <asvg:svgBlip xmlns:asvg="http://schemas.microsoft.com/office/drawing/2016/SVG/main" r:embed="rId11"/>
              </a:ext>
            </a:extLst>
          </a:blip>
          <a:stretch>
            <a:fillRect/>
          </a:stretch>
        </p:blipFill>
        <p:spPr>
          <a:xfrm>
            <a:off x="381663" y="6471870"/>
            <a:ext cx="325232" cy="216821"/>
          </a:xfrm>
          <a:prstGeom prst="rect">
            <a:avLst/>
          </a:prstGeom>
        </p:spPr>
      </p:pic>
      <p:sp>
        <p:nvSpPr>
          <p:cNvPr id="6" name="Footer Placeholder 5">
            <a:extLst>
              <a:ext uri="{FF2B5EF4-FFF2-40B4-BE49-F238E27FC236}">
                <a16:creationId xmlns:a16="http://schemas.microsoft.com/office/drawing/2014/main" id="{DDB6C8C7-4A4D-FB4E-9345-9292EFEF7610}"/>
              </a:ext>
            </a:extLst>
          </p:cNvPr>
          <p:cNvSpPr>
            <a:spLocks noGrp="1"/>
          </p:cNvSpPr>
          <p:nvPr>
            <p:ph type="ftr" sz="quarter" idx="3"/>
          </p:nvPr>
        </p:nvSpPr>
        <p:spPr>
          <a:xfrm>
            <a:off x="849600" y="6462000"/>
            <a:ext cx="1085851" cy="23192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90000" tIns="46800" rIns="90000" rtlCol="0" anchor="ctr">
            <a:spAutoFit/>
          </a:bodyPr>
          <a:lstStyle>
            <a:lvl1pPr>
              <a:defRPr lang="en-US" sz="900" b="0" cap="none" spc="0" baseline="0" dirty="0">
                <a:solidFill>
                  <a:srgbClr val="FFFFFF"/>
                </a:solidFill>
                <a:latin typeface="Azeret Mono" pitchFamily="2" charset="77"/>
                <a:cs typeface="Azeret Mono" pitchFamily="2" charset="77"/>
              </a:defRPr>
            </a:lvl1pPr>
          </a:lstStyle>
          <a:p>
            <a:r>
              <a:rPr lang="nl-NL"/>
              <a:t>Confidential</a:t>
            </a:r>
          </a:p>
        </p:txBody>
      </p:sp>
      <p:sp>
        <p:nvSpPr>
          <p:cNvPr id="3" name="Text Placeholder 2">
            <a:extLst>
              <a:ext uri="{FF2B5EF4-FFF2-40B4-BE49-F238E27FC236}">
                <a16:creationId xmlns:a16="http://schemas.microsoft.com/office/drawing/2014/main" id="{45B13F74-C0BA-034D-B21E-2C17337F1FA4}"/>
              </a:ext>
            </a:extLst>
          </p:cNvPr>
          <p:cNvSpPr>
            <a:spLocks noGrp="1"/>
          </p:cNvSpPr>
          <p:nvPr>
            <p:ph type="body" idx="1"/>
          </p:nvPr>
        </p:nvSpPr>
        <p:spPr>
          <a:xfrm>
            <a:off x="154800" y="1411200"/>
            <a:ext cx="11880000" cy="4842000"/>
          </a:xfrm>
          <a:prstGeom prst="rect">
            <a:avLst/>
          </a:prstGeom>
        </p:spPr>
        <p:txBody>
          <a:bodyPr vert="horz" lIns="216000" tIns="45720" rIns="234000" bIns="45720" rtlCol="0">
            <a:no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en-US" dirty="0"/>
          </a:p>
        </p:txBody>
      </p:sp>
      <p:grpSp>
        <p:nvGrpSpPr>
          <p:cNvPr id="31" name="Groep 30">
            <a:extLst>
              <a:ext uri="{FF2B5EF4-FFF2-40B4-BE49-F238E27FC236}">
                <a16:creationId xmlns:a16="http://schemas.microsoft.com/office/drawing/2014/main" id="{3229919B-1E8B-7966-DDBE-280F087D3B9C}"/>
              </a:ext>
            </a:extLst>
          </p:cNvPr>
          <p:cNvGrpSpPr/>
          <p:nvPr userDrawn="1"/>
        </p:nvGrpSpPr>
        <p:grpSpPr>
          <a:xfrm>
            <a:off x="12194479" y="1557707"/>
            <a:ext cx="1757701" cy="4093925"/>
            <a:chOff x="12194479" y="1557707"/>
            <a:chExt cx="1757701" cy="4093925"/>
          </a:xfrm>
        </p:grpSpPr>
        <p:sp>
          <p:nvSpPr>
            <p:cNvPr id="32" name="TextBox 221">
              <a:extLst>
                <a:ext uri="{FF2B5EF4-FFF2-40B4-BE49-F238E27FC236}">
                  <a16:creationId xmlns:a16="http://schemas.microsoft.com/office/drawing/2014/main" id="{A1A644F0-4DF3-637D-548A-FC5C2FCB4039}"/>
                </a:ext>
              </a:extLst>
            </p:cNvPr>
            <p:cNvSpPr txBox="1"/>
            <p:nvPr userDrawn="1"/>
          </p:nvSpPr>
          <p:spPr>
            <a:xfrm>
              <a:off x="12207792" y="3617036"/>
              <a:ext cx="1744388" cy="200055"/>
            </a:xfrm>
            <a:prstGeom prst="rect">
              <a:avLst/>
            </a:prstGeom>
            <a:noFill/>
          </p:spPr>
          <p:txBody>
            <a:bodyPr wrap="none" rtlCol="0">
              <a:spAutoFit/>
            </a:bodyPr>
            <a:lstStyle/>
            <a:p>
              <a:r>
                <a:rPr lang="en-US" sz="700" b="0" i="0" dirty="0">
                  <a:solidFill>
                    <a:srgbClr val="929292"/>
                  </a:solidFill>
                  <a:latin typeface="Noir Pro Medium" pitchFamily="2" charset="0"/>
                </a:rPr>
                <a:t>TEXT COLORS – LIGHT BACKGROUND</a:t>
              </a:r>
            </a:p>
          </p:txBody>
        </p:sp>
        <p:sp>
          <p:nvSpPr>
            <p:cNvPr id="33" name="TextBox 224">
              <a:extLst>
                <a:ext uri="{FF2B5EF4-FFF2-40B4-BE49-F238E27FC236}">
                  <a16:creationId xmlns:a16="http://schemas.microsoft.com/office/drawing/2014/main" id="{BED2595F-339F-2CB9-DFA6-79CC19D2D7FE}"/>
                </a:ext>
              </a:extLst>
            </p:cNvPr>
            <p:cNvSpPr txBox="1"/>
            <p:nvPr userDrawn="1"/>
          </p:nvSpPr>
          <p:spPr>
            <a:xfrm>
              <a:off x="12207792" y="4073549"/>
              <a:ext cx="1733167" cy="200055"/>
            </a:xfrm>
            <a:prstGeom prst="rect">
              <a:avLst/>
            </a:prstGeom>
            <a:noFill/>
          </p:spPr>
          <p:txBody>
            <a:bodyPr wrap="none" rtlCol="0">
              <a:spAutoFit/>
            </a:bodyPr>
            <a:lstStyle/>
            <a:p>
              <a:r>
                <a:rPr lang="en-US" sz="700" b="0" i="0">
                  <a:solidFill>
                    <a:srgbClr val="929292"/>
                  </a:solidFill>
                  <a:latin typeface="Noir Pro Medium" pitchFamily="2" charset="0"/>
                </a:rPr>
                <a:t>TEXT COLORS – DARK BACKGROUND</a:t>
              </a:r>
            </a:p>
          </p:txBody>
        </p:sp>
        <p:grpSp>
          <p:nvGrpSpPr>
            <p:cNvPr id="34" name="Groep 33">
              <a:extLst>
                <a:ext uri="{FF2B5EF4-FFF2-40B4-BE49-F238E27FC236}">
                  <a16:creationId xmlns:a16="http://schemas.microsoft.com/office/drawing/2014/main" id="{DBFA1470-0B55-E1F1-F58E-29C047C037CB}"/>
                </a:ext>
              </a:extLst>
            </p:cNvPr>
            <p:cNvGrpSpPr/>
            <p:nvPr userDrawn="1"/>
          </p:nvGrpSpPr>
          <p:grpSpPr>
            <a:xfrm>
              <a:off x="12301425" y="3044549"/>
              <a:ext cx="1288114" cy="238539"/>
              <a:chOff x="12298208" y="4999574"/>
              <a:chExt cx="1288114" cy="238539"/>
            </a:xfrm>
          </p:grpSpPr>
          <p:sp>
            <p:nvSpPr>
              <p:cNvPr id="203" name="Rounded Rectangle 192">
                <a:extLst>
                  <a:ext uri="{FF2B5EF4-FFF2-40B4-BE49-F238E27FC236}">
                    <a16:creationId xmlns:a16="http://schemas.microsoft.com/office/drawing/2014/main" id="{F641EBA6-D6E9-B901-01DA-1FDEF1440107}"/>
                  </a:ext>
                </a:extLst>
              </p:cNvPr>
              <p:cNvSpPr/>
              <p:nvPr userDrawn="1"/>
            </p:nvSpPr>
            <p:spPr>
              <a:xfrm>
                <a:off x="12298208" y="4999574"/>
                <a:ext cx="238539" cy="238539"/>
              </a:xfrm>
              <a:prstGeom prst="roundRect">
                <a:avLst/>
              </a:prstGeom>
              <a:solidFill>
                <a:srgbClr val="040404"/>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204" name="Rounded Rectangle 192">
                <a:extLst>
                  <a:ext uri="{FF2B5EF4-FFF2-40B4-BE49-F238E27FC236}">
                    <a16:creationId xmlns:a16="http://schemas.microsoft.com/office/drawing/2014/main" id="{8AFDCE28-4DE9-627A-B43E-3AA1E98C49EE}"/>
                  </a:ext>
                </a:extLst>
              </p:cNvPr>
              <p:cNvSpPr/>
              <p:nvPr userDrawn="1"/>
            </p:nvSpPr>
            <p:spPr>
              <a:xfrm>
                <a:off x="12403166" y="4999574"/>
                <a:ext cx="238539" cy="238539"/>
              </a:xfrm>
              <a:prstGeom prst="roundRect">
                <a:avLst/>
              </a:prstGeom>
              <a:solidFill>
                <a:srgbClr val="17235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205" name="Rounded Rectangle 192">
                <a:extLst>
                  <a:ext uri="{FF2B5EF4-FFF2-40B4-BE49-F238E27FC236}">
                    <a16:creationId xmlns:a16="http://schemas.microsoft.com/office/drawing/2014/main" id="{F4F10981-939E-2B0D-EFE1-B653C6768E91}"/>
                  </a:ext>
                </a:extLst>
              </p:cNvPr>
              <p:cNvSpPr/>
              <p:nvPr userDrawn="1"/>
            </p:nvSpPr>
            <p:spPr>
              <a:xfrm>
                <a:off x="12508124" y="4999574"/>
                <a:ext cx="238539" cy="238539"/>
              </a:xfrm>
              <a:prstGeom prst="roundRect">
                <a:avLst/>
              </a:prstGeom>
              <a:solidFill>
                <a:srgbClr val="162F73"/>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206" name="Rounded Rectangle 192">
                <a:extLst>
                  <a:ext uri="{FF2B5EF4-FFF2-40B4-BE49-F238E27FC236}">
                    <a16:creationId xmlns:a16="http://schemas.microsoft.com/office/drawing/2014/main" id="{679A2F99-9EA1-0FBA-9C89-1D20DBFE368A}"/>
                  </a:ext>
                </a:extLst>
              </p:cNvPr>
              <p:cNvSpPr/>
              <p:nvPr userDrawn="1"/>
            </p:nvSpPr>
            <p:spPr>
              <a:xfrm>
                <a:off x="12613082" y="4999574"/>
                <a:ext cx="238539" cy="238539"/>
              </a:xfrm>
              <a:prstGeom prst="roundRect">
                <a:avLst/>
              </a:prstGeom>
              <a:solidFill>
                <a:srgbClr val="1947B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207" name="Rounded Rectangle 192">
                <a:extLst>
                  <a:ext uri="{FF2B5EF4-FFF2-40B4-BE49-F238E27FC236}">
                    <a16:creationId xmlns:a16="http://schemas.microsoft.com/office/drawing/2014/main" id="{28D67449-E527-4FC9-74CA-194C98FA5A6F}"/>
                  </a:ext>
                </a:extLst>
              </p:cNvPr>
              <p:cNvSpPr/>
              <p:nvPr userDrawn="1"/>
            </p:nvSpPr>
            <p:spPr>
              <a:xfrm>
                <a:off x="12718040" y="4999574"/>
                <a:ext cx="238539" cy="238539"/>
              </a:xfrm>
              <a:prstGeom prst="roundRect">
                <a:avLst/>
              </a:prstGeom>
              <a:solidFill>
                <a:srgbClr val="1859D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208" name="Rounded Rectangle 192">
                <a:extLst>
                  <a:ext uri="{FF2B5EF4-FFF2-40B4-BE49-F238E27FC236}">
                    <a16:creationId xmlns:a16="http://schemas.microsoft.com/office/drawing/2014/main" id="{FF13E2B9-5A1C-39C5-BD8D-6AD1C9D213E2}"/>
                  </a:ext>
                </a:extLst>
              </p:cNvPr>
              <p:cNvSpPr/>
              <p:nvPr userDrawn="1"/>
            </p:nvSpPr>
            <p:spPr>
              <a:xfrm>
                <a:off x="13347783" y="4999574"/>
                <a:ext cx="238539" cy="238539"/>
              </a:xfrm>
              <a:prstGeom prst="roundRect">
                <a:avLst/>
              </a:prstGeom>
              <a:solidFill>
                <a:srgbClr val="BCCBF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209" name="Rounded Rectangle 192">
                <a:extLst>
                  <a:ext uri="{FF2B5EF4-FFF2-40B4-BE49-F238E27FC236}">
                    <a16:creationId xmlns:a16="http://schemas.microsoft.com/office/drawing/2014/main" id="{20813347-0524-A95E-FA2F-92DA4288F463}"/>
                  </a:ext>
                </a:extLst>
              </p:cNvPr>
              <p:cNvSpPr/>
              <p:nvPr userDrawn="1"/>
            </p:nvSpPr>
            <p:spPr>
              <a:xfrm>
                <a:off x="13242830" y="4999574"/>
                <a:ext cx="238539" cy="238539"/>
              </a:xfrm>
              <a:prstGeom prst="roundRect">
                <a:avLst/>
              </a:prstGeom>
              <a:solidFill>
                <a:srgbClr val="88ADF5"/>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210" name="Rounded Rectangle 192">
                <a:extLst>
                  <a:ext uri="{FF2B5EF4-FFF2-40B4-BE49-F238E27FC236}">
                    <a16:creationId xmlns:a16="http://schemas.microsoft.com/office/drawing/2014/main" id="{8800190A-4D1F-9363-9C51-FBB26E6DB44C}"/>
                  </a:ext>
                </a:extLst>
              </p:cNvPr>
              <p:cNvSpPr/>
              <p:nvPr userDrawn="1"/>
            </p:nvSpPr>
            <p:spPr>
              <a:xfrm>
                <a:off x="13137872" y="4999574"/>
                <a:ext cx="238539" cy="238539"/>
              </a:xfrm>
              <a:prstGeom prst="roundRect">
                <a:avLst/>
              </a:prstGeom>
              <a:solidFill>
                <a:srgbClr val="6997F7"/>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211" name="Rounded Rectangle 192">
                <a:extLst>
                  <a:ext uri="{FF2B5EF4-FFF2-40B4-BE49-F238E27FC236}">
                    <a16:creationId xmlns:a16="http://schemas.microsoft.com/office/drawing/2014/main" id="{D3E94BD2-75DD-828C-367D-1BFF4B87DA03}"/>
                  </a:ext>
                </a:extLst>
              </p:cNvPr>
              <p:cNvSpPr/>
              <p:nvPr userDrawn="1"/>
            </p:nvSpPr>
            <p:spPr>
              <a:xfrm>
                <a:off x="13032914" y="4999574"/>
                <a:ext cx="238539" cy="238539"/>
              </a:xfrm>
              <a:prstGeom prst="roundRect">
                <a:avLst/>
              </a:prstGeom>
              <a:solidFill>
                <a:srgbClr val="4D85FA"/>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212" name="Rounded Rectangle 192">
                <a:extLst>
                  <a:ext uri="{FF2B5EF4-FFF2-40B4-BE49-F238E27FC236}">
                    <a16:creationId xmlns:a16="http://schemas.microsoft.com/office/drawing/2014/main" id="{C1C5E638-E3C8-DB0B-BF89-F0C3E2CCBDD2}"/>
                  </a:ext>
                </a:extLst>
              </p:cNvPr>
              <p:cNvSpPr/>
              <p:nvPr userDrawn="1"/>
            </p:nvSpPr>
            <p:spPr>
              <a:xfrm>
                <a:off x="12927956" y="4999574"/>
                <a:ext cx="238539" cy="238539"/>
              </a:xfrm>
              <a:prstGeom prst="roundRect">
                <a:avLst/>
              </a:prstGeom>
              <a:solidFill>
                <a:srgbClr val="307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213" name="Rounded Rectangle 192">
                <a:extLst>
                  <a:ext uri="{FF2B5EF4-FFF2-40B4-BE49-F238E27FC236}">
                    <a16:creationId xmlns:a16="http://schemas.microsoft.com/office/drawing/2014/main" id="{040EA7AB-6F63-9BB3-D2E2-B1C8B6CE13ED}"/>
                  </a:ext>
                </a:extLst>
              </p:cNvPr>
              <p:cNvSpPr/>
              <p:nvPr userDrawn="1"/>
            </p:nvSpPr>
            <p:spPr>
              <a:xfrm>
                <a:off x="12822998" y="4999574"/>
                <a:ext cx="238539" cy="238539"/>
              </a:xfrm>
              <a:prstGeom prst="roundRect">
                <a:avLst/>
              </a:prstGeom>
              <a:solidFill>
                <a:srgbClr val="1864FF"/>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35" name="Freeform 9">
              <a:extLst>
                <a:ext uri="{FF2B5EF4-FFF2-40B4-BE49-F238E27FC236}">
                  <a16:creationId xmlns:a16="http://schemas.microsoft.com/office/drawing/2014/main" id="{6E0D6E1E-F8C5-EE42-15AE-A929BEA9F1F2}"/>
                </a:ext>
              </a:extLst>
            </p:cNvPr>
            <p:cNvSpPr/>
            <p:nvPr userDrawn="1"/>
          </p:nvSpPr>
          <p:spPr>
            <a:xfrm>
              <a:off x="12194479" y="1557707"/>
              <a:ext cx="1644280" cy="360000"/>
            </a:xfrm>
            <a:custGeom>
              <a:avLst/>
              <a:gdLst>
                <a:gd name="connsiteX0" fmla="*/ 0 w 1644280"/>
                <a:gd name="connsiteY0" fmla="*/ 0 h 360000"/>
                <a:gd name="connsiteX1" fmla="*/ 1584279 w 1644280"/>
                <a:gd name="connsiteY1" fmla="*/ 0 h 360000"/>
                <a:gd name="connsiteX2" fmla="*/ 1644280 w 1644280"/>
                <a:gd name="connsiteY2" fmla="*/ 60001 h 360000"/>
                <a:gd name="connsiteX3" fmla="*/ 1644280 w 1644280"/>
                <a:gd name="connsiteY3" fmla="*/ 299999 h 360000"/>
                <a:gd name="connsiteX4" fmla="*/ 1584279 w 1644280"/>
                <a:gd name="connsiteY4" fmla="*/ 360000 h 360000"/>
                <a:gd name="connsiteX5" fmla="*/ 0 w 1644280"/>
                <a:gd name="connsiteY5" fmla="*/ 360000 h 360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44280" h="360000">
                  <a:moveTo>
                    <a:pt x="0" y="0"/>
                  </a:moveTo>
                  <a:lnTo>
                    <a:pt x="1584279" y="0"/>
                  </a:lnTo>
                  <a:cubicBezTo>
                    <a:pt x="1617417" y="0"/>
                    <a:pt x="1644280" y="26863"/>
                    <a:pt x="1644280" y="60001"/>
                  </a:cubicBezTo>
                  <a:lnTo>
                    <a:pt x="1644280" y="299999"/>
                  </a:lnTo>
                  <a:cubicBezTo>
                    <a:pt x="1644280" y="333137"/>
                    <a:pt x="1617417" y="360000"/>
                    <a:pt x="1584279" y="360000"/>
                  </a:cubicBezTo>
                  <a:lnTo>
                    <a:pt x="0" y="360000"/>
                  </a:lnTo>
                  <a:close/>
                </a:path>
              </a:pathLst>
            </a:custGeom>
            <a:gradFill>
              <a:gsLst>
                <a:gs pos="15000">
                  <a:schemeClr val="tx1">
                    <a:lumMod val="50000"/>
                    <a:lumOff val="50000"/>
                  </a:schemeClr>
                </a:gs>
                <a:gs pos="0">
                  <a:schemeClr val="tx1">
                    <a:lumMod val="75000"/>
                    <a:lumOff val="25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82880" rtlCol="0" anchor="ctr">
              <a:noAutofit/>
            </a:bodyPr>
            <a:lstStyle/>
            <a:p>
              <a:pPr lvl="0"/>
              <a:r>
                <a:rPr lang="en-US" sz="900" b="1" i="0" dirty="0">
                  <a:solidFill>
                    <a:schemeClr val="bg1"/>
                  </a:solidFill>
                  <a:latin typeface="Noir Pro Semi Bold" pitchFamily="2" charset="0"/>
                </a:rPr>
                <a:t>COLOR PALETTE</a:t>
              </a:r>
            </a:p>
            <a:p>
              <a:pPr lvl="0"/>
              <a:r>
                <a:rPr lang="en-US" sz="700" b="0" i="0" dirty="0">
                  <a:solidFill>
                    <a:schemeClr val="bg1"/>
                  </a:solidFill>
                  <a:latin typeface="Calibri Bold"/>
                </a:rPr>
                <a:t>Master template v20250611a</a:t>
              </a:r>
              <a:endParaRPr lang="en-US" sz="1000" b="0" i="0" dirty="0">
                <a:solidFill>
                  <a:schemeClr val="bg1"/>
                </a:solidFill>
                <a:latin typeface="Calibri Bold"/>
              </a:endParaRPr>
            </a:p>
          </p:txBody>
        </p:sp>
        <p:grpSp>
          <p:nvGrpSpPr>
            <p:cNvPr id="36" name="Group 168">
              <a:extLst>
                <a:ext uri="{FF2B5EF4-FFF2-40B4-BE49-F238E27FC236}">
                  <a16:creationId xmlns:a16="http://schemas.microsoft.com/office/drawing/2014/main" id="{B30718AC-A87D-7376-8E97-6A9EF0B22E86}"/>
                </a:ext>
              </a:extLst>
            </p:cNvPr>
            <p:cNvGrpSpPr/>
            <p:nvPr userDrawn="1"/>
          </p:nvGrpSpPr>
          <p:grpSpPr>
            <a:xfrm>
              <a:off x="12301425" y="2133519"/>
              <a:ext cx="1288114" cy="238539"/>
              <a:chOff x="8158038" y="2122998"/>
              <a:chExt cx="1288114" cy="238539"/>
            </a:xfrm>
          </p:grpSpPr>
          <p:sp>
            <p:nvSpPr>
              <p:cNvPr id="198" name="Rounded Rectangle 169">
                <a:extLst>
                  <a:ext uri="{FF2B5EF4-FFF2-40B4-BE49-F238E27FC236}">
                    <a16:creationId xmlns:a16="http://schemas.microsoft.com/office/drawing/2014/main" id="{FC764D82-31A4-12D7-4A64-AC808180C802}"/>
                  </a:ext>
                </a:extLst>
              </p:cNvPr>
              <p:cNvSpPr/>
              <p:nvPr userDrawn="1"/>
            </p:nvSpPr>
            <p:spPr>
              <a:xfrm>
                <a:off x="8158038" y="2122998"/>
                <a:ext cx="238539" cy="238539"/>
              </a:xfrm>
              <a:prstGeom prst="roundRect">
                <a:avLst/>
              </a:prstGeom>
              <a:solidFill>
                <a:srgbClr val="41414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9" name="Rounded Rectangle 170">
                <a:extLst>
                  <a:ext uri="{FF2B5EF4-FFF2-40B4-BE49-F238E27FC236}">
                    <a16:creationId xmlns:a16="http://schemas.microsoft.com/office/drawing/2014/main" id="{140C7A33-4175-BA51-96B2-24FD01DC9635}"/>
                  </a:ext>
                </a:extLst>
              </p:cNvPr>
              <p:cNvSpPr/>
              <p:nvPr userDrawn="1"/>
            </p:nvSpPr>
            <p:spPr>
              <a:xfrm>
                <a:off x="8420432" y="2122998"/>
                <a:ext cx="238539" cy="238539"/>
              </a:xfrm>
              <a:prstGeom prst="roundRect">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0" name="Rounded Rectangle 171">
                <a:extLst>
                  <a:ext uri="{FF2B5EF4-FFF2-40B4-BE49-F238E27FC236}">
                    <a16:creationId xmlns:a16="http://schemas.microsoft.com/office/drawing/2014/main" id="{4518AB0F-718C-78B4-0DC7-F54D2B63D5C5}"/>
                  </a:ext>
                </a:extLst>
              </p:cNvPr>
              <p:cNvSpPr/>
              <p:nvPr userDrawn="1"/>
            </p:nvSpPr>
            <p:spPr>
              <a:xfrm>
                <a:off x="8682826" y="2122998"/>
                <a:ext cx="238539" cy="238539"/>
              </a:xfrm>
              <a:prstGeom prst="roundRect">
                <a:avLst/>
              </a:prstGeom>
              <a:solidFill>
                <a:srgbClr val="C0C0C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1" name="Rounded Rectangle 172">
                <a:extLst>
                  <a:ext uri="{FF2B5EF4-FFF2-40B4-BE49-F238E27FC236}">
                    <a16:creationId xmlns:a16="http://schemas.microsoft.com/office/drawing/2014/main" id="{A985A348-1482-F1ED-ED28-DF83CA6C8A5C}"/>
                  </a:ext>
                </a:extLst>
              </p:cNvPr>
              <p:cNvSpPr/>
              <p:nvPr userDrawn="1"/>
            </p:nvSpPr>
            <p:spPr>
              <a:xfrm>
                <a:off x="8945220" y="2122998"/>
                <a:ext cx="238539" cy="238539"/>
              </a:xfrm>
              <a:prstGeom prst="roundRect">
                <a:avLst/>
              </a:prstGeom>
              <a:solidFill>
                <a:srgbClr val="E6E6E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202" name="Rounded Rectangle 173">
                <a:extLst>
                  <a:ext uri="{FF2B5EF4-FFF2-40B4-BE49-F238E27FC236}">
                    <a16:creationId xmlns:a16="http://schemas.microsoft.com/office/drawing/2014/main" id="{A22FB872-0A34-A723-93F1-4F1B519D4A71}"/>
                  </a:ext>
                </a:extLst>
              </p:cNvPr>
              <p:cNvSpPr/>
              <p:nvPr userDrawn="1"/>
            </p:nvSpPr>
            <p:spPr>
              <a:xfrm>
                <a:off x="9207613" y="2122998"/>
                <a:ext cx="238539" cy="238539"/>
              </a:xfrm>
              <a:prstGeom prst="round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37" name="Group 174">
              <a:extLst>
                <a:ext uri="{FF2B5EF4-FFF2-40B4-BE49-F238E27FC236}">
                  <a16:creationId xmlns:a16="http://schemas.microsoft.com/office/drawing/2014/main" id="{A8AC9CC2-DE2E-1911-4323-1BD229F4C82D}"/>
                </a:ext>
              </a:extLst>
            </p:cNvPr>
            <p:cNvGrpSpPr/>
            <p:nvPr userDrawn="1"/>
          </p:nvGrpSpPr>
          <p:grpSpPr>
            <a:xfrm>
              <a:off x="12301425" y="2589990"/>
              <a:ext cx="1288114" cy="238539"/>
              <a:chOff x="8158038" y="2385390"/>
              <a:chExt cx="1288114" cy="238539"/>
            </a:xfrm>
          </p:grpSpPr>
          <p:sp>
            <p:nvSpPr>
              <p:cNvPr id="193" name="Rounded Rectangle 175">
                <a:extLst>
                  <a:ext uri="{FF2B5EF4-FFF2-40B4-BE49-F238E27FC236}">
                    <a16:creationId xmlns:a16="http://schemas.microsoft.com/office/drawing/2014/main" id="{F87D1E47-1624-B32C-D279-3BBC1421AE3E}"/>
                  </a:ext>
                </a:extLst>
              </p:cNvPr>
              <p:cNvSpPr/>
              <p:nvPr userDrawn="1"/>
            </p:nvSpPr>
            <p:spPr>
              <a:xfrm>
                <a:off x="8158038" y="2385390"/>
                <a:ext cx="238539" cy="238539"/>
              </a:xfrm>
              <a:prstGeom prst="roundRect">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4" name="Rounded Rectangle 176">
                <a:extLst>
                  <a:ext uri="{FF2B5EF4-FFF2-40B4-BE49-F238E27FC236}">
                    <a16:creationId xmlns:a16="http://schemas.microsoft.com/office/drawing/2014/main" id="{E6CB7625-4449-2922-DA83-B2C235156438}"/>
                  </a:ext>
                </a:extLst>
              </p:cNvPr>
              <p:cNvSpPr/>
              <p:nvPr userDrawn="1"/>
            </p:nvSpPr>
            <p:spPr>
              <a:xfrm>
                <a:off x="8420432" y="2385390"/>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5" name="Rounded Rectangle 177">
                <a:extLst>
                  <a:ext uri="{FF2B5EF4-FFF2-40B4-BE49-F238E27FC236}">
                    <a16:creationId xmlns:a16="http://schemas.microsoft.com/office/drawing/2014/main" id="{4D947F0F-57C4-BCCA-EA44-3C5E31F7C3B2}"/>
                  </a:ext>
                </a:extLst>
              </p:cNvPr>
              <p:cNvSpPr/>
              <p:nvPr userDrawn="1"/>
            </p:nvSpPr>
            <p:spPr>
              <a:xfrm>
                <a:off x="8682826" y="2385390"/>
                <a:ext cx="238539" cy="238539"/>
              </a:xfrm>
              <a:prstGeom prst="roundRect">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6" name="Rounded Rectangle 178">
                <a:extLst>
                  <a:ext uri="{FF2B5EF4-FFF2-40B4-BE49-F238E27FC236}">
                    <a16:creationId xmlns:a16="http://schemas.microsoft.com/office/drawing/2014/main" id="{B804072A-1CA3-140E-0132-67C349A6B824}"/>
                  </a:ext>
                </a:extLst>
              </p:cNvPr>
              <p:cNvSpPr/>
              <p:nvPr userDrawn="1"/>
            </p:nvSpPr>
            <p:spPr>
              <a:xfrm>
                <a:off x="8945220" y="2385390"/>
                <a:ext cx="238539" cy="238539"/>
              </a:xfrm>
              <a:prstGeom prst="roundRect">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7" name="Rounded Rectangle 179">
                <a:extLst>
                  <a:ext uri="{FF2B5EF4-FFF2-40B4-BE49-F238E27FC236}">
                    <a16:creationId xmlns:a16="http://schemas.microsoft.com/office/drawing/2014/main" id="{C4D39E4C-195C-C818-B08B-02ED31B7889E}"/>
                  </a:ext>
                </a:extLst>
              </p:cNvPr>
              <p:cNvSpPr/>
              <p:nvPr userDrawn="1"/>
            </p:nvSpPr>
            <p:spPr>
              <a:xfrm>
                <a:off x="9207613" y="2385390"/>
                <a:ext cx="238539" cy="238539"/>
              </a:xfrm>
              <a:prstGeom prst="roundRect">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sp>
          <p:nvSpPr>
            <p:cNvPr id="38" name="Rounded Rectangle 181">
              <a:extLst>
                <a:ext uri="{FF2B5EF4-FFF2-40B4-BE49-F238E27FC236}">
                  <a16:creationId xmlns:a16="http://schemas.microsoft.com/office/drawing/2014/main" id="{3AD877B5-5B48-0378-E173-D768A2D3C06D}"/>
                </a:ext>
              </a:extLst>
            </p:cNvPr>
            <p:cNvSpPr/>
            <p:nvPr userDrawn="1"/>
          </p:nvSpPr>
          <p:spPr>
            <a:xfrm>
              <a:off x="12301425" y="4689997"/>
              <a:ext cx="238539" cy="238539"/>
            </a:xfrm>
            <a:prstGeom prst="roundRect">
              <a:avLst/>
            </a:prstGeom>
            <a:gradFill>
              <a:gsLst>
                <a:gs pos="100000">
                  <a:srgbClr val="E88C36"/>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marL="0" marR="0" lvl="0" indent="0" algn="ctr" defTabSz="914400" rtl="0" eaLnBrk="1" fontAlgn="auto" latinLnBrk="0" hangingPunct="1">
                <a:lnSpc>
                  <a:spcPct val="90000"/>
                </a:lnSpc>
                <a:spcBef>
                  <a:spcPts val="0"/>
                </a:spcBef>
                <a:spcAft>
                  <a:spcPts val="0"/>
                </a:spcAft>
                <a:buClrTx/>
                <a:buSzTx/>
                <a:buFontTx/>
                <a:buNone/>
                <a:tabLst/>
                <a:defRPr/>
              </a:pPr>
              <a:endParaRPr lang="en-US" sz="800" b="0" i="0">
                <a:latin typeface="Noir Pro Medium" pitchFamily="2" charset="0"/>
              </a:endParaRPr>
            </a:p>
          </p:txBody>
        </p:sp>
        <p:sp>
          <p:nvSpPr>
            <p:cNvPr id="39" name="Rounded Rectangle 182">
              <a:extLst>
                <a:ext uri="{FF2B5EF4-FFF2-40B4-BE49-F238E27FC236}">
                  <a16:creationId xmlns:a16="http://schemas.microsoft.com/office/drawing/2014/main" id="{F3B34F03-DEF5-B852-23D5-8F2C9EB02A14}"/>
                </a:ext>
              </a:extLst>
            </p:cNvPr>
            <p:cNvSpPr/>
            <p:nvPr userDrawn="1"/>
          </p:nvSpPr>
          <p:spPr>
            <a:xfrm>
              <a:off x="12563819" y="4689997"/>
              <a:ext cx="238539" cy="238539"/>
            </a:xfrm>
            <a:prstGeom prst="roundRect">
              <a:avLst/>
            </a:prstGeom>
            <a:gradFill>
              <a:gsLst>
                <a:gs pos="100000">
                  <a:srgbClr val="1864FF"/>
                </a:gs>
                <a:gs pos="0">
                  <a:srgbClr val="00205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0" name="Rounded Rectangle 183">
              <a:extLst>
                <a:ext uri="{FF2B5EF4-FFF2-40B4-BE49-F238E27FC236}">
                  <a16:creationId xmlns:a16="http://schemas.microsoft.com/office/drawing/2014/main" id="{9F73FA7C-742C-26CE-1DB3-0CFFB41310E8}"/>
                </a:ext>
              </a:extLst>
            </p:cNvPr>
            <p:cNvSpPr/>
            <p:nvPr userDrawn="1"/>
          </p:nvSpPr>
          <p:spPr>
            <a:xfrm>
              <a:off x="12826213" y="4689997"/>
              <a:ext cx="238539" cy="238539"/>
            </a:xfrm>
            <a:prstGeom prst="roundRect">
              <a:avLst/>
            </a:prstGeom>
            <a:gradFill>
              <a:gsLst>
                <a:gs pos="100000">
                  <a:srgbClr val="DF6838"/>
                </a:gs>
                <a:gs pos="0">
                  <a:srgbClr val="F9C716"/>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1" name="Rounded Rectangle 184">
              <a:extLst>
                <a:ext uri="{FF2B5EF4-FFF2-40B4-BE49-F238E27FC236}">
                  <a16:creationId xmlns:a16="http://schemas.microsoft.com/office/drawing/2014/main" id="{3D00FC1A-2207-4C08-FF47-BDE877AC129F}"/>
                </a:ext>
              </a:extLst>
            </p:cNvPr>
            <p:cNvSpPr/>
            <p:nvPr userDrawn="1"/>
          </p:nvSpPr>
          <p:spPr>
            <a:xfrm>
              <a:off x="13088607" y="4689997"/>
              <a:ext cx="238539" cy="238539"/>
            </a:xfrm>
            <a:prstGeom prst="roundRect">
              <a:avLst/>
            </a:prstGeom>
            <a:gradFill>
              <a:gsLst>
                <a:gs pos="100000">
                  <a:srgbClr val="FBDD72"/>
                </a:gs>
                <a:gs pos="0">
                  <a:srgbClr val="C6CD59"/>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sp>
          <p:nvSpPr>
            <p:cNvPr id="42" name="Rounded Rectangle 185">
              <a:extLst>
                <a:ext uri="{FF2B5EF4-FFF2-40B4-BE49-F238E27FC236}">
                  <a16:creationId xmlns:a16="http://schemas.microsoft.com/office/drawing/2014/main" id="{03C4701D-B579-3A96-A509-DCDE7F0F56ED}"/>
                </a:ext>
              </a:extLst>
            </p:cNvPr>
            <p:cNvSpPr/>
            <p:nvPr userDrawn="1"/>
          </p:nvSpPr>
          <p:spPr>
            <a:xfrm>
              <a:off x="13351000" y="4689997"/>
              <a:ext cx="238539" cy="238539"/>
            </a:xfrm>
            <a:prstGeom prst="roundRect">
              <a:avLst/>
            </a:prstGeom>
            <a:gradFill>
              <a:gsLst>
                <a:gs pos="100000">
                  <a:srgbClr val="00B150"/>
                </a:gs>
                <a:gs pos="0">
                  <a:srgbClr val="92D150"/>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ctr"/>
            <a:lstStyle/>
            <a:p>
              <a:pPr lvl="0" algn="ctr">
                <a:lnSpc>
                  <a:spcPct val="90000"/>
                </a:lnSpc>
              </a:pPr>
              <a:endParaRPr lang="en-US" sz="800" b="0" i="0">
                <a:latin typeface="Noir Pro Medium" pitchFamily="2" charset="0"/>
              </a:endParaRPr>
            </a:p>
          </p:txBody>
        </p:sp>
        <p:grpSp>
          <p:nvGrpSpPr>
            <p:cNvPr id="43" name="Group 191">
              <a:extLst>
                <a:ext uri="{FF2B5EF4-FFF2-40B4-BE49-F238E27FC236}">
                  <a16:creationId xmlns:a16="http://schemas.microsoft.com/office/drawing/2014/main" id="{9321B416-2B89-C834-0BC1-30A4A68DFE86}"/>
                </a:ext>
              </a:extLst>
            </p:cNvPr>
            <p:cNvGrpSpPr/>
            <p:nvPr userDrawn="1"/>
          </p:nvGrpSpPr>
          <p:grpSpPr>
            <a:xfrm>
              <a:off x="12301425" y="5413093"/>
              <a:ext cx="1288114" cy="238539"/>
              <a:chOff x="8158038" y="4031086"/>
              <a:chExt cx="1288114" cy="238539"/>
            </a:xfrm>
          </p:grpSpPr>
          <p:sp>
            <p:nvSpPr>
              <p:cNvPr id="188" name="Rounded Rectangle 192">
                <a:extLst>
                  <a:ext uri="{FF2B5EF4-FFF2-40B4-BE49-F238E27FC236}">
                    <a16:creationId xmlns:a16="http://schemas.microsoft.com/office/drawing/2014/main" id="{D8FBB3F4-755D-D203-EEB1-B7578E353FA2}"/>
                  </a:ext>
                </a:extLst>
              </p:cNvPr>
              <p:cNvSpPr/>
              <p:nvPr userDrawn="1"/>
            </p:nvSpPr>
            <p:spPr>
              <a:xfrm>
                <a:off x="8158038" y="4031086"/>
                <a:ext cx="238539" cy="238539"/>
              </a:xfrm>
              <a:prstGeom prst="roundRect">
                <a:avLst/>
              </a:prstGeom>
              <a:solidFill>
                <a:srgbClr val="DC4A3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89" name="Rounded Rectangle 193">
                <a:extLst>
                  <a:ext uri="{FF2B5EF4-FFF2-40B4-BE49-F238E27FC236}">
                    <a16:creationId xmlns:a16="http://schemas.microsoft.com/office/drawing/2014/main" id="{F9F132D1-D6A8-1DD0-1B5F-BCF56364808A}"/>
                  </a:ext>
                </a:extLst>
              </p:cNvPr>
              <p:cNvSpPr/>
              <p:nvPr userDrawn="1"/>
            </p:nvSpPr>
            <p:spPr>
              <a:xfrm>
                <a:off x="8420432" y="4031086"/>
                <a:ext cx="238539" cy="238539"/>
              </a:xfrm>
              <a:prstGeom prst="roundRect">
                <a:avLst/>
              </a:prstGeom>
              <a:solidFill>
                <a:srgbClr val="EF9819"/>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0" name="Rounded Rectangle 194">
                <a:extLst>
                  <a:ext uri="{FF2B5EF4-FFF2-40B4-BE49-F238E27FC236}">
                    <a16:creationId xmlns:a16="http://schemas.microsoft.com/office/drawing/2014/main" id="{1E2B73E0-549D-3733-4D79-8131831AFB88}"/>
                  </a:ext>
                </a:extLst>
              </p:cNvPr>
              <p:cNvSpPr/>
              <p:nvPr userDrawn="1"/>
            </p:nvSpPr>
            <p:spPr>
              <a:xfrm>
                <a:off x="8682826" y="4031086"/>
                <a:ext cx="238539" cy="238539"/>
              </a:xfrm>
              <a:prstGeom prst="roundRect">
                <a:avLst/>
              </a:prstGeom>
              <a:solidFill>
                <a:srgbClr val="F9C64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1" name="Rounded Rectangle 195">
                <a:extLst>
                  <a:ext uri="{FF2B5EF4-FFF2-40B4-BE49-F238E27FC236}">
                    <a16:creationId xmlns:a16="http://schemas.microsoft.com/office/drawing/2014/main" id="{031289CC-9DD7-6E4A-BECE-99AC6D1672B6}"/>
                  </a:ext>
                </a:extLst>
              </p:cNvPr>
              <p:cNvSpPr/>
              <p:nvPr userDrawn="1"/>
            </p:nvSpPr>
            <p:spPr>
              <a:xfrm>
                <a:off x="8945220" y="4031086"/>
                <a:ext cx="238539" cy="238539"/>
              </a:xfrm>
              <a:prstGeom prst="roundRect">
                <a:avLst/>
              </a:prstGeom>
              <a:solidFill>
                <a:srgbClr val="57C96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sp>
            <p:nvSpPr>
              <p:cNvPr id="192" name="Rounded Rectangle 196">
                <a:extLst>
                  <a:ext uri="{FF2B5EF4-FFF2-40B4-BE49-F238E27FC236}">
                    <a16:creationId xmlns:a16="http://schemas.microsoft.com/office/drawing/2014/main" id="{BB5FA545-2637-8E2B-7123-5987338C1FB7}"/>
                  </a:ext>
                </a:extLst>
              </p:cNvPr>
              <p:cNvSpPr/>
              <p:nvPr userDrawn="1"/>
            </p:nvSpPr>
            <p:spPr>
              <a:xfrm>
                <a:off x="9207613" y="4031086"/>
                <a:ext cx="238539" cy="238539"/>
              </a:xfrm>
              <a:prstGeom prst="roundRect">
                <a:avLst/>
              </a:prstGeom>
              <a:solidFill>
                <a:srgbClr val="2B963F"/>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endParaRPr lang="en-US" sz="900" b="0" i="0">
                  <a:latin typeface="Noir Pro Medium" pitchFamily="2" charset="0"/>
                </a:endParaRPr>
              </a:p>
            </p:txBody>
          </p:sp>
        </p:grpSp>
        <p:grpSp>
          <p:nvGrpSpPr>
            <p:cNvPr id="45" name="Group 197">
              <a:extLst>
                <a:ext uri="{FF2B5EF4-FFF2-40B4-BE49-F238E27FC236}">
                  <a16:creationId xmlns:a16="http://schemas.microsoft.com/office/drawing/2014/main" id="{6B864743-0469-2F02-88B1-262E8209A0D6}"/>
                </a:ext>
              </a:extLst>
            </p:cNvPr>
            <p:cNvGrpSpPr/>
            <p:nvPr userDrawn="1"/>
          </p:nvGrpSpPr>
          <p:grpSpPr>
            <a:xfrm>
              <a:off x="12301425" y="4231124"/>
              <a:ext cx="1288114" cy="238539"/>
              <a:chOff x="8158038" y="3021495"/>
              <a:chExt cx="1288114" cy="238539"/>
            </a:xfrm>
          </p:grpSpPr>
          <p:sp>
            <p:nvSpPr>
              <p:cNvPr id="178" name="Rounded Rectangle 198">
                <a:extLst>
                  <a:ext uri="{FF2B5EF4-FFF2-40B4-BE49-F238E27FC236}">
                    <a16:creationId xmlns:a16="http://schemas.microsoft.com/office/drawing/2014/main" id="{B6F63AEF-F154-43DD-200A-ACE8BDB10711}"/>
                  </a:ext>
                </a:extLst>
              </p:cNvPr>
              <p:cNvSpPr/>
              <p:nvPr userDrawn="1"/>
            </p:nvSpPr>
            <p:spPr>
              <a:xfrm>
                <a:off x="8158038"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FFFFFF"/>
                    </a:solidFill>
                    <a:latin typeface="Noir Pro Medium" pitchFamily="2" charset="0"/>
                  </a:rPr>
                  <a:t>Aa</a:t>
                </a:r>
              </a:p>
            </p:txBody>
          </p:sp>
          <p:sp>
            <p:nvSpPr>
              <p:cNvPr id="179" name="Rounded Rectangle 199">
                <a:extLst>
                  <a:ext uri="{FF2B5EF4-FFF2-40B4-BE49-F238E27FC236}">
                    <a16:creationId xmlns:a16="http://schemas.microsoft.com/office/drawing/2014/main" id="{75979358-0CDD-ABEB-ED56-146639FB6489}"/>
                  </a:ext>
                </a:extLst>
              </p:cNvPr>
              <p:cNvSpPr/>
              <p:nvPr userDrawn="1"/>
            </p:nvSpPr>
            <p:spPr>
              <a:xfrm>
                <a:off x="8420432"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ADADA"/>
                    </a:solidFill>
                    <a:latin typeface="Noir Pro Medium" pitchFamily="2" charset="0"/>
                  </a:rPr>
                  <a:t>Aa</a:t>
                </a:r>
              </a:p>
            </p:txBody>
          </p:sp>
          <p:sp>
            <p:nvSpPr>
              <p:cNvPr id="180" name="Rounded Rectangle 200">
                <a:extLst>
                  <a:ext uri="{FF2B5EF4-FFF2-40B4-BE49-F238E27FC236}">
                    <a16:creationId xmlns:a16="http://schemas.microsoft.com/office/drawing/2014/main" id="{62762020-6813-F419-7E38-9DA62F48D4E3}"/>
                  </a:ext>
                </a:extLst>
              </p:cNvPr>
              <p:cNvSpPr/>
              <p:nvPr userDrawn="1"/>
            </p:nvSpPr>
            <p:spPr>
              <a:xfrm>
                <a:off x="8682826"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F8C716"/>
                    </a:solidFill>
                    <a:latin typeface="Noir Pro Medium" pitchFamily="2" charset="0"/>
                  </a:rPr>
                  <a:t>Aa</a:t>
                </a:r>
              </a:p>
            </p:txBody>
          </p:sp>
          <p:sp>
            <p:nvSpPr>
              <p:cNvPr id="181" name="Rounded Rectangle 201">
                <a:extLst>
                  <a:ext uri="{FF2B5EF4-FFF2-40B4-BE49-F238E27FC236}">
                    <a16:creationId xmlns:a16="http://schemas.microsoft.com/office/drawing/2014/main" id="{114FD120-C0B3-80A5-F503-7588C92ED7F5}"/>
                  </a:ext>
                </a:extLst>
              </p:cNvPr>
              <p:cNvSpPr/>
              <p:nvPr userDrawn="1"/>
            </p:nvSpPr>
            <p:spPr>
              <a:xfrm>
                <a:off x="8945220"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E2A3F2"/>
                    </a:solidFill>
                    <a:latin typeface="Noir Pro Medium" pitchFamily="2" charset="0"/>
                  </a:rPr>
                  <a:t>Aa</a:t>
                </a:r>
              </a:p>
            </p:txBody>
          </p:sp>
          <p:sp>
            <p:nvSpPr>
              <p:cNvPr id="182" name="Rounded Rectangle 202">
                <a:extLst>
                  <a:ext uri="{FF2B5EF4-FFF2-40B4-BE49-F238E27FC236}">
                    <a16:creationId xmlns:a16="http://schemas.microsoft.com/office/drawing/2014/main" id="{6B62ABFD-46D0-D378-336C-AE07A40498EC}"/>
                  </a:ext>
                </a:extLst>
              </p:cNvPr>
              <p:cNvSpPr/>
              <p:nvPr userDrawn="1"/>
            </p:nvSpPr>
            <p:spPr>
              <a:xfrm>
                <a:off x="9207613" y="3021495"/>
                <a:ext cx="238539" cy="238539"/>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8BC26D"/>
                    </a:solidFill>
                    <a:latin typeface="Noir Pro Medium" pitchFamily="2" charset="0"/>
                  </a:rPr>
                  <a:t>Aa</a:t>
                </a:r>
              </a:p>
            </p:txBody>
          </p:sp>
          <p:sp>
            <p:nvSpPr>
              <p:cNvPr id="183" name="Rounded Rectangle 203">
                <a:extLst>
                  <a:ext uri="{FF2B5EF4-FFF2-40B4-BE49-F238E27FC236}">
                    <a16:creationId xmlns:a16="http://schemas.microsoft.com/office/drawing/2014/main" id="{5091491D-4859-3F75-8127-B7CDA768BCE7}"/>
                  </a:ext>
                </a:extLst>
              </p:cNvPr>
              <p:cNvSpPr/>
              <p:nvPr userDrawn="1"/>
            </p:nvSpPr>
            <p:spPr>
              <a:xfrm>
                <a:off x="8182056" y="3167741"/>
                <a:ext cx="190503" cy="63712"/>
              </a:xfrm>
              <a:prstGeom prst="roundRect">
                <a:avLst>
                  <a:gd name="adj" fmla="val 5000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4" name="Rounded Rectangle 204">
                <a:extLst>
                  <a:ext uri="{FF2B5EF4-FFF2-40B4-BE49-F238E27FC236}">
                    <a16:creationId xmlns:a16="http://schemas.microsoft.com/office/drawing/2014/main" id="{024EEAFB-0116-1CDA-6D8E-033F89CD1336}"/>
                  </a:ext>
                </a:extLst>
              </p:cNvPr>
              <p:cNvSpPr/>
              <p:nvPr userDrawn="1"/>
            </p:nvSpPr>
            <p:spPr>
              <a:xfrm>
                <a:off x="8444450" y="3167741"/>
                <a:ext cx="190503" cy="63712"/>
              </a:xfrm>
              <a:prstGeom prst="roundRect">
                <a:avLst>
                  <a:gd name="adj" fmla="val 50000"/>
                </a:avLst>
              </a:prstGeom>
              <a:solidFill>
                <a:srgbClr val="DBDBD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5" name="Rounded Rectangle 205">
                <a:extLst>
                  <a:ext uri="{FF2B5EF4-FFF2-40B4-BE49-F238E27FC236}">
                    <a16:creationId xmlns:a16="http://schemas.microsoft.com/office/drawing/2014/main" id="{88684FA1-C3FB-A930-BC13-02660D4844C6}"/>
                  </a:ext>
                </a:extLst>
              </p:cNvPr>
              <p:cNvSpPr/>
              <p:nvPr userDrawn="1"/>
            </p:nvSpPr>
            <p:spPr>
              <a:xfrm>
                <a:off x="8706844" y="3167741"/>
                <a:ext cx="190503" cy="63712"/>
              </a:xfrm>
              <a:prstGeom prst="roundRect">
                <a:avLst>
                  <a:gd name="adj" fmla="val 50000"/>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6" name="Rounded Rectangle 206">
                <a:extLst>
                  <a:ext uri="{FF2B5EF4-FFF2-40B4-BE49-F238E27FC236}">
                    <a16:creationId xmlns:a16="http://schemas.microsoft.com/office/drawing/2014/main" id="{29F1076F-E578-3071-2089-E27391975532}"/>
                  </a:ext>
                </a:extLst>
              </p:cNvPr>
              <p:cNvSpPr/>
              <p:nvPr userDrawn="1"/>
            </p:nvSpPr>
            <p:spPr>
              <a:xfrm>
                <a:off x="8969238" y="3167741"/>
                <a:ext cx="190503" cy="63712"/>
              </a:xfrm>
              <a:prstGeom prst="roundRect">
                <a:avLst>
                  <a:gd name="adj" fmla="val 50000"/>
                </a:avLst>
              </a:prstGeom>
              <a:solidFill>
                <a:srgbClr val="E2A3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7" name="Rounded Rectangle 207">
                <a:extLst>
                  <a:ext uri="{FF2B5EF4-FFF2-40B4-BE49-F238E27FC236}">
                    <a16:creationId xmlns:a16="http://schemas.microsoft.com/office/drawing/2014/main" id="{73A04E46-3453-E820-483A-8DFFB721230A}"/>
                  </a:ext>
                </a:extLst>
              </p:cNvPr>
              <p:cNvSpPr/>
              <p:nvPr userDrawn="1"/>
            </p:nvSpPr>
            <p:spPr>
              <a:xfrm>
                <a:off x="9231631" y="3167741"/>
                <a:ext cx="190503" cy="63712"/>
              </a:xfrm>
              <a:prstGeom prst="roundRect">
                <a:avLst>
                  <a:gd name="adj" fmla="val 50000"/>
                </a:avLst>
              </a:prstGeom>
              <a:solidFill>
                <a:srgbClr val="8BC26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6" name="Rounded Rectangle 209">
              <a:extLst>
                <a:ext uri="{FF2B5EF4-FFF2-40B4-BE49-F238E27FC236}">
                  <a16:creationId xmlns:a16="http://schemas.microsoft.com/office/drawing/2014/main" id="{A66485C6-D4F6-E485-55D8-77D8AE0C8BFC}"/>
                </a:ext>
              </a:extLst>
            </p:cNvPr>
            <p:cNvSpPr/>
            <p:nvPr userDrawn="1"/>
          </p:nvSpPr>
          <p:spPr>
            <a:xfrm>
              <a:off x="12301425"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010101"/>
                  </a:solidFill>
                  <a:latin typeface="Noir Pro Medium" pitchFamily="2" charset="0"/>
                </a:rPr>
                <a:t>Aa</a:t>
              </a:r>
            </a:p>
          </p:txBody>
        </p:sp>
        <p:sp>
          <p:nvSpPr>
            <p:cNvPr id="47" name="Rounded Rectangle 210">
              <a:extLst>
                <a:ext uri="{FF2B5EF4-FFF2-40B4-BE49-F238E27FC236}">
                  <a16:creationId xmlns:a16="http://schemas.microsoft.com/office/drawing/2014/main" id="{F97C2EA1-62F0-61DD-92C0-3E8BE81B4A81}"/>
                </a:ext>
              </a:extLst>
            </p:cNvPr>
            <p:cNvSpPr/>
            <p:nvPr userDrawn="1"/>
          </p:nvSpPr>
          <p:spPr>
            <a:xfrm>
              <a:off x="12563819" y="3775695"/>
              <a:ext cx="238539" cy="238539"/>
            </a:xfrm>
            <a:prstGeom prst="roundRect">
              <a:avLst/>
            </a:pr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010101"/>
                  </a:solidFill>
                  <a:latin typeface="Noir Pro Medium" pitchFamily="2" charset="0"/>
                </a:rPr>
                <a:t>Aa</a:t>
              </a:r>
            </a:p>
          </p:txBody>
        </p:sp>
        <p:sp>
          <p:nvSpPr>
            <p:cNvPr id="64" name="Rounded Rectangle 211">
              <a:extLst>
                <a:ext uri="{FF2B5EF4-FFF2-40B4-BE49-F238E27FC236}">
                  <a16:creationId xmlns:a16="http://schemas.microsoft.com/office/drawing/2014/main" id="{91F2AF7D-4AE0-6B42-6941-770886B7E147}"/>
                </a:ext>
              </a:extLst>
            </p:cNvPr>
            <p:cNvSpPr/>
            <p:nvPr userDrawn="1"/>
          </p:nvSpPr>
          <p:spPr>
            <a:xfrm>
              <a:off x="12826213"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dirty="0">
                  <a:solidFill>
                    <a:srgbClr val="818181"/>
                  </a:solidFill>
                  <a:latin typeface="Noir Pro Medium" pitchFamily="2" charset="0"/>
                </a:rPr>
                <a:t>Aa</a:t>
              </a:r>
            </a:p>
          </p:txBody>
        </p:sp>
        <p:sp>
          <p:nvSpPr>
            <p:cNvPr id="65" name="Rounded Rectangle 212">
              <a:extLst>
                <a:ext uri="{FF2B5EF4-FFF2-40B4-BE49-F238E27FC236}">
                  <a16:creationId xmlns:a16="http://schemas.microsoft.com/office/drawing/2014/main" id="{87C99E1B-C351-D410-4524-653454DAA7BB}"/>
                </a:ext>
              </a:extLst>
            </p:cNvPr>
            <p:cNvSpPr/>
            <p:nvPr userDrawn="1"/>
          </p:nvSpPr>
          <p:spPr>
            <a:xfrm>
              <a:off x="13088607"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1864FF"/>
                  </a:solidFill>
                  <a:latin typeface="Noir Pro Medium" pitchFamily="2" charset="0"/>
                </a:rPr>
                <a:t>Aa</a:t>
              </a:r>
            </a:p>
          </p:txBody>
        </p:sp>
        <p:sp>
          <p:nvSpPr>
            <p:cNvPr id="66" name="Rounded Rectangle 213">
              <a:extLst>
                <a:ext uri="{FF2B5EF4-FFF2-40B4-BE49-F238E27FC236}">
                  <a16:creationId xmlns:a16="http://schemas.microsoft.com/office/drawing/2014/main" id="{A5DCE390-3470-60B9-7115-19FA1B71B096}"/>
                </a:ext>
              </a:extLst>
            </p:cNvPr>
            <p:cNvSpPr/>
            <p:nvPr userDrawn="1"/>
          </p:nvSpPr>
          <p:spPr>
            <a:xfrm>
              <a:off x="13351000" y="3775695"/>
              <a:ext cx="238539" cy="238539"/>
            </a:xfrm>
            <a:prstGeom prst="round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tlCol="0" anchor="t"/>
            <a:lstStyle/>
            <a:p>
              <a:pPr algn="ctr"/>
              <a:r>
                <a:rPr lang="en-US" sz="900" b="0" i="0">
                  <a:solidFill>
                    <a:srgbClr val="DF6838"/>
                  </a:solidFill>
                  <a:latin typeface="Noir Pro Medium" pitchFamily="2" charset="0"/>
                </a:rPr>
                <a:t>Aa</a:t>
              </a:r>
            </a:p>
          </p:txBody>
        </p:sp>
        <p:sp>
          <p:nvSpPr>
            <p:cNvPr id="67" name="Rounded Rectangle 214">
              <a:extLst>
                <a:ext uri="{FF2B5EF4-FFF2-40B4-BE49-F238E27FC236}">
                  <a16:creationId xmlns:a16="http://schemas.microsoft.com/office/drawing/2014/main" id="{68C1E09D-3833-CAAB-131F-D358DAA6980B}"/>
                </a:ext>
              </a:extLst>
            </p:cNvPr>
            <p:cNvSpPr/>
            <p:nvPr userDrawn="1"/>
          </p:nvSpPr>
          <p:spPr>
            <a:xfrm>
              <a:off x="12325443" y="3922877"/>
              <a:ext cx="190503" cy="63712"/>
            </a:xfrm>
            <a:prstGeom prst="roundRect">
              <a:avLst>
                <a:gd name="adj" fmla="val 50000"/>
              </a:avLst>
            </a:prstGeom>
            <a:solidFill>
              <a:srgbClr val="0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Rounded Rectangle 215">
              <a:extLst>
                <a:ext uri="{FF2B5EF4-FFF2-40B4-BE49-F238E27FC236}">
                  <a16:creationId xmlns:a16="http://schemas.microsoft.com/office/drawing/2014/main" id="{69411CC0-F2E9-D74A-E72E-104544893822}"/>
                </a:ext>
              </a:extLst>
            </p:cNvPr>
            <p:cNvSpPr/>
            <p:nvPr userDrawn="1"/>
          </p:nvSpPr>
          <p:spPr>
            <a:xfrm>
              <a:off x="12587837" y="3922877"/>
              <a:ext cx="190503" cy="63712"/>
            </a:xfrm>
            <a:prstGeom prst="roundRect">
              <a:avLst>
                <a:gd name="adj" fmla="val 50000"/>
              </a:avLst>
            </a:prstGeom>
            <a:solidFill>
              <a:srgbClr val="01010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ounded Rectangle 216">
              <a:extLst>
                <a:ext uri="{FF2B5EF4-FFF2-40B4-BE49-F238E27FC236}">
                  <a16:creationId xmlns:a16="http://schemas.microsoft.com/office/drawing/2014/main" id="{A64CD39D-2FB2-56BB-D82D-3B9A08CC2024}"/>
                </a:ext>
              </a:extLst>
            </p:cNvPr>
            <p:cNvSpPr/>
            <p:nvPr userDrawn="1"/>
          </p:nvSpPr>
          <p:spPr>
            <a:xfrm>
              <a:off x="12850231" y="3922877"/>
              <a:ext cx="190503" cy="63712"/>
            </a:xfrm>
            <a:prstGeom prst="roundRect">
              <a:avLst>
                <a:gd name="adj" fmla="val 50000"/>
              </a:avLst>
            </a:prstGeom>
            <a:solidFill>
              <a:srgbClr val="81818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ounded Rectangle 217">
              <a:extLst>
                <a:ext uri="{FF2B5EF4-FFF2-40B4-BE49-F238E27FC236}">
                  <a16:creationId xmlns:a16="http://schemas.microsoft.com/office/drawing/2014/main" id="{64AE64C0-3624-171F-D964-44BC4813602A}"/>
                </a:ext>
              </a:extLst>
            </p:cNvPr>
            <p:cNvSpPr/>
            <p:nvPr userDrawn="1"/>
          </p:nvSpPr>
          <p:spPr>
            <a:xfrm>
              <a:off x="13112625" y="3922877"/>
              <a:ext cx="190503" cy="63712"/>
            </a:xfrm>
            <a:prstGeom prst="roundRect">
              <a:avLst>
                <a:gd name="adj" fmla="val 50000"/>
              </a:avLst>
            </a:pr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ounded Rectangle 218">
              <a:extLst>
                <a:ext uri="{FF2B5EF4-FFF2-40B4-BE49-F238E27FC236}">
                  <a16:creationId xmlns:a16="http://schemas.microsoft.com/office/drawing/2014/main" id="{1A000064-1609-F577-6415-7091CBEDE533}"/>
                </a:ext>
              </a:extLst>
            </p:cNvPr>
            <p:cNvSpPr/>
            <p:nvPr userDrawn="1"/>
          </p:nvSpPr>
          <p:spPr>
            <a:xfrm>
              <a:off x="13375018" y="3922877"/>
              <a:ext cx="190503" cy="63712"/>
            </a:xfrm>
            <a:prstGeom prst="roundRect">
              <a:avLst>
                <a:gd name="adj" fmla="val 50000"/>
              </a:avLst>
            </a:prstGeom>
            <a:solidFill>
              <a:srgbClr val="DF683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219">
              <a:extLst>
                <a:ext uri="{FF2B5EF4-FFF2-40B4-BE49-F238E27FC236}">
                  <a16:creationId xmlns:a16="http://schemas.microsoft.com/office/drawing/2014/main" id="{F0F1E245-5644-29C8-5D09-4AD28DFE32BC}"/>
                </a:ext>
              </a:extLst>
            </p:cNvPr>
            <p:cNvSpPr txBox="1"/>
            <p:nvPr userDrawn="1"/>
          </p:nvSpPr>
          <p:spPr>
            <a:xfrm>
              <a:off x="12207792" y="1974299"/>
              <a:ext cx="720069" cy="200055"/>
            </a:xfrm>
            <a:prstGeom prst="rect">
              <a:avLst/>
            </a:prstGeom>
            <a:noFill/>
          </p:spPr>
          <p:txBody>
            <a:bodyPr wrap="none" rtlCol="0">
              <a:spAutoFit/>
            </a:bodyPr>
            <a:lstStyle/>
            <a:p>
              <a:r>
                <a:rPr lang="en-US" sz="700" b="0" i="0">
                  <a:solidFill>
                    <a:srgbClr val="929292"/>
                  </a:solidFill>
                  <a:latin typeface="Noir Pro Medium" pitchFamily="2" charset="0"/>
                </a:rPr>
                <a:t>GREY TONES</a:t>
              </a:r>
            </a:p>
          </p:txBody>
        </p:sp>
        <p:sp>
          <p:nvSpPr>
            <p:cNvPr id="73" name="TextBox 220">
              <a:extLst>
                <a:ext uri="{FF2B5EF4-FFF2-40B4-BE49-F238E27FC236}">
                  <a16:creationId xmlns:a16="http://schemas.microsoft.com/office/drawing/2014/main" id="{9B3ACD05-83E1-B63D-2342-1B96F229A331}"/>
                </a:ext>
              </a:extLst>
            </p:cNvPr>
            <p:cNvSpPr txBox="1"/>
            <p:nvPr userDrawn="1"/>
          </p:nvSpPr>
          <p:spPr>
            <a:xfrm>
              <a:off x="12207792" y="2430257"/>
              <a:ext cx="1253869" cy="200055"/>
            </a:xfrm>
            <a:prstGeom prst="rect">
              <a:avLst/>
            </a:prstGeom>
            <a:noFill/>
          </p:spPr>
          <p:txBody>
            <a:bodyPr wrap="none" rtlCol="0">
              <a:spAutoFit/>
            </a:bodyPr>
            <a:lstStyle/>
            <a:p>
              <a:r>
                <a:rPr lang="en-US" sz="700" b="0" i="0">
                  <a:solidFill>
                    <a:srgbClr val="929292"/>
                  </a:solidFill>
                  <a:latin typeface="Noir Pro Medium" pitchFamily="2" charset="0"/>
                </a:rPr>
                <a:t>BRAND IDENTITY COLORS</a:t>
              </a:r>
            </a:p>
          </p:txBody>
        </p:sp>
        <p:sp>
          <p:nvSpPr>
            <p:cNvPr id="74" name="TextBox 222">
              <a:extLst>
                <a:ext uri="{FF2B5EF4-FFF2-40B4-BE49-F238E27FC236}">
                  <a16:creationId xmlns:a16="http://schemas.microsoft.com/office/drawing/2014/main" id="{EE9FAF28-D693-B4DF-9C93-610F859816D4}"/>
                </a:ext>
              </a:extLst>
            </p:cNvPr>
            <p:cNvSpPr txBox="1"/>
            <p:nvPr userDrawn="1"/>
          </p:nvSpPr>
          <p:spPr>
            <a:xfrm>
              <a:off x="12207792" y="4531335"/>
              <a:ext cx="665567" cy="200055"/>
            </a:xfrm>
            <a:prstGeom prst="rect">
              <a:avLst/>
            </a:prstGeom>
            <a:noFill/>
          </p:spPr>
          <p:txBody>
            <a:bodyPr wrap="none" rtlCol="0">
              <a:spAutoFit/>
            </a:bodyPr>
            <a:lstStyle/>
            <a:p>
              <a:r>
                <a:rPr lang="en-US" sz="700" b="0" i="0">
                  <a:solidFill>
                    <a:srgbClr val="929292"/>
                  </a:solidFill>
                  <a:latin typeface="Noir Pro Medium" pitchFamily="2" charset="0"/>
                </a:rPr>
                <a:t>GRADIENTS</a:t>
              </a:r>
            </a:p>
          </p:txBody>
        </p:sp>
        <p:sp>
          <p:nvSpPr>
            <p:cNvPr id="75" name="TextBox 223">
              <a:extLst>
                <a:ext uri="{FF2B5EF4-FFF2-40B4-BE49-F238E27FC236}">
                  <a16:creationId xmlns:a16="http://schemas.microsoft.com/office/drawing/2014/main" id="{532903AF-05AE-3885-BAA4-322B8995C28C}"/>
                </a:ext>
              </a:extLst>
            </p:cNvPr>
            <p:cNvSpPr txBox="1"/>
            <p:nvPr userDrawn="1"/>
          </p:nvSpPr>
          <p:spPr>
            <a:xfrm>
              <a:off x="12207792" y="5252309"/>
              <a:ext cx="1168910" cy="200055"/>
            </a:xfrm>
            <a:prstGeom prst="rect">
              <a:avLst/>
            </a:prstGeom>
            <a:noFill/>
          </p:spPr>
          <p:txBody>
            <a:bodyPr wrap="none" rtlCol="0">
              <a:spAutoFit/>
            </a:bodyPr>
            <a:lstStyle/>
            <a:p>
              <a:r>
                <a:rPr lang="en-US" sz="700" b="0" i="0">
                  <a:solidFill>
                    <a:srgbClr val="929292"/>
                  </a:solidFill>
                  <a:latin typeface="Noir Pro Medium" pitchFamily="2" charset="0"/>
                </a:rPr>
                <a:t>TRAFFIC LIGHT COLORS</a:t>
              </a:r>
            </a:p>
          </p:txBody>
        </p:sp>
        <p:pic>
          <p:nvPicPr>
            <p:cNvPr id="76" name="Picture 2" descr="color picker&quot; Icon - Download for free – Iconduck">
              <a:extLst>
                <a:ext uri="{FF2B5EF4-FFF2-40B4-BE49-F238E27FC236}">
                  <a16:creationId xmlns:a16="http://schemas.microsoft.com/office/drawing/2014/main" id="{23F6E868-1116-1B8A-620B-6BAD1BD6A20A}"/>
                </a:ext>
              </a:extLst>
            </p:cNvPr>
            <p:cNvPicPr>
              <a:picLocks noChangeAspect="1" noChangeArrowheads="1"/>
            </p:cNvPicPr>
            <p:nvPr userDrawn="1"/>
          </p:nvPicPr>
          <p:blipFill>
            <a:blip r:embed="rId12">
              <a:extLst>
                <a:ext uri="{BEBA8EAE-BF5A-486C-A8C5-ECC9F3942E4B}">
                  <a14:imgProps xmlns:a14="http://schemas.microsoft.com/office/drawing/2010/main">
                    <a14:imgLayer r:embed="rId13">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3543048" y="1646506"/>
              <a:ext cx="178747" cy="178581"/>
            </a:xfrm>
            <a:prstGeom prst="rect">
              <a:avLst/>
            </a:prstGeom>
            <a:noFill/>
            <a:extLst>
              <a:ext uri="{909E8E84-426E-40DD-AFC4-6F175D3DCCD1}">
                <a14:hiddenFill xmlns:a14="http://schemas.microsoft.com/office/drawing/2010/main">
                  <a:solidFill>
                    <a:srgbClr val="FFFFFF"/>
                  </a:solidFill>
                </a14:hiddenFill>
              </a:ext>
            </a:extLst>
          </p:spPr>
        </p:pic>
        <p:grpSp>
          <p:nvGrpSpPr>
            <p:cNvPr id="77" name="Groep 76">
              <a:extLst>
                <a:ext uri="{FF2B5EF4-FFF2-40B4-BE49-F238E27FC236}">
                  <a16:creationId xmlns:a16="http://schemas.microsoft.com/office/drawing/2014/main" id="{F31EA8A8-E086-ACEA-ECF0-522E2C541E96}"/>
                </a:ext>
              </a:extLst>
            </p:cNvPr>
            <p:cNvGrpSpPr/>
            <p:nvPr userDrawn="1"/>
          </p:nvGrpSpPr>
          <p:grpSpPr>
            <a:xfrm>
              <a:off x="12301425" y="3311063"/>
              <a:ext cx="1288114" cy="238539"/>
              <a:chOff x="12298208" y="5356993"/>
              <a:chExt cx="1288114" cy="238539"/>
            </a:xfrm>
          </p:grpSpPr>
          <p:sp>
            <p:nvSpPr>
              <p:cNvPr id="166" name="Rounded Rectangle 192">
                <a:extLst>
                  <a:ext uri="{FF2B5EF4-FFF2-40B4-BE49-F238E27FC236}">
                    <a16:creationId xmlns:a16="http://schemas.microsoft.com/office/drawing/2014/main" id="{B8C17B6C-95F1-DA64-2149-13139F25FCE5}"/>
                  </a:ext>
                </a:extLst>
              </p:cNvPr>
              <p:cNvSpPr/>
              <p:nvPr userDrawn="1"/>
            </p:nvSpPr>
            <p:spPr>
              <a:xfrm>
                <a:off x="12298208" y="5356993"/>
                <a:ext cx="238539" cy="238539"/>
              </a:xfrm>
              <a:prstGeom prst="roundRect">
                <a:avLst/>
              </a:prstGeom>
              <a:solidFill>
                <a:srgbClr val="141630"/>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1</a:t>
                </a:r>
              </a:p>
            </p:txBody>
          </p:sp>
          <p:sp>
            <p:nvSpPr>
              <p:cNvPr id="168" name="Rounded Rectangle 192">
                <a:extLst>
                  <a:ext uri="{FF2B5EF4-FFF2-40B4-BE49-F238E27FC236}">
                    <a16:creationId xmlns:a16="http://schemas.microsoft.com/office/drawing/2014/main" id="{36B12598-ABAB-BB52-5ABC-90E0C03CA2C8}"/>
                  </a:ext>
                </a:extLst>
              </p:cNvPr>
              <p:cNvSpPr/>
              <p:nvPr userDrawn="1"/>
            </p:nvSpPr>
            <p:spPr>
              <a:xfrm>
                <a:off x="12403166" y="5356993"/>
                <a:ext cx="238539" cy="238539"/>
              </a:xfrm>
              <a:prstGeom prst="roundRect">
                <a:avLst/>
              </a:prstGeom>
              <a:solidFill>
                <a:srgbClr val="37302D"/>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2</a:t>
                </a:r>
              </a:p>
            </p:txBody>
          </p:sp>
          <p:sp>
            <p:nvSpPr>
              <p:cNvPr id="169" name="Rounded Rectangle 192">
                <a:extLst>
                  <a:ext uri="{FF2B5EF4-FFF2-40B4-BE49-F238E27FC236}">
                    <a16:creationId xmlns:a16="http://schemas.microsoft.com/office/drawing/2014/main" id="{D3E29FEF-87F9-6E63-B456-B04622A98A1D}"/>
                  </a:ext>
                </a:extLst>
              </p:cNvPr>
              <p:cNvSpPr/>
              <p:nvPr userDrawn="1"/>
            </p:nvSpPr>
            <p:spPr>
              <a:xfrm>
                <a:off x="12508124" y="5356993"/>
                <a:ext cx="238539" cy="238539"/>
              </a:xfrm>
              <a:prstGeom prst="roundRect">
                <a:avLst/>
              </a:prstGeom>
              <a:solidFill>
                <a:srgbClr val="615228"/>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3</a:t>
                </a:r>
              </a:p>
            </p:txBody>
          </p:sp>
          <p:sp>
            <p:nvSpPr>
              <p:cNvPr id="170" name="Rounded Rectangle 192">
                <a:extLst>
                  <a:ext uri="{FF2B5EF4-FFF2-40B4-BE49-F238E27FC236}">
                    <a16:creationId xmlns:a16="http://schemas.microsoft.com/office/drawing/2014/main" id="{78978BD5-3C37-8913-DA44-00E9226BE8C1}"/>
                  </a:ext>
                </a:extLst>
              </p:cNvPr>
              <p:cNvSpPr/>
              <p:nvPr userDrawn="1"/>
            </p:nvSpPr>
            <p:spPr>
              <a:xfrm>
                <a:off x="12613082" y="5356993"/>
                <a:ext cx="238539" cy="238539"/>
              </a:xfrm>
              <a:prstGeom prst="roundRect">
                <a:avLst/>
              </a:prstGeom>
              <a:solidFill>
                <a:srgbClr val="967B22"/>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4</a:t>
                </a:r>
              </a:p>
            </p:txBody>
          </p:sp>
          <p:sp>
            <p:nvSpPr>
              <p:cNvPr id="171" name="Rounded Rectangle 192">
                <a:extLst>
                  <a:ext uri="{FF2B5EF4-FFF2-40B4-BE49-F238E27FC236}">
                    <a16:creationId xmlns:a16="http://schemas.microsoft.com/office/drawing/2014/main" id="{D7FB2207-3BCF-44D4-7503-1674C19656C1}"/>
                  </a:ext>
                </a:extLst>
              </p:cNvPr>
              <p:cNvSpPr/>
              <p:nvPr userDrawn="1"/>
            </p:nvSpPr>
            <p:spPr>
              <a:xfrm>
                <a:off x="12718040" y="5356993"/>
                <a:ext cx="238539" cy="238539"/>
              </a:xfrm>
              <a:prstGeom prst="roundRect">
                <a:avLst/>
              </a:prstGeom>
              <a:solidFill>
                <a:srgbClr val="D7AE1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0" tIns="0" bIns="0" rtlCol="0" anchor="b"/>
              <a:lstStyle/>
              <a:p>
                <a:pPr algn="l"/>
                <a:r>
                  <a:rPr lang="en-US" sz="800" b="0" i="0">
                    <a:latin typeface="Noir Pro" pitchFamily="2" charset="0"/>
                  </a:rPr>
                  <a:t>5</a:t>
                </a:r>
              </a:p>
            </p:txBody>
          </p:sp>
          <p:sp>
            <p:nvSpPr>
              <p:cNvPr id="172" name="Rounded Rectangle 192">
                <a:extLst>
                  <a:ext uri="{FF2B5EF4-FFF2-40B4-BE49-F238E27FC236}">
                    <a16:creationId xmlns:a16="http://schemas.microsoft.com/office/drawing/2014/main" id="{ECC2367D-52EE-AB50-05C5-5B69A7B1E8BE}"/>
                  </a:ext>
                </a:extLst>
              </p:cNvPr>
              <p:cNvSpPr/>
              <p:nvPr userDrawn="1"/>
            </p:nvSpPr>
            <p:spPr>
              <a:xfrm>
                <a:off x="13347783" y="5356993"/>
                <a:ext cx="238539" cy="238539"/>
              </a:xfrm>
              <a:prstGeom prst="roundRect">
                <a:avLst/>
              </a:prstGeom>
              <a:solidFill>
                <a:srgbClr val="F8EBC6"/>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11</a:t>
                </a:r>
              </a:p>
            </p:txBody>
          </p:sp>
          <p:sp>
            <p:nvSpPr>
              <p:cNvPr id="173" name="Rounded Rectangle 192">
                <a:extLst>
                  <a:ext uri="{FF2B5EF4-FFF2-40B4-BE49-F238E27FC236}">
                    <a16:creationId xmlns:a16="http://schemas.microsoft.com/office/drawing/2014/main" id="{37B9DC88-97CF-25EB-6762-0726E9BDC0C1}"/>
                  </a:ext>
                </a:extLst>
              </p:cNvPr>
              <p:cNvSpPr/>
              <p:nvPr userDrawn="1"/>
            </p:nvSpPr>
            <p:spPr>
              <a:xfrm>
                <a:off x="13242830" y="5356993"/>
                <a:ext cx="238539" cy="238539"/>
              </a:xfrm>
              <a:prstGeom prst="roundRect">
                <a:avLst/>
              </a:prstGeom>
              <a:solidFill>
                <a:srgbClr val="F8E39C"/>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10</a:t>
                </a:r>
              </a:p>
            </p:txBody>
          </p:sp>
          <p:sp>
            <p:nvSpPr>
              <p:cNvPr id="174" name="Rounded Rectangle 192">
                <a:extLst>
                  <a:ext uri="{FF2B5EF4-FFF2-40B4-BE49-F238E27FC236}">
                    <a16:creationId xmlns:a16="http://schemas.microsoft.com/office/drawing/2014/main" id="{C02FBA8A-51FC-469B-7039-7F51C91BA80A}"/>
                  </a:ext>
                </a:extLst>
              </p:cNvPr>
              <p:cNvSpPr/>
              <p:nvPr userDrawn="1"/>
            </p:nvSpPr>
            <p:spPr>
              <a:xfrm>
                <a:off x="13137872" y="5356993"/>
                <a:ext cx="238539" cy="238539"/>
              </a:xfrm>
              <a:prstGeom prst="roundRect">
                <a:avLst/>
              </a:prstGeom>
              <a:solidFill>
                <a:srgbClr val="F8DB6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9</a:t>
                </a:r>
              </a:p>
            </p:txBody>
          </p:sp>
          <p:sp>
            <p:nvSpPr>
              <p:cNvPr id="175" name="Rounded Rectangle 192">
                <a:extLst>
                  <a:ext uri="{FF2B5EF4-FFF2-40B4-BE49-F238E27FC236}">
                    <a16:creationId xmlns:a16="http://schemas.microsoft.com/office/drawing/2014/main" id="{5E9E90E0-B2F4-278F-23E6-307016E5080D}"/>
                  </a:ext>
                </a:extLst>
              </p:cNvPr>
              <p:cNvSpPr/>
              <p:nvPr userDrawn="1"/>
            </p:nvSpPr>
            <p:spPr>
              <a:xfrm>
                <a:off x="13032914" y="5356993"/>
                <a:ext cx="238539" cy="238539"/>
              </a:xfrm>
              <a:prstGeom prst="roundRect">
                <a:avLst/>
              </a:prstGeom>
              <a:solidFill>
                <a:srgbClr val="F7D55B"/>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tIns="0" rIns="0" bIns="0" rtlCol="0" anchor="b"/>
              <a:lstStyle/>
              <a:p>
                <a:pPr algn="r"/>
                <a:r>
                  <a:rPr lang="en-US" sz="800" b="0" i="0">
                    <a:solidFill>
                      <a:schemeClr val="tx1"/>
                    </a:solidFill>
                    <a:latin typeface="Noir Pro" pitchFamily="2" charset="0"/>
                  </a:rPr>
                  <a:t>8</a:t>
                </a:r>
              </a:p>
            </p:txBody>
          </p:sp>
          <p:sp>
            <p:nvSpPr>
              <p:cNvPr id="176" name="Rounded Rectangle 192">
                <a:extLst>
                  <a:ext uri="{FF2B5EF4-FFF2-40B4-BE49-F238E27FC236}">
                    <a16:creationId xmlns:a16="http://schemas.microsoft.com/office/drawing/2014/main" id="{16687647-6478-92CD-986E-D946FC435D7B}"/>
                  </a:ext>
                </a:extLst>
              </p:cNvPr>
              <p:cNvSpPr/>
              <p:nvPr userDrawn="1"/>
            </p:nvSpPr>
            <p:spPr>
              <a:xfrm>
                <a:off x="12927956" y="5356993"/>
                <a:ext cx="238539" cy="238539"/>
              </a:xfrm>
              <a:prstGeom prst="roundRect">
                <a:avLst/>
              </a:prstGeom>
              <a:solidFill>
                <a:srgbClr val="FAD33E"/>
              </a:solidFill>
              <a:ln>
                <a:noFill/>
              </a:ln>
            </p:spPr>
            <p:style>
              <a:lnRef idx="2">
                <a:schemeClr val="accent1">
                  <a:shade val="15000"/>
                </a:schemeClr>
              </a:lnRef>
              <a:fillRef idx="1">
                <a:schemeClr val="accent1"/>
              </a:fillRef>
              <a:effectRef idx="0">
                <a:schemeClr val="accent1"/>
              </a:effectRef>
              <a:fontRef idx="minor">
                <a:schemeClr val="lt1"/>
              </a:fontRef>
            </p:style>
            <p:txBody>
              <a:bodyPr wrap="none" lIns="90000" tIns="0" rIns="0" bIns="0" rtlCol="0" anchor="b"/>
              <a:lstStyle/>
              <a:p>
                <a:pPr algn="r"/>
                <a:r>
                  <a:rPr lang="en-US" sz="800" b="0" i="0">
                    <a:solidFill>
                      <a:schemeClr val="tx1"/>
                    </a:solidFill>
                    <a:latin typeface="Noir Pro" pitchFamily="2" charset="0"/>
                  </a:rPr>
                  <a:t>7</a:t>
                </a:r>
              </a:p>
            </p:txBody>
          </p:sp>
          <p:sp>
            <p:nvSpPr>
              <p:cNvPr id="177" name="Rounded Rectangle 192">
                <a:extLst>
                  <a:ext uri="{FF2B5EF4-FFF2-40B4-BE49-F238E27FC236}">
                    <a16:creationId xmlns:a16="http://schemas.microsoft.com/office/drawing/2014/main" id="{80FE8FE1-791A-9434-4D19-F472500A6CD5}"/>
                  </a:ext>
                </a:extLst>
              </p:cNvPr>
              <p:cNvSpPr/>
              <p:nvPr userDrawn="1"/>
            </p:nvSpPr>
            <p:spPr>
              <a:xfrm>
                <a:off x="12822998" y="5356993"/>
                <a:ext cx="238539" cy="238539"/>
              </a:xfrm>
              <a:prstGeom prst="roundRect">
                <a:avLst/>
              </a:prstGeom>
              <a:solidFill>
                <a:srgbClr val="F8C716"/>
              </a:solidFill>
              <a:ln w="1905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none" tIns="0" bIns="0" rtlCol="0" anchor="b"/>
              <a:lstStyle/>
              <a:p>
                <a:pPr algn="ctr"/>
                <a:r>
                  <a:rPr lang="en-US" sz="800" b="0" i="0">
                    <a:latin typeface="Noir Pro" pitchFamily="2" charset="0"/>
                  </a:rPr>
                  <a:t>6</a:t>
                </a:r>
              </a:p>
            </p:txBody>
          </p:sp>
        </p:grpSp>
        <p:sp>
          <p:nvSpPr>
            <p:cNvPr id="78" name="TextBox 220">
              <a:extLst>
                <a:ext uri="{FF2B5EF4-FFF2-40B4-BE49-F238E27FC236}">
                  <a16:creationId xmlns:a16="http://schemas.microsoft.com/office/drawing/2014/main" id="{1A7CE972-4F3D-F1CD-7387-FB6FF9C29740}"/>
                </a:ext>
              </a:extLst>
            </p:cNvPr>
            <p:cNvSpPr txBox="1"/>
            <p:nvPr userDrawn="1"/>
          </p:nvSpPr>
          <p:spPr>
            <a:xfrm>
              <a:off x="12207792" y="2884595"/>
              <a:ext cx="1555234" cy="200055"/>
            </a:xfrm>
            <a:prstGeom prst="rect">
              <a:avLst/>
            </a:prstGeom>
            <a:noFill/>
          </p:spPr>
          <p:txBody>
            <a:bodyPr wrap="none" rtlCol="0">
              <a:spAutoFit/>
            </a:bodyPr>
            <a:lstStyle/>
            <a:p>
              <a:r>
                <a:rPr lang="en-US" sz="700" b="0" i="0">
                  <a:solidFill>
                    <a:srgbClr val="929292"/>
                  </a:solidFill>
                  <a:latin typeface="Noir Pro Medium" pitchFamily="2" charset="0"/>
                </a:rPr>
                <a:t>MAIN COLORS – COLOR GRADES</a:t>
              </a:r>
            </a:p>
          </p:txBody>
        </p:sp>
        <p:grpSp>
          <p:nvGrpSpPr>
            <p:cNvPr id="79" name="Groep 78">
              <a:extLst>
                <a:ext uri="{FF2B5EF4-FFF2-40B4-BE49-F238E27FC236}">
                  <a16:creationId xmlns:a16="http://schemas.microsoft.com/office/drawing/2014/main" id="{1D432735-A782-ABC3-17B6-FA9E09C3245C}"/>
                </a:ext>
              </a:extLst>
            </p:cNvPr>
            <p:cNvGrpSpPr/>
            <p:nvPr userDrawn="1"/>
          </p:nvGrpSpPr>
          <p:grpSpPr>
            <a:xfrm>
              <a:off x="12301425" y="4952389"/>
              <a:ext cx="238539" cy="238539"/>
              <a:chOff x="12301425" y="4952389"/>
              <a:chExt cx="238539" cy="238539"/>
            </a:xfrm>
          </p:grpSpPr>
          <p:sp>
            <p:nvSpPr>
              <p:cNvPr id="164" name="Vrije vorm 163">
                <a:extLst>
                  <a:ext uri="{FF2B5EF4-FFF2-40B4-BE49-F238E27FC236}">
                    <a16:creationId xmlns:a16="http://schemas.microsoft.com/office/drawing/2014/main" id="{0BCE77C2-A60C-733F-77A8-4C7D8DA88A73}"/>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65" name="Vrije vorm 164">
                <a:extLst>
                  <a:ext uri="{FF2B5EF4-FFF2-40B4-BE49-F238E27FC236}">
                    <a16:creationId xmlns:a16="http://schemas.microsoft.com/office/drawing/2014/main" id="{FB6B2B1C-F6EB-2DF4-5BCB-05F9DC00816F}"/>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E88C3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0" name="Groep 79">
              <a:extLst>
                <a:ext uri="{FF2B5EF4-FFF2-40B4-BE49-F238E27FC236}">
                  <a16:creationId xmlns:a16="http://schemas.microsoft.com/office/drawing/2014/main" id="{3A878E05-833C-84F1-2722-311B1F56AF37}"/>
                </a:ext>
              </a:extLst>
            </p:cNvPr>
            <p:cNvGrpSpPr/>
            <p:nvPr userDrawn="1"/>
          </p:nvGrpSpPr>
          <p:grpSpPr>
            <a:xfrm>
              <a:off x="12563819" y="4952389"/>
              <a:ext cx="238539" cy="238539"/>
              <a:chOff x="12301425" y="4952389"/>
              <a:chExt cx="238539" cy="238539"/>
            </a:xfrm>
          </p:grpSpPr>
          <p:sp>
            <p:nvSpPr>
              <p:cNvPr id="162" name="Vrije vorm 161">
                <a:extLst>
                  <a:ext uri="{FF2B5EF4-FFF2-40B4-BE49-F238E27FC236}">
                    <a16:creationId xmlns:a16="http://schemas.microsoft.com/office/drawing/2014/main" id="{F94DBF3B-A91F-958A-FE83-3CF6E9BEE744}"/>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00215E"/>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163" name="Vrije vorm 162">
                <a:extLst>
                  <a:ext uri="{FF2B5EF4-FFF2-40B4-BE49-F238E27FC236}">
                    <a16:creationId xmlns:a16="http://schemas.microsoft.com/office/drawing/2014/main" id="{7FCC9B00-39DD-AA21-19B0-87024347EEB0}"/>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1864FF"/>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1" name="Groep 80">
              <a:extLst>
                <a:ext uri="{FF2B5EF4-FFF2-40B4-BE49-F238E27FC236}">
                  <a16:creationId xmlns:a16="http://schemas.microsoft.com/office/drawing/2014/main" id="{D81E6FB5-8C0C-93DB-19BE-6CEAAE9AD2B8}"/>
                </a:ext>
              </a:extLst>
            </p:cNvPr>
            <p:cNvGrpSpPr/>
            <p:nvPr userDrawn="1"/>
          </p:nvGrpSpPr>
          <p:grpSpPr>
            <a:xfrm>
              <a:off x="12826213" y="4952389"/>
              <a:ext cx="238539" cy="238539"/>
              <a:chOff x="12301425" y="4952389"/>
              <a:chExt cx="238539" cy="238539"/>
            </a:xfrm>
          </p:grpSpPr>
          <p:sp>
            <p:nvSpPr>
              <p:cNvPr id="88" name="Vrije vorm 87">
                <a:extLst>
                  <a:ext uri="{FF2B5EF4-FFF2-40B4-BE49-F238E27FC236}">
                    <a16:creationId xmlns:a16="http://schemas.microsoft.com/office/drawing/2014/main" id="{51459798-B629-5470-40EC-C341AE6A74A7}"/>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F8C716"/>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9" name="Vrije vorm 88">
                <a:extLst>
                  <a:ext uri="{FF2B5EF4-FFF2-40B4-BE49-F238E27FC236}">
                    <a16:creationId xmlns:a16="http://schemas.microsoft.com/office/drawing/2014/main" id="{25730F84-A122-0AC6-5038-A39F56E392A6}"/>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DF6738"/>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2" name="Groep 81">
              <a:extLst>
                <a:ext uri="{FF2B5EF4-FFF2-40B4-BE49-F238E27FC236}">
                  <a16:creationId xmlns:a16="http://schemas.microsoft.com/office/drawing/2014/main" id="{36C419D2-C547-B386-61DE-F0FCBF353C38}"/>
                </a:ext>
              </a:extLst>
            </p:cNvPr>
            <p:cNvGrpSpPr/>
            <p:nvPr userDrawn="1"/>
          </p:nvGrpSpPr>
          <p:grpSpPr>
            <a:xfrm>
              <a:off x="13088607" y="4952389"/>
              <a:ext cx="238539" cy="238539"/>
              <a:chOff x="12301425" y="4952389"/>
              <a:chExt cx="238539" cy="238539"/>
            </a:xfrm>
          </p:grpSpPr>
          <p:sp>
            <p:nvSpPr>
              <p:cNvPr id="86" name="Vrije vorm 85">
                <a:extLst>
                  <a:ext uri="{FF2B5EF4-FFF2-40B4-BE49-F238E27FC236}">
                    <a16:creationId xmlns:a16="http://schemas.microsoft.com/office/drawing/2014/main" id="{C0637B30-707A-A7AF-302F-314DB6767AA5}"/>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C7CD59"/>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7" name="Vrije vorm 86">
                <a:extLst>
                  <a:ext uri="{FF2B5EF4-FFF2-40B4-BE49-F238E27FC236}">
                    <a16:creationId xmlns:a16="http://schemas.microsoft.com/office/drawing/2014/main" id="{7B8AFFE5-2A23-17D0-7E3B-B323C677148A}"/>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FBDE7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nvGrpSpPr>
            <p:cNvPr id="83" name="Groep 82">
              <a:extLst>
                <a:ext uri="{FF2B5EF4-FFF2-40B4-BE49-F238E27FC236}">
                  <a16:creationId xmlns:a16="http://schemas.microsoft.com/office/drawing/2014/main" id="{504D5F69-9CE3-DC42-24D5-CEA886340DDC}"/>
                </a:ext>
              </a:extLst>
            </p:cNvPr>
            <p:cNvGrpSpPr/>
            <p:nvPr userDrawn="1"/>
          </p:nvGrpSpPr>
          <p:grpSpPr>
            <a:xfrm>
              <a:off x="13351000" y="4952389"/>
              <a:ext cx="238539" cy="238539"/>
              <a:chOff x="12301425" y="4952389"/>
              <a:chExt cx="238539" cy="238539"/>
            </a:xfrm>
          </p:grpSpPr>
          <p:sp>
            <p:nvSpPr>
              <p:cNvPr id="84" name="Vrije vorm 83">
                <a:extLst>
                  <a:ext uri="{FF2B5EF4-FFF2-40B4-BE49-F238E27FC236}">
                    <a16:creationId xmlns:a16="http://schemas.microsoft.com/office/drawing/2014/main" id="{AC226D79-8B87-A238-69F1-D4E11903FEDC}"/>
                  </a:ext>
                </a:extLst>
              </p:cNvPr>
              <p:cNvSpPr/>
              <p:nvPr userDrawn="1"/>
            </p:nvSpPr>
            <p:spPr>
              <a:xfrm>
                <a:off x="12301425" y="4952389"/>
                <a:ext cx="118800" cy="238539"/>
              </a:xfrm>
              <a:custGeom>
                <a:avLst/>
                <a:gdLst>
                  <a:gd name="connsiteX0" fmla="*/ 39757 w 118800"/>
                  <a:gd name="connsiteY0" fmla="*/ 0 h 238539"/>
                  <a:gd name="connsiteX1" fmla="*/ 118800 w 118800"/>
                  <a:gd name="connsiteY1" fmla="*/ 0 h 238539"/>
                  <a:gd name="connsiteX2" fmla="*/ 118800 w 118800"/>
                  <a:gd name="connsiteY2" fmla="*/ 238539 h 238539"/>
                  <a:gd name="connsiteX3" fmla="*/ 39757 w 118800"/>
                  <a:gd name="connsiteY3" fmla="*/ 238539 h 238539"/>
                  <a:gd name="connsiteX4" fmla="*/ 0 w 118800"/>
                  <a:gd name="connsiteY4" fmla="*/ 198782 h 238539"/>
                  <a:gd name="connsiteX5" fmla="*/ 0 w 118800"/>
                  <a:gd name="connsiteY5" fmla="*/ 39757 h 238539"/>
                  <a:gd name="connsiteX6" fmla="*/ 39757 w 118800"/>
                  <a:gd name="connsiteY6" fmla="*/ 0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18800" h="238539">
                    <a:moveTo>
                      <a:pt x="39757" y="0"/>
                    </a:moveTo>
                    <a:lnTo>
                      <a:pt x="118800" y="0"/>
                    </a:lnTo>
                    <a:lnTo>
                      <a:pt x="118800" y="238539"/>
                    </a:lnTo>
                    <a:lnTo>
                      <a:pt x="39757" y="238539"/>
                    </a:lnTo>
                    <a:cubicBezTo>
                      <a:pt x="17800" y="238539"/>
                      <a:pt x="0" y="220739"/>
                      <a:pt x="0" y="198782"/>
                    </a:cubicBezTo>
                    <a:lnTo>
                      <a:pt x="0" y="39757"/>
                    </a:lnTo>
                    <a:cubicBezTo>
                      <a:pt x="0" y="17800"/>
                      <a:pt x="17800" y="0"/>
                      <a:pt x="39757" y="0"/>
                    </a:cubicBezTo>
                    <a:close/>
                  </a:path>
                </a:pathLst>
              </a:custGeom>
              <a:solidFill>
                <a:srgbClr val="93D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sp>
            <p:nvSpPr>
              <p:cNvPr id="85" name="Vrije vorm 84">
                <a:extLst>
                  <a:ext uri="{FF2B5EF4-FFF2-40B4-BE49-F238E27FC236}">
                    <a16:creationId xmlns:a16="http://schemas.microsoft.com/office/drawing/2014/main" id="{E6B74D41-69E9-7DBE-B53A-F52ABDDE94D8}"/>
                  </a:ext>
                </a:extLst>
              </p:cNvPr>
              <p:cNvSpPr/>
              <p:nvPr userDrawn="1"/>
            </p:nvSpPr>
            <p:spPr>
              <a:xfrm>
                <a:off x="12420225" y="4952389"/>
                <a:ext cx="119739" cy="238539"/>
              </a:xfrm>
              <a:custGeom>
                <a:avLst/>
                <a:gdLst>
                  <a:gd name="connsiteX0" fmla="*/ 0 w 119739"/>
                  <a:gd name="connsiteY0" fmla="*/ 0 h 238539"/>
                  <a:gd name="connsiteX1" fmla="*/ 79982 w 119739"/>
                  <a:gd name="connsiteY1" fmla="*/ 0 h 238539"/>
                  <a:gd name="connsiteX2" fmla="*/ 119739 w 119739"/>
                  <a:gd name="connsiteY2" fmla="*/ 39757 h 238539"/>
                  <a:gd name="connsiteX3" fmla="*/ 119739 w 119739"/>
                  <a:gd name="connsiteY3" fmla="*/ 198782 h 238539"/>
                  <a:gd name="connsiteX4" fmla="*/ 79982 w 119739"/>
                  <a:gd name="connsiteY4" fmla="*/ 238539 h 238539"/>
                  <a:gd name="connsiteX5" fmla="*/ 0 w 119739"/>
                  <a:gd name="connsiteY5" fmla="*/ 238539 h 2385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19739" h="238539">
                    <a:moveTo>
                      <a:pt x="0" y="0"/>
                    </a:moveTo>
                    <a:lnTo>
                      <a:pt x="79982" y="0"/>
                    </a:lnTo>
                    <a:cubicBezTo>
                      <a:pt x="101939" y="0"/>
                      <a:pt x="119739" y="17800"/>
                      <a:pt x="119739" y="39757"/>
                    </a:cubicBezTo>
                    <a:lnTo>
                      <a:pt x="119739" y="198782"/>
                    </a:lnTo>
                    <a:cubicBezTo>
                      <a:pt x="119739" y="220739"/>
                      <a:pt x="101939" y="238539"/>
                      <a:pt x="79982" y="238539"/>
                    </a:cubicBezTo>
                    <a:lnTo>
                      <a:pt x="0" y="238539"/>
                    </a:lnTo>
                    <a:close/>
                  </a:path>
                </a:pathLst>
              </a:custGeom>
              <a:solidFill>
                <a:srgbClr val="00B250"/>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tIns="0" rtlCol="0" anchor="t">
                <a:noAutofit/>
              </a:bodyPr>
              <a:lstStyle/>
              <a:p>
                <a:pPr lvl="0" algn="ctr"/>
                <a:endParaRPr lang="en-US" sz="900" b="0" i="0">
                  <a:latin typeface="Noir Pro Medium" pitchFamily="2" charset="0"/>
                </a:endParaRPr>
              </a:p>
            </p:txBody>
          </p:sp>
        </p:grpSp>
      </p:grpSp>
    </p:spTree>
    <p:extLst>
      <p:ext uri="{BB962C8B-B14F-4D97-AF65-F5344CB8AC3E}">
        <p14:creationId xmlns:p14="http://schemas.microsoft.com/office/powerpoint/2010/main" val="913654859"/>
      </p:ext>
    </p:extLst>
  </p:cSld>
  <p:clrMap bg1="lt1" tx1="dk1" bg2="lt2" tx2="dk2" accent1="accent1" accent2="accent2" accent3="accent3" accent4="accent4" accent5="accent5" accent6="accent6" hlink="hlink" folHlink="folHlink"/>
  <p:sldLayoutIdLst>
    <p:sldLayoutId id="2147483752" r:id="rId1"/>
    <p:sldLayoutId id="2147483753" r:id="rId2"/>
    <p:sldLayoutId id="2147483754" r:id="rId3"/>
    <p:sldLayoutId id="2147483755" r:id="rId4"/>
    <p:sldLayoutId id="2147483771" r:id="rId5"/>
    <p:sldLayoutId id="2147483759" r:id="rId6"/>
    <p:sldLayoutId id="2147483757" r:id="rId7"/>
  </p:sldLayoutIdLst>
  <p:hf hdr="0" dt="0"/>
  <p:txStyles>
    <p:titleStyle>
      <a:lvl1pPr marL="0" indent="0" algn="l" defTabSz="914400" rtl="0" eaLnBrk="1" latinLnBrk="0" hangingPunct="1">
        <a:lnSpc>
          <a:spcPct val="100000"/>
        </a:lnSpc>
        <a:spcBef>
          <a:spcPts val="0"/>
        </a:spcBef>
        <a:buNone/>
        <a:defRPr lang="en-US" sz="2000" b="0" i="0" kern="1200" spc="0" smtClean="0">
          <a:solidFill>
            <a:srgbClr val="FFFFFF"/>
          </a:solidFill>
          <a:latin typeface="Noir Pro Medium" pitchFamily="2" charset="0"/>
          <a:ea typeface="+mn-ea"/>
          <a:cs typeface="+mn-cs"/>
        </a:defRPr>
      </a:lvl1pPr>
    </p:titleStyle>
    <p:bodyStyle>
      <a:lvl1pPr marL="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defRPr lang="en-US" sz="1600" kern="1200" smtClean="0">
          <a:solidFill>
            <a:schemeClr val="bg1"/>
          </a:solidFill>
          <a:latin typeface="+mn-lt"/>
          <a:ea typeface="+mn-ea"/>
          <a:cs typeface="+mn-cs"/>
        </a:defRPr>
      </a:lvl1pPr>
      <a:lvl2pPr marL="540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2pPr>
      <a:lvl3pPr marL="792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3pPr>
      <a:lvl4pPr marL="1044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4pPr>
      <a:lvl5pPr marL="1296000" indent="-284400" algn="l" defTabSz="914400" rtl="0" eaLnBrk="1" latinLnBrk="0" hangingPunct="1">
        <a:lnSpc>
          <a:spcPct val="114000"/>
        </a:lnSpc>
        <a:spcBef>
          <a:spcPts val="0"/>
        </a:spcBef>
        <a:spcAft>
          <a:spcPts val="600"/>
        </a:spcAft>
        <a:buClr>
          <a:srgbClr val="F8C716"/>
        </a:buClr>
        <a:buFont typeface="Arial" panose="020B0604020202020204" pitchFamily="34" charset="0"/>
        <a:buChar char="•"/>
        <a:tabLst/>
        <a:defRPr lang="en-US" sz="1600" kern="1200" smtClean="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90" userDrawn="1">
          <p15:clr>
            <a:srgbClr val="F26B43"/>
          </p15:clr>
        </p15:guide>
        <p15:guide id="2" pos="98" userDrawn="1">
          <p15:clr>
            <a:srgbClr val="F26B43"/>
          </p15:clr>
        </p15:guide>
        <p15:guide id="3" pos="234" userDrawn="1">
          <p15:clr>
            <a:srgbClr val="5ACBF0"/>
          </p15:clr>
        </p15:guide>
        <p15:guide id="4" orient="horz" pos="3941" userDrawn="1">
          <p15:clr>
            <a:srgbClr val="5ACBF0"/>
          </p15:clr>
        </p15:guide>
        <p15:guide id="5" orient="horz" pos="4024" userDrawn="1">
          <p15:clr>
            <a:srgbClr val="F26B43"/>
          </p15:clr>
        </p15:guide>
        <p15:guide id="6" pos="7446" userDrawn="1">
          <p15:clr>
            <a:srgbClr val="5ACBF0"/>
          </p15:clr>
        </p15:guide>
        <p15:guide id="7" pos="7582"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xml"/><Relationship Id="rId1" Type="http://schemas.openxmlformats.org/officeDocument/2006/relationships/slideLayout" Target="../slideLayouts/slideLayout10.xml"/><Relationship Id="rId4" Type="http://schemas.openxmlformats.org/officeDocument/2006/relationships/image" Target="../media/image39.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3.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5.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7.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10.xml"/><Relationship Id="rId4" Type="http://schemas.openxmlformats.org/officeDocument/2006/relationships/image" Target="../media/image44.emf"/></Relationships>
</file>

<file path=ppt/slides/_rels/slide15.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10.xml"/><Relationship Id="rId4" Type="http://schemas.openxmlformats.org/officeDocument/2006/relationships/image" Target="../media/image44.emf"/></Relationships>
</file>

<file path=ppt/slides/_rels/slide16.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10.xml"/><Relationship Id="rId4" Type="http://schemas.openxmlformats.org/officeDocument/2006/relationships/image" Target="../media/image44.emf"/></Relationships>
</file>

<file path=ppt/slides/_rels/slide17.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10.xml"/><Relationship Id="rId4" Type="http://schemas.openxmlformats.org/officeDocument/2006/relationships/image" Target="../media/image44.emf"/></Relationships>
</file>

<file path=ppt/slides/_rels/slide18.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10.xml"/><Relationship Id="rId4" Type="http://schemas.openxmlformats.org/officeDocument/2006/relationships/image" Target="../media/image44.emf"/></Relationships>
</file>

<file path=ppt/slides/_rels/slide19.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4.emf"/><Relationship Id="rId1" Type="http://schemas.openxmlformats.org/officeDocument/2006/relationships/slideLayout" Target="../slideLayouts/slideLayout10.xml"/><Relationship Id="rId4" Type="http://schemas.openxmlformats.org/officeDocument/2006/relationships/image" Target="../media/image43.svg"/></Relationships>
</file>

<file path=ppt/slides/_rels/slide2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4.emf"/><Relationship Id="rId1" Type="http://schemas.openxmlformats.org/officeDocument/2006/relationships/slideLayout" Target="../slideLayouts/slideLayout10.xml"/><Relationship Id="rId4" Type="http://schemas.openxmlformats.org/officeDocument/2006/relationships/image" Target="../media/image43.svg"/></Relationships>
</file>

<file path=ppt/slides/_rels/slide21.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42.png"/><Relationship Id="rId1" Type="http://schemas.openxmlformats.org/officeDocument/2006/relationships/slideLayout" Target="../slideLayouts/slideLayout10.xml"/><Relationship Id="rId4" Type="http://schemas.openxmlformats.org/officeDocument/2006/relationships/image" Target="../media/image44.emf"/></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C24EB3-8415-68DA-9C0D-364638A72096}"/>
            </a:ext>
          </a:extLst>
        </p:cNvPr>
        <p:cNvGrpSpPr/>
        <p:nvPr/>
      </p:nvGrpSpPr>
      <p:grpSpPr>
        <a:xfrm>
          <a:off x="0" y="0"/>
          <a:ext cx="0" cy="0"/>
          <a:chOff x="0" y="0"/>
          <a:chExt cx="0" cy="0"/>
        </a:xfrm>
      </p:grpSpPr>
      <p:sp>
        <p:nvSpPr>
          <p:cNvPr id="13" name="Rectangle 6">
            <a:extLst>
              <a:ext uri="{FF2B5EF4-FFF2-40B4-BE49-F238E27FC236}">
                <a16:creationId xmlns:a16="http://schemas.microsoft.com/office/drawing/2014/main" id="{D0E90429-1A93-BB50-B6DD-9E8D640B3378}"/>
              </a:ext>
            </a:extLst>
          </p:cNvPr>
          <p:cNvSpPr/>
          <p:nvPr/>
        </p:nvSpPr>
        <p:spPr>
          <a:xfrm>
            <a:off x="0" y="0"/>
            <a:ext cx="12192000" cy="4988966"/>
          </a:xfrm>
          <a:prstGeom prst="rect">
            <a:avLst/>
          </a:prstGeom>
          <a:gradFill>
            <a:gsLst>
              <a:gs pos="0">
                <a:schemeClr val="tx1"/>
              </a:gs>
              <a:gs pos="99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Rechthoek 13">
            <a:extLst>
              <a:ext uri="{FF2B5EF4-FFF2-40B4-BE49-F238E27FC236}">
                <a16:creationId xmlns:a16="http://schemas.microsoft.com/office/drawing/2014/main" id="{B61D6837-5524-7904-145B-C669F906F064}"/>
              </a:ext>
            </a:extLst>
          </p:cNvPr>
          <p:cNvSpPr/>
          <p:nvPr/>
        </p:nvSpPr>
        <p:spPr>
          <a:xfrm>
            <a:off x="0" y="0"/>
            <a:ext cx="12192000" cy="4988966"/>
          </a:xfrm>
          <a:prstGeom prst="rect">
            <a:avLst/>
          </a:prstGeom>
          <a:gradFill>
            <a:gsLst>
              <a:gs pos="0">
                <a:srgbClr val="162353"/>
              </a:gs>
              <a:gs pos="99000">
                <a:srgbClr val="1764FF"/>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5" name="Rectangle 13">
            <a:extLst>
              <a:ext uri="{FF2B5EF4-FFF2-40B4-BE49-F238E27FC236}">
                <a16:creationId xmlns:a16="http://schemas.microsoft.com/office/drawing/2014/main" id="{69A0F461-8A1C-AA8A-97A5-765372439E9B}"/>
              </a:ext>
            </a:extLst>
          </p:cNvPr>
          <p:cNvSpPr/>
          <p:nvPr/>
        </p:nvSpPr>
        <p:spPr>
          <a:xfrm>
            <a:off x="0" y="4988966"/>
            <a:ext cx="3033486" cy="1869034"/>
          </a:xfrm>
          <a:prstGeom prst="rect">
            <a:avLst/>
          </a:prstGeom>
          <a:gradFill>
            <a:gsLst>
              <a:gs pos="0">
                <a:srgbClr val="09204F"/>
              </a:gs>
              <a:gs pos="79000">
                <a:srgbClr val="1764FF"/>
              </a:gs>
            </a:gsLst>
            <a:lin ang="15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6" name="Rectangle 14">
            <a:extLst>
              <a:ext uri="{FF2B5EF4-FFF2-40B4-BE49-F238E27FC236}">
                <a16:creationId xmlns:a16="http://schemas.microsoft.com/office/drawing/2014/main" id="{732B11EA-1D0A-1D4A-9F65-E2365BDA74A8}"/>
              </a:ext>
            </a:extLst>
          </p:cNvPr>
          <p:cNvSpPr/>
          <p:nvPr/>
        </p:nvSpPr>
        <p:spPr>
          <a:xfrm>
            <a:off x="3033486" y="4988966"/>
            <a:ext cx="9158514" cy="1869034"/>
          </a:xfrm>
          <a:prstGeom prst="rect">
            <a:avLst/>
          </a:prstGeom>
          <a:gradFill>
            <a:gsLst>
              <a:gs pos="0">
                <a:srgbClr val="162353"/>
              </a:gs>
              <a:gs pos="99000">
                <a:srgbClr val="1764FF"/>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8" name="Graphic 17">
            <a:extLst>
              <a:ext uri="{FF2B5EF4-FFF2-40B4-BE49-F238E27FC236}">
                <a16:creationId xmlns:a16="http://schemas.microsoft.com/office/drawing/2014/main" id="{8AB6B1D1-7E79-5C73-05FB-E3AE9CB76F2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492372" y="5302007"/>
            <a:ext cx="1441556" cy="1282314"/>
          </a:xfrm>
          <a:prstGeom prst="rect">
            <a:avLst/>
          </a:prstGeom>
        </p:spPr>
      </p:pic>
      <p:sp>
        <p:nvSpPr>
          <p:cNvPr id="19" name="Text Placeholder 7">
            <a:extLst>
              <a:ext uri="{FF2B5EF4-FFF2-40B4-BE49-F238E27FC236}">
                <a16:creationId xmlns:a16="http://schemas.microsoft.com/office/drawing/2014/main" id="{89D2E58C-B3F4-E480-3316-6B8EC659B3BB}"/>
              </a:ext>
            </a:extLst>
          </p:cNvPr>
          <p:cNvSpPr txBox="1">
            <a:spLocks/>
          </p:cNvSpPr>
          <p:nvPr/>
        </p:nvSpPr>
        <p:spPr>
          <a:xfrm>
            <a:off x="1002181" y="1916856"/>
            <a:ext cx="10585095" cy="1155253"/>
          </a:xfrm>
          <a:prstGeom prst="rect">
            <a:avLst/>
          </a:prstGeom>
        </p:spPr>
        <p:txBody>
          <a:bodyPr vert="horz" wrap="square" lIns="216000" tIns="0" rIns="0" bIns="46800" rtlCol="0" anchor="ctr">
            <a:spAutoFit/>
          </a:bodyPr>
          <a:lstStyle>
            <a:lvl1pPr marL="0" indent="0" algn="l" defTabSz="914400" rtl="0" eaLnBrk="1" latinLnBrk="0" hangingPunct="1">
              <a:lnSpc>
                <a:spcPct val="100000"/>
              </a:lnSpc>
              <a:spcBef>
                <a:spcPts val="0"/>
              </a:spcBef>
              <a:spcAft>
                <a:spcPts val="0"/>
              </a:spcAft>
              <a:buClr>
                <a:schemeClr val="accent1"/>
              </a:buClr>
              <a:buFont typeface="Arial" panose="020B0604020202020204" pitchFamily="34" charset="0"/>
              <a:buNone/>
              <a:defRPr lang="en-US" sz="6000" b="1" i="0" kern="1200">
                <a:solidFill>
                  <a:schemeClr val="bg1"/>
                </a:solidFill>
                <a:latin typeface="Noir Pro Semi Bold" pitchFamily="2" charset="0"/>
                <a:ea typeface="+mn-ea"/>
                <a:cs typeface="Calibri" panose="020F0502020204030204" pitchFamily="34" charset="0"/>
              </a:defRPr>
            </a:lvl1pPr>
            <a:lvl2pPr marL="457200" indent="0" algn="l" defTabSz="914400" rtl="0" eaLnBrk="1" latinLnBrk="0" hangingPunct="1">
              <a:lnSpc>
                <a:spcPct val="114000"/>
              </a:lnSpc>
              <a:spcBef>
                <a:spcPts val="0"/>
              </a:spcBef>
              <a:spcAft>
                <a:spcPts val="600"/>
              </a:spcAft>
              <a:buClr>
                <a:schemeClr val="accent1"/>
              </a:buClr>
              <a:buFont typeface="Arial" panose="020B0604020202020204" pitchFamily="34" charset="0"/>
              <a:buNone/>
              <a:tabLst/>
              <a:defRPr lang="en-US" sz="1600" kern="1200">
                <a:solidFill>
                  <a:schemeClr val="bg1"/>
                </a:solidFill>
                <a:latin typeface="+mn-lt"/>
                <a:ea typeface="+mn-ea"/>
                <a:cs typeface="+mn-cs"/>
              </a:defRPr>
            </a:lvl2pPr>
            <a:lvl3pPr marL="914400" indent="0" algn="l" defTabSz="914400" rtl="0" eaLnBrk="1" latinLnBrk="0" hangingPunct="1">
              <a:lnSpc>
                <a:spcPct val="114000"/>
              </a:lnSpc>
              <a:spcBef>
                <a:spcPts val="0"/>
              </a:spcBef>
              <a:spcAft>
                <a:spcPts val="600"/>
              </a:spcAft>
              <a:buClr>
                <a:schemeClr val="accent1"/>
              </a:buClr>
              <a:buFont typeface="Arial" panose="020B0604020202020204" pitchFamily="34" charset="0"/>
              <a:buNone/>
              <a:tabLst/>
              <a:defRPr lang="en-US" sz="1600" kern="1200">
                <a:solidFill>
                  <a:schemeClr val="bg1"/>
                </a:solidFill>
                <a:latin typeface="+mn-lt"/>
                <a:ea typeface="+mn-ea"/>
                <a:cs typeface="+mn-cs"/>
              </a:defRPr>
            </a:lvl3pPr>
            <a:lvl4pPr marL="1371600" indent="0" algn="l" defTabSz="914400" rtl="0" eaLnBrk="1" latinLnBrk="0" hangingPunct="1">
              <a:lnSpc>
                <a:spcPct val="114000"/>
              </a:lnSpc>
              <a:spcBef>
                <a:spcPts val="0"/>
              </a:spcBef>
              <a:spcAft>
                <a:spcPts val="600"/>
              </a:spcAft>
              <a:buClr>
                <a:schemeClr val="accent1"/>
              </a:buClr>
              <a:buFont typeface="Arial" panose="020B0604020202020204" pitchFamily="34" charset="0"/>
              <a:buNone/>
              <a:tabLst/>
              <a:defRPr lang="en-US" sz="1600" kern="1200">
                <a:solidFill>
                  <a:schemeClr val="bg1"/>
                </a:solidFill>
                <a:latin typeface="+mn-lt"/>
                <a:ea typeface="+mn-ea"/>
                <a:cs typeface="+mn-cs"/>
              </a:defRPr>
            </a:lvl4pPr>
            <a:lvl5pPr marL="1828800" indent="0" algn="l" defTabSz="914400" rtl="0" eaLnBrk="1" latinLnBrk="0" hangingPunct="1">
              <a:lnSpc>
                <a:spcPct val="114000"/>
              </a:lnSpc>
              <a:spcBef>
                <a:spcPts val="0"/>
              </a:spcBef>
              <a:spcAft>
                <a:spcPts val="600"/>
              </a:spcAft>
              <a:buClr>
                <a:schemeClr val="accent1"/>
              </a:buClr>
              <a:buFont typeface="Arial" panose="020B0604020202020204" pitchFamily="34" charset="0"/>
              <a:buNone/>
              <a:tabLst/>
              <a:defRPr lang="en-US" sz="16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a:lstStyle>
          <a:p>
            <a:r>
              <a:rPr lang="en-US" sz="7200" dirty="0"/>
              <a:t>Portfolio overview</a:t>
            </a:r>
            <a:endParaRPr lang="en-US" sz="7200" noProof="0" dirty="0"/>
          </a:p>
        </p:txBody>
      </p:sp>
      <p:sp>
        <p:nvSpPr>
          <p:cNvPr id="20" name="Rectangle 13">
            <a:extLst>
              <a:ext uri="{FF2B5EF4-FFF2-40B4-BE49-F238E27FC236}">
                <a16:creationId xmlns:a16="http://schemas.microsoft.com/office/drawing/2014/main" id="{25987DA8-4FF2-B4DD-2C13-2E8CF14299D4}"/>
              </a:ext>
            </a:extLst>
          </p:cNvPr>
          <p:cNvSpPr/>
          <p:nvPr/>
        </p:nvSpPr>
        <p:spPr>
          <a:xfrm>
            <a:off x="-1" y="3072109"/>
            <a:ext cx="5803641" cy="1916856"/>
          </a:xfrm>
          <a:prstGeom prst="rect">
            <a:avLst/>
          </a:prstGeom>
          <a:gradFill>
            <a:gsLst>
              <a:gs pos="49000">
                <a:srgbClr val="09204F">
                  <a:alpha val="0"/>
                </a:srgbClr>
              </a:gs>
              <a:gs pos="0">
                <a:srgbClr val="1764FF"/>
              </a:gs>
            </a:gsLst>
            <a:lin ang="17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1" name="Rechthoek 20">
            <a:extLst>
              <a:ext uri="{FF2B5EF4-FFF2-40B4-BE49-F238E27FC236}">
                <a16:creationId xmlns:a16="http://schemas.microsoft.com/office/drawing/2014/main" id="{4EB29BA0-DB22-A38A-3472-9F830FB71A43}"/>
              </a:ext>
            </a:extLst>
          </p:cNvPr>
          <p:cNvSpPr/>
          <p:nvPr/>
        </p:nvSpPr>
        <p:spPr>
          <a:xfrm>
            <a:off x="0" y="4652467"/>
            <a:ext cx="3033486" cy="336498"/>
          </a:xfrm>
          <a:prstGeom prst="rect">
            <a:avLst/>
          </a:prstGeom>
          <a:gradFill>
            <a:gsLst>
              <a:gs pos="14000">
                <a:srgbClr val="E88C36"/>
              </a:gs>
              <a:gs pos="98000">
                <a:srgbClr val="F9C816"/>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noProof="0" dirty="0">
              <a:solidFill>
                <a:schemeClr val="bg1"/>
              </a:solidFill>
            </a:endParaRPr>
          </a:p>
        </p:txBody>
      </p:sp>
    </p:spTree>
    <p:extLst>
      <p:ext uri="{BB962C8B-B14F-4D97-AF65-F5344CB8AC3E}">
        <p14:creationId xmlns:p14="http://schemas.microsoft.com/office/powerpoint/2010/main" val="738328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A42B1-79CC-1E21-4639-E7E67016653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FFC30FB-D319-2C0A-9F37-22FDBE06E510}"/>
              </a:ext>
            </a:extLst>
          </p:cNvPr>
          <p:cNvSpPr>
            <a:spLocks noGrp="1"/>
          </p:cNvSpPr>
          <p:nvPr>
            <p:ph type="sldNum" sz="quarter" idx="4"/>
          </p:nvPr>
        </p:nvSpPr>
        <p:spPr/>
        <p:txBody>
          <a:bodyPr/>
          <a:lstStyle/>
          <a:p>
            <a:fld id="{E242BD21-9B61-2246-BCB1-4BE5E1BEBE1C}" type="slidenum">
              <a:rPr lang="en-US" smtClean="0"/>
              <a:pPr/>
              <a:t>2</a:t>
            </a:fld>
            <a:endParaRPr lang="en-US"/>
          </a:p>
        </p:txBody>
      </p:sp>
      <p:sp>
        <p:nvSpPr>
          <p:cNvPr id="3" name="Text Placeholder 2">
            <a:extLst>
              <a:ext uri="{FF2B5EF4-FFF2-40B4-BE49-F238E27FC236}">
                <a16:creationId xmlns:a16="http://schemas.microsoft.com/office/drawing/2014/main" id="{52208AD9-F8A2-F7B2-D9F1-70BCDD12FBB8}"/>
              </a:ext>
            </a:extLst>
          </p:cNvPr>
          <p:cNvSpPr>
            <a:spLocks noGrp="1"/>
          </p:cNvSpPr>
          <p:nvPr>
            <p:ph type="body" sz="quarter" idx="12"/>
          </p:nvPr>
        </p:nvSpPr>
        <p:spPr/>
        <p:txBody>
          <a:bodyPr/>
          <a:lstStyle/>
          <a:p>
            <a:endParaRPr lang="en-US"/>
          </a:p>
        </p:txBody>
      </p:sp>
      <p:sp>
        <p:nvSpPr>
          <p:cNvPr id="4" name="Title 3">
            <a:extLst>
              <a:ext uri="{FF2B5EF4-FFF2-40B4-BE49-F238E27FC236}">
                <a16:creationId xmlns:a16="http://schemas.microsoft.com/office/drawing/2014/main" id="{5717DAB3-373D-DCEC-7681-4A145CDFE5A3}"/>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DDA4B2A8-B773-91AF-217C-D5EE6ACFCD36}"/>
              </a:ext>
            </a:extLst>
          </p:cNvPr>
          <p:cNvSpPr>
            <a:spLocks noGrp="1"/>
          </p:cNvSpPr>
          <p:nvPr>
            <p:ph sz="quarter" idx="13"/>
          </p:nvPr>
        </p:nvSpPr>
        <p:spPr/>
        <p:txBody>
          <a:bodyPr/>
          <a:lstStyle/>
          <a:p>
            <a:pPr marL="0" indent="0" algn="ctr">
              <a:buNone/>
            </a:pPr>
            <a:endParaRPr lang="en-US" sz="3200" b="1" dirty="0"/>
          </a:p>
          <a:p>
            <a:pPr marL="0" indent="0" algn="ctr">
              <a:buNone/>
            </a:pPr>
            <a:endParaRPr lang="en-US" sz="3200" b="1" dirty="0"/>
          </a:p>
          <a:p>
            <a:pPr marL="0" indent="0" algn="ctr">
              <a:buNone/>
            </a:pPr>
            <a:endParaRPr lang="en-US" sz="3200" b="1" dirty="0"/>
          </a:p>
          <a:p>
            <a:pPr marL="0" indent="0" algn="ctr">
              <a:buNone/>
            </a:pPr>
            <a:r>
              <a:rPr lang="en-US" sz="3200" b="1" dirty="0"/>
              <a:t>OBJECTIVES</a:t>
            </a:r>
          </a:p>
        </p:txBody>
      </p:sp>
      <p:sp>
        <p:nvSpPr>
          <p:cNvPr id="6" name="Rectangle 5">
            <a:extLst>
              <a:ext uri="{FF2B5EF4-FFF2-40B4-BE49-F238E27FC236}">
                <a16:creationId xmlns:a16="http://schemas.microsoft.com/office/drawing/2014/main" id="{E01EFB6F-BDEE-5ED9-3CD5-ECFE541AE10E}"/>
              </a:ext>
            </a:extLst>
          </p:cNvPr>
          <p:cNvSpPr/>
          <p:nvPr/>
        </p:nvSpPr>
        <p:spPr>
          <a:xfrm>
            <a:off x="1371600" y="0"/>
            <a:ext cx="10820400" cy="11862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Tree>
    <p:extLst>
      <p:ext uri="{BB962C8B-B14F-4D97-AF65-F5344CB8AC3E}">
        <p14:creationId xmlns:p14="http://schemas.microsoft.com/office/powerpoint/2010/main" val="17210778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7469EBE-D781-BBE7-29B3-57566E620DFE}"/>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3</a:t>
            </a:fld>
            <a:endParaRPr lang="en-US"/>
          </a:p>
        </p:txBody>
      </p:sp>
      <p:sp>
        <p:nvSpPr>
          <p:cNvPr id="3" name="Text Placeholder 2">
            <a:extLst>
              <a:ext uri="{FF2B5EF4-FFF2-40B4-BE49-F238E27FC236}">
                <a16:creationId xmlns:a16="http://schemas.microsoft.com/office/drawing/2014/main" id="{17ECEA32-D081-8FDD-76C5-C241F4387462}"/>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965B9EEB-750A-B63C-431E-C83D0FD7E796}"/>
              </a:ext>
            </a:extLst>
          </p:cNvPr>
          <p:cNvSpPr>
            <a:spLocks noGrp="1"/>
          </p:cNvSpPr>
          <p:nvPr>
            <p:ph type="title"/>
          </p:nvPr>
        </p:nvSpPr>
        <p:spPr/>
        <p:txBody>
          <a:bodyPr/>
          <a:lstStyle/>
          <a:p>
            <a:r>
              <a:rPr lang="en-US"/>
              <a:t>Progress towards objectives between </a:t>
            </a:r>
            <a:r>
              <a:rPr lang="en-US" dirty="0"/>
              <a:t>OBJECTIVES_PERIOD_START and OBJECTIVES_PERIOD_END</a:t>
            </a:r>
            <a:endParaRPr lang="en-US"/>
          </a:p>
        </p:txBody>
      </p:sp>
      <p:graphicFrame>
        <p:nvGraphicFramePr>
          <p:cNvPr id="6" name="Chart 5">
            <a:extLst>
              <a:ext uri="{FF2B5EF4-FFF2-40B4-BE49-F238E27FC236}">
                <a16:creationId xmlns:a16="http://schemas.microsoft.com/office/drawing/2014/main" id="{9A17AFA3-FC96-B65B-0A6A-D4A1754157FE}"/>
              </a:ext>
            </a:extLst>
          </p:cNvPr>
          <p:cNvGraphicFramePr/>
          <p:nvPr/>
        </p:nvGraphicFramePr>
        <p:xfrm>
          <a:off x="478224" y="2116469"/>
          <a:ext cx="11267443" cy="145781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1352F2E2-69B9-D866-7D75-24F10BB85A60}"/>
              </a:ext>
            </a:extLst>
          </p:cNvPr>
          <p:cNvSpPr txBox="1"/>
          <p:nvPr/>
        </p:nvSpPr>
        <p:spPr>
          <a:xfrm>
            <a:off x="8958648" y="-525758"/>
            <a:ext cx="2884016" cy="369332"/>
          </a:xfrm>
          <a:prstGeom prst="rect">
            <a:avLst/>
          </a:prstGeom>
          <a:noFill/>
        </p:spPr>
        <p:txBody>
          <a:bodyPr wrap="none" lIns="90000" rtlCol="0" anchor="t">
            <a:spAutoFit/>
          </a:bodyPr>
          <a:lstStyle/>
          <a:p>
            <a:r>
              <a:rPr lang="en-US" b="1"/>
              <a:t>OBJECTIVES_STATUS_CHART</a:t>
            </a:r>
            <a:endParaRPr lang="en-US"/>
          </a:p>
        </p:txBody>
      </p:sp>
      <p:sp>
        <p:nvSpPr>
          <p:cNvPr id="8" name="TextBox 7">
            <a:extLst>
              <a:ext uri="{FF2B5EF4-FFF2-40B4-BE49-F238E27FC236}">
                <a16:creationId xmlns:a16="http://schemas.microsoft.com/office/drawing/2014/main" id="{1CD0E6B1-41C3-CBAF-81A1-5291864E7E21}"/>
              </a:ext>
            </a:extLst>
          </p:cNvPr>
          <p:cNvSpPr txBox="1"/>
          <p:nvPr/>
        </p:nvSpPr>
        <p:spPr>
          <a:xfrm>
            <a:off x="2791143" y="394977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D9A08C5B-250B-FC47-1AD3-3C078984145A}"/>
              </a:ext>
            </a:extLst>
          </p:cNvPr>
          <p:cNvSpPr txBox="1"/>
          <p:nvPr/>
        </p:nvSpPr>
        <p:spPr>
          <a:xfrm>
            <a:off x="681046" y="1888751"/>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5104348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B257F2-BA89-4390-88ED-8FB60EF167B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278348F-B34F-B964-E35D-39DECE3BFDFD}"/>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4</a:t>
            </a:fld>
            <a:endParaRPr lang="en-US"/>
          </a:p>
        </p:txBody>
      </p:sp>
      <p:sp>
        <p:nvSpPr>
          <p:cNvPr id="3" name="Text Placeholder 2">
            <a:extLst>
              <a:ext uri="{FF2B5EF4-FFF2-40B4-BE49-F238E27FC236}">
                <a16:creationId xmlns:a16="http://schemas.microsoft.com/office/drawing/2014/main" id="{99184645-C932-640A-5E4B-F4B967838F24}"/>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EF47F5DA-4282-38F9-1499-DF6018168961}"/>
              </a:ext>
            </a:extLst>
          </p:cNvPr>
          <p:cNvSpPr>
            <a:spLocks noGrp="1"/>
          </p:cNvSpPr>
          <p:nvPr>
            <p:ph type="title"/>
          </p:nvPr>
        </p:nvSpPr>
        <p:spPr/>
        <p:txBody>
          <a:bodyPr/>
          <a:lstStyle/>
          <a:p>
            <a:r>
              <a:rPr lang="en-US"/>
              <a:t>Progress towards objectives per team between </a:t>
            </a:r>
            <a:r>
              <a:rPr lang="en-US" dirty="0"/>
              <a:t>OBJECTIVES_PERIOD_START and OBJECTIVES_PERIOD_END</a:t>
            </a:r>
            <a:endParaRPr lang="en-US"/>
          </a:p>
        </p:txBody>
      </p:sp>
      <p:graphicFrame>
        <p:nvGraphicFramePr>
          <p:cNvPr id="6" name="Chart 5">
            <a:extLst>
              <a:ext uri="{FF2B5EF4-FFF2-40B4-BE49-F238E27FC236}">
                <a16:creationId xmlns:a16="http://schemas.microsoft.com/office/drawing/2014/main" id="{C8EC5A35-9538-D995-065E-528B18F85DED}"/>
              </a:ext>
            </a:extLst>
          </p:cNvPr>
          <p:cNvGraphicFramePr/>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680F10C8-8291-84BB-615B-4FE46E9122C0}"/>
              </a:ext>
            </a:extLst>
          </p:cNvPr>
          <p:cNvSpPr txBox="1"/>
          <p:nvPr/>
        </p:nvSpPr>
        <p:spPr>
          <a:xfrm>
            <a:off x="8958648" y="-525758"/>
            <a:ext cx="2751287" cy="369332"/>
          </a:xfrm>
          <a:prstGeom prst="rect">
            <a:avLst/>
          </a:prstGeom>
          <a:noFill/>
        </p:spPr>
        <p:txBody>
          <a:bodyPr wrap="none" lIns="90000" rtlCol="0" anchor="t">
            <a:spAutoFit/>
          </a:bodyPr>
          <a:lstStyle/>
          <a:p>
            <a:r>
              <a:rPr lang="en-US" b="1"/>
              <a:t>OBJECTIVES_TEAM_CHART</a:t>
            </a:r>
            <a:endParaRPr lang="en-US"/>
          </a:p>
        </p:txBody>
      </p:sp>
      <p:sp>
        <p:nvSpPr>
          <p:cNvPr id="8" name="TextBox 7">
            <a:extLst>
              <a:ext uri="{FF2B5EF4-FFF2-40B4-BE49-F238E27FC236}">
                <a16:creationId xmlns:a16="http://schemas.microsoft.com/office/drawing/2014/main" id="{E329A40A-AF83-BB5A-88A1-56A221C73FA2}"/>
              </a:ext>
            </a:extLst>
          </p:cNvPr>
          <p:cNvSpPr txBox="1"/>
          <p:nvPr/>
        </p:nvSpPr>
        <p:spPr>
          <a:xfrm>
            <a:off x="2791143" y="5988637"/>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42AF4431-111B-9E39-96DA-E7355B3BFC0A}"/>
              </a:ext>
            </a:extLst>
          </p:cNvPr>
          <p:cNvSpPr txBox="1"/>
          <p:nvPr/>
        </p:nvSpPr>
        <p:spPr>
          <a:xfrm>
            <a:off x="9508826" y="1325702"/>
            <a:ext cx="2023844"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team’s systems</a:t>
            </a:r>
          </a:p>
        </p:txBody>
      </p:sp>
    </p:spTree>
    <p:extLst>
      <p:ext uri="{BB962C8B-B14F-4D97-AF65-F5344CB8AC3E}">
        <p14:creationId xmlns:p14="http://schemas.microsoft.com/office/powerpoint/2010/main" val="28077049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95A28-0797-82EC-8AAB-40E0AD48F10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49429BB-1FAC-98FE-7D71-42B7D87DA3A3}"/>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5</a:t>
            </a:fld>
            <a:endParaRPr lang="en-US"/>
          </a:p>
        </p:txBody>
      </p:sp>
      <p:sp>
        <p:nvSpPr>
          <p:cNvPr id="3" name="Text Placeholder 2">
            <a:extLst>
              <a:ext uri="{FF2B5EF4-FFF2-40B4-BE49-F238E27FC236}">
                <a16:creationId xmlns:a16="http://schemas.microsoft.com/office/drawing/2014/main" id="{DA581411-6610-CAFD-EA1C-81FD4B023805}"/>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28F4B936-22AE-53AE-D47F-598EDA21157C}"/>
              </a:ext>
            </a:extLst>
          </p:cNvPr>
          <p:cNvSpPr>
            <a:spLocks noGrp="1"/>
          </p:cNvSpPr>
          <p:nvPr>
            <p:ph type="title"/>
          </p:nvPr>
        </p:nvSpPr>
        <p:spPr/>
        <p:txBody>
          <a:bodyPr/>
          <a:lstStyle/>
          <a:p>
            <a:r>
              <a:rPr lang="en-US"/>
              <a:t>Progress towards objectives per capability between </a:t>
            </a:r>
            <a:r>
              <a:rPr lang="en-US" dirty="0"/>
              <a:t>OBJECTIVES_PERIOD_START and OBJECTIVES_PERIOD_END</a:t>
            </a:r>
            <a:endParaRPr lang="en-US"/>
          </a:p>
        </p:txBody>
      </p:sp>
      <p:graphicFrame>
        <p:nvGraphicFramePr>
          <p:cNvPr id="6" name="Chart 5">
            <a:extLst>
              <a:ext uri="{FF2B5EF4-FFF2-40B4-BE49-F238E27FC236}">
                <a16:creationId xmlns:a16="http://schemas.microsoft.com/office/drawing/2014/main" id="{2774041C-71AE-0495-78BB-3253007E9E90}"/>
              </a:ext>
            </a:extLst>
          </p:cNvPr>
          <p:cNvGraphicFramePr/>
          <p:nvPr/>
        </p:nvGraphicFramePr>
        <p:xfrm>
          <a:off x="478224" y="1507525"/>
          <a:ext cx="11267443" cy="4337221"/>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E75AA9D8-EEB6-8709-C209-D32FF5C291E0}"/>
              </a:ext>
            </a:extLst>
          </p:cNvPr>
          <p:cNvSpPr txBox="1"/>
          <p:nvPr/>
        </p:nvSpPr>
        <p:spPr>
          <a:xfrm>
            <a:off x="8958648" y="-525758"/>
            <a:ext cx="3278675" cy="369332"/>
          </a:xfrm>
          <a:prstGeom prst="rect">
            <a:avLst/>
          </a:prstGeom>
          <a:noFill/>
        </p:spPr>
        <p:txBody>
          <a:bodyPr wrap="none" lIns="90000" rtlCol="0" anchor="t">
            <a:spAutoFit/>
          </a:bodyPr>
          <a:lstStyle/>
          <a:p>
            <a:r>
              <a:rPr lang="en-US" b="1"/>
              <a:t>OBJECTIVES_CAPABILITY_CHART</a:t>
            </a:r>
            <a:endParaRPr lang="en-US"/>
          </a:p>
        </p:txBody>
      </p:sp>
      <p:sp>
        <p:nvSpPr>
          <p:cNvPr id="8" name="TextBox 7">
            <a:extLst>
              <a:ext uri="{FF2B5EF4-FFF2-40B4-BE49-F238E27FC236}">
                <a16:creationId xmlns:a16="http://schemas.microsoft.com/office/drawing/2014/main" id="{E64208DC-0422-1C0A-F36A-3E68057F3E5B}"/>
              </a:ext>
            </a:extLst>
          </p:cNvPr>
          <p:cNvSpPr txBox="1"/>
          <p:nvPr/>
        </p:nvSpPr>
        <p:spPr>
          <a:xfrm>
            <a:off x="2791143" y="5988637"/>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C377E27A-346A-7209-76CD-BF5DB2681082}"/>
              </a:ext>
            </a:extLst>
          </p:cNvPr>
          <p:cNvSpPr txBox="1"/>
          <p:nvPr/>
        </p:nvSpPr>
        <p:spPr>
          <a:xfrm>
            <a:off x="9905465" y="1325702"/>
            <a:ext cx="1622453" cy="289503"/>
          </a:xfrm>
          <a:prstGeom prst="rect">
            <a:avLst/>
          </a:prstGeom>
          <a:noFill/>
        </p:spPr>
        <p:txBody>
          <a:bodyPr wrap="none" lIns="90000" rtlCol="0" anchor="t">
            <a:spAutoFit/>
          </a:bodyPr>
          <a:lstStyle/>
          <a:p>
            <a:pPr algn="ctr">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36004005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6F600E-1C52-CB46-5D36-227AF7C7B66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A3EDD46-211F-38F5-AB6D-EB17449227EF}"/>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6</a:t>
            </a:fld>
            <a:endParaRPr lang="en-US"/>
          </a:p>
        </p:txBody>
      </p:sp>
      <p:sp>
        <p:nvSpPr>
          <p:cNvPr id="3" name="Text Placeholder 2">
            <a:extLst>
              <a:ext uri="{FF2B5EF4-FFF2-40B4-BE49-F238E27FC236}">
                <a16:creationId xmlns:a16="http://schemas.microsoft.com/office/drawing/2014/main" id="{F3077B15-64A3-766F-A6A8-B3999BFA4163}"/>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039A4AB2-1C46-4914-7434-6FBDA68DDAFA}"/>
              </a:ext>
            </a:extLst>
          </p:cNvPr>
          <p:cNvSpPr>
            <a:spLocks noGrp="1"/>
          </p:cNvSpPr>
          <p:nvPr>
            <p:ph type="title"/>
          </p:nvPr>
        </p:nvSpPr>
        <p:spPr/>
        <p:txBody>
          <a:bodyPr/>
          <a:lstStyle/>
          <a:p>
            <a:r>
              <a:rPr lang="en-US"/>
              <a:t>Progress towards objectives over time</a:t>
            </a:r>
          </a:p>
        </p:txBody>
      </p:sp>
      <p:graphicFrame>
        <p:nvGraphicFramePr>
          <p:cNvPr id="6" name="Chart 5">
            <a:extLst>
              <a:ext uri="{FF2B5EF4-FFF2-40B4-BE49-F238E27FC236}">
                <a16:creationId xmlns:a16="http://schemas.microsoft.com/office/drawing/2014/main" id="{CED42228-B917-5A3E-BB6B-9871F4C489AA}"/>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025FA84B-5F3F-E103-125D-195720E3F1F8}"/>
              </a:ext>
            </a:extLst>
          </p:cNvPr>
          <p:cNvSpPr txBox="1"/>
          <p:nvPr/>
        </p:nvSpPr>
        <p:spPr>
          <a:xfrm>
            <a:off x="8958648" y="-525758"/>
            <a:ext cx="3051498" cy="369332"/>
          </a:xfrm>
          <a:prstGeom prst="rect">
            <a:avLst/>
          </a:prstGeom>
          <a:noFill/>
        </p:spPr>
        <p:txBody>
          <a:bodyPr wrap="none" lIns="90000" rtlCol="0" anchor="t">
            <a:spAutoFit/>
          </a:bodyPr>
          <a:lstStyle/>
          <a:p>
            <a:r>
              <a:rPr lang="en-US" b="1"/>
              <a:t>OBJECTIVES_OVERALL_CHART</a:t>
            </a:r>
            <a:endParaRPr lang="en-US"/>
          </a:p>
        </p:txBody>
      </p:sp>
      <p:sp>
        <p:nvSpPr>
          <p:cNvPr id="8" name="TextBox 7">
            <a:extLst>
              <a:ext uri="{FF2B5EF4-FFF2-40B4-BE49-F238E27FC236}">
                <a16:creationId xmlns:a16="http://schemas.microsoft.com/office/drawing/2014/main" id="{832C182B-21A7-0B3F-FD20-1EAE8DC0298E}"/>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4418F0D0-4FE8-9F07-C0C1-9B71E7D05D3A}"/>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13975172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63A228-91DD-866A-C3BE-29D9BA0B02BB}"/>
              </a:ext>
            </a:extLst>
          </p:cNvPr>
          <p:cNvSpPr>
            <a:spLocks noGrp="1"/>
          </p:cNvSpPr>
          <p:nvPr>
            <p:ph type="sldNum" sz="quarter" idx="4"/>
          </p:nvPr>
        </p:nvSpPr>
        <p:spPr/>
        <p:txBody>
          <a:bodyPr/>
          <a:lstStyle/>
          <a:p>
            <a:fld id="{E242BD21-9B61-2246-BCB1-4BE5E1BEBE1C}" type="slidenum">
              <a:rPr lang="en-US" smtClean="0"/>
              <a:pPr/>
              <a:t>7</a:t>
            </a:fld>
            <a:endParaRPr lang="en-US"/>
          </a:p>
        </p:txBody>
      </p:sp>
      <p:sp>
        <p:nvSpPr>
          <p:cNvPr id="3" name="Text Placeholder 2">
            <a:extLst>
              <a:ext uri="{FF2B5EF4-FFF2-40B4-BE49-F238E27FC236}">
                <a16:creationId xmlns:a16="http://schemas.microsoft.com/office/drawing/2014/main" id="{D37ED074-760A-27AF-25CE-E2511AFEA515}"/>
              </a:ext>
            </a:extLst>
          </p:cNvPr>
          <p:cNvSpPr>
            <a:spLocks noGrp="1"/>
          </p:cNvSpPr>
          <p:nvPr>
            <p:ph type="body" sz="quarter" idx="12"/>
          </p:nvPr>
        </p:nvSpPr>
        <p:spPr/>
        <p:txBody>
          <a:bodyPr/>
          <a:lstStyle/>
          <a:p>
            <a:endParaRPr lang="en-US"/>
          </a:p>
        </p:txBody>
      </p:sp>
      <p:sp>
        <p:nvSpPr>
          <p:cNvPr id="4" name="Title 3">
            <a:extLst>
              <a:ext uri="{FF2B5EF4-FFF2-40B4-BE49-F238E27FC236}">
                <a16:creationId xmlns:a16="http://schemas.microsoft.com/office/drawing/2014/main" id="{0D810002-51D8-CFBC-BD3F-963973A8ED7A}"/>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1D534E21-7EB0-8655-1FAF-0FBBAA97919C}"/>
              </a:ext>
            </a:extLst>
          </p:cNvPr>
          <p:cNvSpPr>
            <a:spLocks noGrp="1"/>
          </p:cNvSpPr>
          <p:nvPr>
            <p:ph sz="quarter" idx="13"/>
          </p:nvPr>
        </p:nvSpPr>
        <p:spPr/>
        <p:txBody>
          <a:bodyPr/>
          <a:lstStyle/>
          <a:p>
            <a:pPr marL="0" indent="0" algn="ctr">
              <a:buNone/>
            </a:pPr>
            <a:endParaRPr lang="en-US" sz="3200" b="1"/>
          </a:p>
          <a:p>
            <a:pPr marL="0" indent="0" algn="ctr">
              <a:buNone/>
            </a:pPr>
            <a:endParaRPr lang="en-US" sz="3200" b="1"/>
          </a:p>
          <a:p>
            <a:pPr marL="0" indent="0" algn="ctr">
              <a:buNone/>
            </a:pPr>
            <a:endParaRPr lang="en-US" sz="3200" b="1"/>
          </a:p>
          <a:p>
            <a:pPr marL="0" indent="0" algn="ctr">
              <a:buNone/>
            </a:pPr>
            <a:r>
              <a:rPr lang="en-US" sz="3200" b="1"/>
              <a:t>OBJECTIVES: TREND PER CAPABILITY</a:t>
            </a:r>
          </a:p>
        </p:txBody>
      </p:sp>
      <p:sp>
        <p:nvSpPr>
          <p:cNvPr id="6" name="Rectangle 5">
            <a:extLst>
              <a:ext uri="{FF2B5EF4-FFF2-40B4-BE49-F238E27FC236}">
                <a16:creationId xmlns:a16="http://schemas.microsoft.com/office/drawing/2014/main" id="{F074427A-C727-A25F-00F6-6BA35F10855E}"/>
              </a:ext>
            </a:extLst>
          </p:cNvPr>
          <p:cNvSpPr/>
          <p:nvPr/>
        </p:nvSpPr>
        <p:spPr>
          <a:xfrm>
            <a:off x="1371600" y="0"/>
            <a:ext cx="10820400" cy="11862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Tree>
    <p:extLst>
      <p:ext uri="{BB962C8B-B14F-4D97-AF65-F5344CB8AC3E}">
        <p14:creationId xmlns:p14="http://schemas.microsoft.com/office/powerpoint/2010/main" val="24556547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F07E0E-1EF7-93CB-AE93-58F5DBBBDC4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E1CC23F-34A9-CAB4-F1AC-61CD4A137DAD}"/>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8</a:t>
            </a:fld>
            <a:endParaRPr lang="en-US"/>
          </a:p>
        </p:txBody>
      </p:sp>
      <p:sp>
        <p:nvSpPr>
          <p:cNvPr id="3" name="Text Placeholder 2">
            <a:extLst>
              <a:ext uri="{FF2B5EF4-FFF2-40B4-BE49-F238E27FC236}">
                <a16:creationId xmlns:a16="http://schemas.microsoft.com/office/drawing/2014/main" id="{8C971F33-EC6D-15CB-7964-1A1BA3BB36F8}"/>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3CF13107-CDB7-AC85-5C5F-E7555AB75D8E}"/>
              </a:ext>
            </a:extLst>
          </p:cNvPr>
          <p:cNvSpPr>
            <a:spLocks noGrp="1"/>
          </p:cNvSpPr>
          <p:nvPr>
            <p:ph type="title"/>
          </p:nvPr>
        </p:nvSpPr>
        <p:spPr/>
        <p:txBody>
          <a:bodyPr/>
          <a:lstStyle/>
          <a:p>
            <a:r>
              <a:rPr lang="en-US"/>
              <a:t>Progress towards objectives: Security</a:t>
            </a:r>
          </a:p>
        </p:txBody>
      </p:sp>
      <p:graphicFrame>
        <p:nvGraphicFramePr>
          <p:cNvPr id="6" name="Chart 5">
            <a:extLst>
              <a:ext uri="{FF2B5EF4-FFF2-40B4-BE49-F238E27FC236}">
                <a16:creationId xmlns:a16="http://schemas.microsoft.com/office/drawing/2014/main" id="{EA804B61-8F8C-C6D5-94BB-B5CA583E7BE3}"/>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659FCAA8-D0E0-3539-B820-DF6D6318129E}"/>
              </a:ext>
            </a:extLst>
          </p:cNvPr>
          <p:cNvSpPr txBox="1"/>
          <p:nvPr/>
        </p:nvSpPr>
        <p:spPr>
          <a:xfrm>
            <a:off x="8958648" y="-525758"/>
            <a:ext cx="3101768" cy="369332"/>
          </a:xfrm>
          <a:prstGeom prst="rect">
            <a:avLst/>
          </a:prstGeom>
          <a:noFill/>
        </p:spPr>
        <p:txBody>
          <a:bodyPr wrap="none" lIns="90000" rtlCol="0" anchor="t">
            <a:spAutoFit/>
          </a:bodyPr>
          <a:lstStyle/>
          <a:p>
            <a:r>
              <a:rPr lang="en-US" b="1"/>
              <a:t>OBJECTIVES_SECURITY_CHART</a:t>
            </a:r>
            <a:endParaRPr lang="en-US"/>
          </a:p>
        </p:txBody>
      </p:sp>
      <p:sp>
        <p:nvSpPr>
          <p:cNvPr id="8" name="TextBox 7">
            <a:extLst>
              <a:ext uri="{FF2B5EF4-FFF2-40B4-BE49-F238E27FC236}">
                <a16:creationId xmlns:a16="http://schemas.microsoft.com/office/drawing/2014/main" id="{463D52BC-C3E2-2451-161B-F52A7FA9705A}"/>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15BDB332-5B7A-58F8-1634-D547EFC67F5B}"/>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4166511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BEF245-3442-A171-4B71-8976E674B40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27DFA2-EE79-84D9-93B7-40E7783C22ED}"/>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9</a:t>
            </a:fld>
            <a:endParaRPr lang="en-US"/>
          </a:p>
        </p:txBody>
      </p:sp>
      <p:sp>
        <p:nvSpPr>
          <p:cNvPr id="3" name="Text Placeholder 2">
            <a:extLst>
              <a:ext uri="{FF2B5EF4-FFF2-40B4-BE49-F238E27FC236}">
                <a16:creationId xmlns:a16="http://schemas.microsoft.com/office/drawing/2014/main" id="{348E3577-CF80-4497-779B-F8F9B649832B}"/>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723ACF5B-388E-198E-FD05-ADCFD0748A08}"/>
              </a:ext>
            </a:extLst>
          </p:cNvPr>
          <p:cNvSpPr>
            <a:spLocks noGrp="1"/>
          </p:cNvSpPr>
          <p:nvPr>
            <p:ph type="title"/>
          </p:nvPr>
        </p:nvSpPr>
        <p:spPr/>
        <p:txBody>
          <a:bodyPr/>
          <a:lstStyle/>
          <a:p>
            <a:r>
              <a:rPr lang="en-US"/>
              <a:t>Progress towards objectives: Open Source Health</a:t>
            </a:r>
          </a:p>
        </p:txBody>
      </p:sp>
      <p:graphicFrame>
        <p:nvGraphicFramePr>
          <p:cNvPr id="6" name="Chart 5">
            <a:extLst>
              <a:ext uri="{FF2B5EF4-FFF2-40B4-BE49-F238E27FC236}">
                <a16:creationId xmlns:a16="http://schemas.microsoft.com/office/drawing/2014/main" id="{1551057A-38E3-B1CD-A98D-FA6566BDC6A6}"/>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AAE381E8-8BDC-C11E-0B4E-573D2927E3C8}"/>
              </a:ext>
            </a:extLst>
          </p:cNvPr>
          <p:cNvSpPr txBox="1"/>
          <p:nvPr/>
        </p:nvSpPr>
        <p:spPr>
          <a:xfrm>
            <a:off x="8958648" y="-525758"/>
            <a:ext cx="2597014" cy="369332"/>
          </a:xfrm>
          <a:prstGeom prst="rect">
            <a:avLst/>
          </a:prstGeom>
          <a:noFill/>
        </p:spPr>
        <p:txBody>
          <a:bodyPr wrap="none" lIns="90000" rtlCol="0" anchor="t">
            <a:spAutoFit/>
          </a:bodyPr>
          <a:lstStyle/>
          <a:p>
            <a:r>
              <a:rPr lang="en-US" b="1"/>
              <a:t>OBJECTIVES_OSH_CHART</a:t>
            </a:r>
            <a:endParaRPr lang="en-US"/>
          </a:p>
        </p:txBody>
      </p:sp>
      <p:sp>
        <p:nvSpPr>
          <p:cNvPr id="8" name="TextBox 7">
            <a:extLst>
              <a:ext uri="{FF2B5EF4-FFF2-40B4-BE49-F238E27FC236}">
                <a16:creationId xmlns:a16="http://schemas.microsoft.com/office/drawing/2014/main" id="{B5C2DE49-7433-6CBC-CA29-7C7939288C8E}"/>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F131CF1D-7DAE-FF14-4371-2186B59208F0}"/>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7741565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4EC71-BF20-1EC9-6B8D-E66363F242A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39F4491-51CB-EEE5-D092-EF2325FC49E6}"/>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10</a:t>
            </a:fld>
            <a:endParaRPr lang="en-US"/>
          </a:p>
        </p:txBody>
      </p:sp>
      <p:sp>
        <p:nvSpPr>
          <p:cNvPr id="3" name="Text Placeholder 2">
            <a:extLst>
              <a:ext uri="{FF2B5EF4-FFF2-40B4-BE49-F238E27FC236}">
                <a16:creationId xmlns:a16="http://schemas.microsoft.com/office/drawing/2014/main" id="{665BB6BA-D3E5-6DBC-BA5D-B53502B31A39}"/>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08BDABA6-F829-DABD-783E-014F92383623}"/>
              </a:ext>
            </a:extLst>
          </p:cNvPr>
          <p:cNvSpPr>
            <a:spLocks noGrp="1"/>
          </p:cNvSpPr>
          <p:nvPr>
            <p:ph type="title"/>
          </p:nvPr>
        </p:nvSpPr>
        <p:spPr/>
        <p:txBody>
          <a:bodyPr/>
          <a:lstStyle/>
          <a:p>
            <a:r>
              <a:rPr lang="en-US"/>
              <a:t>Progress towards objectives: Maintainability</a:t>
            </a:r>
          </a:p>
        </p:txBody>
      </p:sp>
      <p:graphicFrame>
        <p:nvGraphicFramePr>
          <p:cNvPr id="6" name="Chart 5">
            <a:extLst>
              <a:ext uri="{FF2B5EF4-FFF2-40B4-BE49-F238E27FC236}">
                <a16:creationId xmlns:a16="http://schemas.microsoft.com/office/drawing/2014/main" id="{D309D7A3-6D2B-5238-FDCA-89277EA3E24A}"/>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FBB95D9E-971C-257B-3338-71CD7C91C015}"/>
              </a:ext>
            </a:extLst>
          </p:cNvPr>
          <p:cNvSpPr txBox="1"/>
          <p:nvPr/>
        </p:nvSpPr>
        <p:spPr>
          <a:xfrm>
            <a:off x="8958648" y="-525758"/>
            <a:ext cx="3912566" cy="369332"/>
          </a:xfrm>
          <a:prstGeom prst="rect">
            <a:avLst/>
          </a:prstGeom>
          <a:noFill/>
        </p:spPr>
        <p:txBody>
          <a:bodyPr wrap="none" lIns="90000" rtlCol="0" anchor="t">
            <a:spAutoFit/>
          </a:bodyPr>
          <a:lstStyle/>
          <a:p>
            <a:r>
              <a:rPr lang="en-US" b="1"/>
              <a:t>OBJECTIVES_MAINTAINABILITY_CHART</a:t>
            </a:r>
            <a:endParaRPr lang="en-US"/>
          </a:p>
        </p:txBody>
      </p:sp>
      <p:sp>
        <p:nvSpPr>
          <p:cNvPr id="8" name="TextBox 7">
            <a:extLst>
              <a:ext uri="{FF2B5EF4-FFF2-40B4-BE49-F238E27FC236}">
                <a16:creationId xmlns:a16="http://schemas.microsoft.com/office/drawing/2014/main" id="{D644A357-894B-360C-F02D-0E805F440A54}"/>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308BF43F-4B27-019F-F6AA-84146EA48A8B}"/>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1600949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EA77C-7A9E-2604-6B02-6FB6C57A31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5830A8F-64E7-1C1D-24C6-C12102806E66}"/>
              </a:ext>
            </a:extLst>
          </p:cNvPr>
          <p:cNvSpPr>
            <a:spLocks noGrp="1"/>
          </p:cNvSpPr>
          <p:nvPr>
            <p:ph type="sldNum" sz="quarter" idx="4"/>
          </p:nvPr>
        </p:nvSpPr>
        <p:spPr>
          <a:xfrm>
            <a:off x="11495599" y="6550219"/>
            <a:ext cx="250068" cy="236406"/>
          </a:xfrm>
          <a:prstGeom prst="rect">
            <a:avLst/>
          </a:prstGeom>
          <a:noFill/>
          <a:ln w="12700" cap="flat" cmpd="sng" algn="ctr">
            <a:noFill/>
            <a:prstDash val="solid"/>
            <a:miter lim="800000"/>
          </a:ln>
        </p:spPr>
        <p:txBody>
          <a:bodyPr wrap="none" lIns="0" tIns="36000" rtlCol="0" anchor="ctr">
            <a:spAutoFit/>
          </a:bodyPr>
          <a:lstStyle>
            <a:defPPr>
              <a:defRPr lang="en-US"/>
            </a:defPPr>
            <a:lvl1pPr marL="0" algn="r" defTabSz="914400" rtl="0" eaLnBrk="1" latinLnBrk="0" hangingPunct="1">
              <a:defRPr lang="en-US" sz="1000" b="1" kern="1200" spc="10" smtClean="0">
                <a:solidFill>
                  <a:srgbClr val="B2BECD"/>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fld id="{E242BD21-9B61-2246-BCB1-4BE5E1BEBE1C}" type="slidenum">
              <a:rPr lang="en-US" smtClean="0"/>
              <a:pPr/>
              <a:t>11</a:t>
            </a:fld>
            <a:endParaRPr lang="en-US"/>
          </a:p>
        </p:txBody>
      </p:sp>
      <p:sp>
        <p:nvSpPr>
          <p:cNvPr id="3" name="Text Placeholder 2">
            <a:extLst>
              <a:ext uri="{FF2B5EF4-FFF2-40B4-BE49-F238E27FC236}">
                <a16:creationId xmlns:a16="http://schemas.microsoft.com/office/drawing/2014/main" id="{66F722AC-8C8A-2B3B-1671-FE6B7573FDE0}"/>
              </a:ext>
            </a:extLst>
          </p:cNvPr>
          <p:cNvSpPr>
            <a:spLocks noGrp="1"/>
          </p:cNvSpPr>
          <p:nvPr>
            <p:ph type="body" sz="quarter" idx="12"/>
          </p:nvPr>
        </p:nvSpPr>
        <p:spPr>
          <a:xfrm>
            <a:off x="381600" y="129568"/>
            <a:ext cx="1578812" cy="228209"/>
          </a:xfrm>
        </p:spPr>
        <p:txBody>
          <a:bodyPr/>
          <a:lstStyle/>
          <a:p>
            <a:r>
              <a:rPr lang="en-US" dirty="0"/>
              <a:t>Sigrid Objectives</a:t>
            </a:r>
          </a:p>
        </p:txBody>
      </p:sp>
      <p:sp>
        <p:nvSpPr>
          <p:cNvPr id="4" name="Title 3">
            <a:extLst>
              <a:ext uri="{FF2B5EF4-FFF2-40B4-BE49-F238E27FC236}">
                <a16:creationId xmlns:a16="http://schemas.microsoft.com/office/drawing/2014/main" id="{4EFC0CB5-4975-B41B-F265-6AE5A3F2ADFE}"/>
              </a:ext>
            </a:extLst>
          </p:cNvPr>
          <p:cNvSpPr>
            <a:spLocks noGrp="1"/>
          </p:cNvSpPr>
          <p:nvPr>
            <p:ph type="title"/>
          </p:nvPr>
        </p:nvSpPr>
        <p:spPr/>
        <p:txBody>
          <a:bodyPr/>
          <a:lstStyle/>
          <a:p>
            <a:r>
              <a:rPr lang="en-US"/>
              <a:t>Progress towards objectives: Architecture</a:t>
            </a:r>
          </a:p>
        </p:txBody>
      </p:sp>
      <p:graphicFrame>
        <p:nvGraphicFramePr>
          <p:cNvPr id="6" name="Chart 5">
            <a:extLst>
              <a:ext uri="{FF2B5EF4-FFF2-40B4-BE49-F238E27FC236}">
                <a16:creationId xmlns:a16="http://schemas.microsoft.com/office/drawing/2014/main" id="{FBB521E4-96ED-814A-B322-AFBA0633E84C}"/>
              </a:ext>
            </a:extLst>
          </p:cNvPr>
          <p:cNvGraphicFramePr/>
          <p:nvPr/>
        </p:nvGraphicFramePr>
        <p:xfrm>
          <a:off x="478224" y="1606666"/>
          <a:ext cx="11267443" cy="4236056"/>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a:extLst>
              <a:ext uri="{FF2B5EF4-FFF2-40B4-BE49-F238E27FC236}">
                <a16:creationId xmlns:a16="http://schemas.microsoft.com/office/drawing/2014/main" id="{41183F90-63B2-0646-9068-7E4E2BCF14D9}"/>
              </a:ext>
            </a:extLst>
          </p:cNvPr>
          <p:cNvSpPr txBox="1"/>
          <p:nvPr/>
        </p:nvSpPr>
        <p:spPr>
          <a:xfrm>
            <a:off x="8958648" y="-525758"/>
            <a:ext cx="3635054" cy="369332"/>
          </a:xfrm>
          <a:prstGeom prst="rect">
            <a:avLst/>
          </a:prstGeom>
          <a:noFill/>
        </p:spPr>
        <p:txBody>
          <a:bodyPr wrap="none" lIns="90000" rtlCol="0" anchor="t">
            <a:spAutoFit/>
          </a:bodyPr>
          <a:lstStyle/>
          <a:p>
            <a:r>
              <a:rPr lang="en-US" b="1"/>
              <a:t>OBJECTIVES_ARCHITECTURE_CHART</a:t>
            </a:r>
            <a:endParaRPr lang="en-US"/>
          </a:p>
        </p:txBody>
      </p:sp>
      <p:sp>
        <p:nvSpPr>
          <p:cNvPr id="8" name="TextBox 7">
            <a:extLst>
              <a:ext uri="{FF2B5EF4-FFF2-40B4-BE49-F238E27FC236}">
                <a16:creationId xmlns:a16="http://schemas.microsoft.com/office/drawing/2014/main" id="{79FE74E7-A4E7-D99A-A30E-92E30405FE49}"/>
              </a:ext>
            </a:extLst>
          </p:cNvPr>
          <p:cNvSpPr txBox="1"/>
          <p:nvPr/>
        </p:nvSpPr>
        <p:spPr>
          <a:xfrm>
            <a:off x="2791143" y="6026120"/>
            <a:ext cx="6609715" cy="353558"/>
          </a:xfrm>
          <a:prstGeom prst="rect">
            <a:avLst/>
          </a:prstGeom>
          <a:noFill/>
        </p:spPr>
        <p:txBody>
          <a:bodyPr wrap="none" lIns="90000" rtlCol="0" anchor="t">
            <a:spAutoFit/>
          </a:bodyPr>
          <a:lstStyle/>
          <a:p>
            <a:pPr>
              <a:lnSpc>
                <a:spcPct val="113000"/>
              </a:lnSpc>
            </a:pPr>
            <a:r>
              <a:rPr lang="en-US" sz="1600" dirty="0" err="1">
                <a:solidFill>
                  <a:srgbClr val="0066FF"/>
                </a:solidFill>
              </a:rPr>
              <a:t>⬤</a:t>
            </a:r>
            <a:r>
              <a:rPr lang="en-US" sz="1600" dirty="0" err="1">
                <a:solidFill>
                  <a:schemeClr val="tx2"/>
                </a:solidFill>
              </a:rPr>
              <a:t> Objective met    </a:t>
            </a:r>
            <a:r>
              <a:rPr lang="en-US" sz="1600" dirty="0" err="1">
                <a:solidFill>
                  <a:srgbClr val="67E77F"/>
                </a:solidFill>
              </a:rPr>
              <a:t>⬤</a:t>
            </a:r>
            <a:r>
              <a:rPr lang="en-US" sz="1600" dirty="0" err="1">
                <a:solidFill>
                  <a:schemeClr val="tx2"/>
                </a:solidFill>
              </a:rPr>
              <a:t> Improved    </a:t>
            </a:r>
            <a:r>
              <a:rPr lang="en-US" sz="1600" dirty="0" err="1">
                <a:solidFill>
                  <a:srgbClr val="BFC4CF"/>
                </a:solidFill>
              </a:rPr>
              <a:t>⬤</a:t>
            </a:r>
            <a:r>
              <a:rPr lang="en-US" sz="1600" dirty="0" err="1">
                <a:solidFill>
                  <a:schemeClr val="tx2"/>
                </a:solidFill>
              </a:rPr>
              <a:t> Unchanged    </a:t>
            </a:r>
            <a:r>
              <a:rPr lang="en-US" sz="1600" dirty="0" err="1">
                <a:solidFill>
                  <a:srgbClr val="F06241"/>
                </a:solidFill>
              </a:rPr>
              <a:t>⬤</a:t>
            </a:r>
            <a:r>
              <a:rPr lang="en-US" sz="1600" dirty="0" err="1">
                <a:solidFill>
                  <a:schemeClr val="tx2"/>
                </a:solidFill>
              </a:rPr>
              <a:t> Worsened    </a:t>
            </a:r>
            <a:r>
              <a:rPr lang="en-US" sz="1600" dirty="0" err="1">
                <a:solidFill>
                  <a:schemeClr val="bg1"/>
                </a:solidFill>
              </a:rPr>
              <a:t>⬤</a:t>
            </a:r>
            <a:r>
              <a:rPr lang="en-US" sz="1600" dirty="0" err="1">
                <a:solidFill>
                  <a:schemeClr val="tx2"/>
                </a:solidFill>
              </a:rPr>
              <a:t> Unknown</a:t>
            </a:r>
          </a:p>
        </p:txBody>
      </p:sp>
      <p:sp>
        <p:nvSpPr>
          <p:cNvPr id="9" name="TextBox 8">
            <a:extLst>
              <a:ext uri="{FF2B5EF4-FFF2-40B4-BE49-F238E27FC236}">
                <a16:creationId xmlns:a16="http://schemas.microsoft.com/office/drawing/2014/main" id="{A55E5897-263B-F75F-BB48-770410B9BCFB}"/>
              </a:ext>
            </a:extLst>
          </p:cNvPr>
          <p:cNvSpPr txBox="1"/>
          <p:nvPr/>
        </p:nvSpPr>
        <p:spPr>
          <a:xfrm>
            <a:off x="470981" y="1293279"/>
            <a:ext cx="1622452" cy="289503"/>
          </a:xfrm>
          <a:prstGeom prst="rect">
            <a:avLst/>
          </a:prstGeom>
          <a:noFill/>
        </p:spPr>
        <p:txBody>
          <a:bodyPr wrap="none" lIns="90000" rtlCol="0" anchor="t">
            <a:spAutoFit/>
          </a:bodyPr>
          <a:lstStyle/>
          <a:p>
            <a:pPr algn="l">
              <a:lnSpc>
                <a:spcPct val="113000"/>
              </a:lnSpc>
            </a:pPr>
            <a:r>
              <a:rPr lang="en-US" sz="1200" dirty="0" err="1">
                <a:solidFill>
                  <a:schemeClr val="tx2"/>
                </a:solidFill>
              </a:rPr>
              <a:t>Percentage of portfolio</a:t>
            </a:r>
          </a:p>
        </p:txBody>
      </p:sp>
    </p:spTree>
    <p:extLst>
      <p:ext uri="{BB962C8B-B14F-4D97-AF65-F5344CB8AC3E}">
        <p14:creationId xmlns:p14="http://schemas.microsoft.com/office/powerpoint/2010/main" val="2613540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553638-E7EA-6540-EB95-71AC99BB183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006550A-82BC-27A9-5BA9-11E0BD7D281C}"/>
              </a:ext>
            </a:extLst>
          </p:cNvPr>
          <p:cNvSpPr>
            <a:spLocks noGrp="1"/>
          </p:cNvSpPr>
          <p:nvPr>
            <p:ph type="sldNum" sz="quarter" idx="4"/>
          </p:nvPr>
        </p:nvSpPr>
        <p:spPr/>
        <p:txBody>
          <a:bodyPr/>
          <a:lstStyle/>
          <a:p>
            <a:fld id="{E242BD21-9B61-2246-BCB1-4BE5E1BEBE1C}" type="slidenum">
              <a:rPr lang="en-US" smtClean="0"/>
              <a:pPr/>
              <a:t>12</a:t>
            </a:fld>
            <a:endParaRPr lang="en-US"/>
          </a:p>
        </p:txBody>
      </p:sp>
      <p:sp>
        <p:nvSpPr>
          <p:cNvPr id="3" name="Text Placeholder 2">
            <a:extLst>
              <a:ext uri="{FF2B5EF4-FFF2-40B4-BE49-F238E27FC236}">
                <a16:creationId xmlns:a16="http://schemas.microsoft.com/office/drawing/2014/main" id="{3805C72F-BC02-E5AC-7875-697FD443A9D3}"/>
              </a:ext>
            </a:extLst>
          </p:cNvPr>
          <p:cNvSpPr>
            <a:spLocks noGrp="1"/>
          </p:cNvSpPr>
          <p:nvPr>
            <p:ph type="body" sz="quarter" idx="12"/>
          </p:nvPr>
        </p:nvSpPr>
        <p:spPr/>
        <p:txBody>
          <a:bodyPr/>
          <a:lstStyle/>
          <a:p>
            <a:endParaRPr lang="en-US"/>
          </a:p>
        </p:txBody>
      </p:sp>
      <p:sp>
        <p:nvSpPr>
          <p:cNvPr id="4" name="Title 3">
            <a:extLst>
              <a:ext uri="{FF2B5EF4-FFF2-40B4-BE49-F238E27FC236}">
                <a16:creationId xmlns:a16="http://schemas.microsoft.com/office/drawing/2014/main" id="{89E30962-2823-732A-4055-DA798F204AF7}"/>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27E713ED-C675-C9A6-C511-46A1453EFEE1}"/>
              </a:ext>
            </a:extLst>
          </p:cNvPr>
          <p:cNvSpPr>
            <a:spLocks noGrp="1"/>
          </p:cNvSpPr>
          <p:nvPr>
            <p:ph sz="quarter" idx="13"/>
          </p:nvPr>
        </p:nvSpPr>
        <p:spPr/>
        <p:txBody>
          <a:bodyPr/>
          <a:lstStyle/>
          <a:p>
            <a:pPr marL="0" indent="0" algn="ctr">
              <a:buNone/>
            </a:pPr>
            <a:endParaRPr lang="en-US" sz="3200" b="1" dirty="0"/>
          </a:p>
          <a:p>
            <a:pPr marL="0" indent="0" algn="ctr">
              <a:buNone/>
            </a:pPr>
            <a:endParaRPr lang="en-US" sz="3200" b="1" dirty="0"/>
          </a:p>
          <a:p>
            <a:pPr marL="0" indent="0" algn="ctr">
              <a:buNone/>
            </a:pPr>
            <a:endParaRPr lang="en-US" sz="3200" b="1" dirty="0"/>
          </a:p>
          <a:p>
            <a:pPr marL="0" indent="0" algn="ctr">
              <a:buNone/>
            </a:pPr>
            <a:r>
              <a:rPr lang="en-US" sz="3200" b="1" dirty="0"/>
              <a:t>PORTFOLIO TRENDS</a:t>
            </a:r>
          </a:p>
        </p:txBody>
      </p:sp>
      <p:sp>
        <p:nvSpPr>
          <p:cNvPr id="6" name="Rectangle 5">
            <a:extLst>
              <a:ext uri="{FF2B5EF4-FFF2-40B4-BE49-F238E27FC236}">
                <a16:creationId xmlns:a16="http://schemas.microsoft.com/office/drawing/2014/main" id="{9CAD5F29-E096-9FA6-116C-606DEF54A9DD}"/>
              </a:ext>
            </a:extLst>
          </p:cNvPr>
          <p:cNvSpPr/>
          <p:nvPr/>
        </p:nvSpPr>
        <p:spPr>
          <a:xfrm>
            <a:off x="1371600" y="0"/>
            <a:ext cx="10820400" cy="118624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Tree>
    <p:extLst>
      <p:ext uri="{BB962C8B-B14F-4D97-AF65-F5344CB8AC3E}">
        <p14:creationId xmlns:p14="http://schemas.microsoft.com/office/powerpoint/2010/main" val="39217259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8244CA5-514A-F2C8-D527-F14A5B9AC569}"/>
              </a:ext>
            </a:extLst>
          </p:cNvPr>
          <p:cNvSpPr>
            <a:spLocks noGrp="1"/>
          </p:cNvSpPr>
          <p:nvPr>
            <p:ph type="sldNum" sz="quarter" idx="4"/>
          </p:nvPr>
        </p:nvSpPr>
        <p:spPr/>
        <p:txBody>
          <a:bodyPr/>
          <a:lstStyle/>
          <a:p>
            <a:fld id="{E242BD21-9B61-2246-BCB1-4BE5E1BEBE1C}" type="slidenum">
              <a:rPr lang="en-US" smtClean="0"/>
              <a:pPr/>
              <a:t>13</a:t>
            </a:fld>
            <a:endParaRPr lang="en-US"/>
          </a:p>
        </p:txBody>
      </p:sp>
      <p:sp>
        <p:nvSpPr>
          <p:cNvPr id="3" name="Text Placeholder 2">
            <a:extLst>
              <a:ext uri="{FF2B5EF4-FFF2-40B4-BE49-F238E27FC236}">
                <a16:creationId xmlns:a16="http://schemas.microsoft.com/office/drawing/2014/main" id="{A1FB216C-5424-3BD3-734F-8940B8F7557A}"/>
              </a:ext>
            </a:extLst>
          </p:cNvPr>
          <p:cNvSpPr>
            <a:spLocks noGrp="1"/>
          </p:cNvSpPr>
          <p:nvPr>
            <p:ph type="body" sz="quarter" idx="12"/>
          </p:nvPr>
        </p:nvSpPr>
        <p:spPr/>
        <p:txBody>
          <a:bodyPr/>
          <a:lstStyle/>
          <a:p>
            <a:endParaRPr lang="en-US"/>
          </a:p>
        </p:txBody>
      </p:sp>
      <p:sp>
        <p:nvSpPr>
          <p:cNvPr id="4" name="Title 3">
            <a:extLst>
              <a:ext uri="{FF2B5EF4-FFF2-40B4-BE49-F238E27FC236}">
                <a16:creationId xmlns:a16="http://schemas.microsoft.com/office/drawing/2014/main" id="{0EC6F36A-A551-DDD9-E55E-E2D402E7F6D1}"/>
              </a:ext>
            </a:extLst>
          </p:cNvPr>
          <p:cNvSpPr>
            <a:spLocks noGrp="1"/>
          </p:cNvSpPr>
          <p:nvPr>
            <p:ph type="title"/>
          </p:nvPr>
        </p:nvSpPr>
        <p:spPr/>
        <p:txBody>
          <a:bodyPr/>
          <a:lstStyle/>
          <a:p>
            <a:endParaRPr lang="en-US"/>
          </a:p>
        </p:txBody>
      </p:sp>
      <p:sp>
        <p:nvSpPr>
          <p:cNvPr id="5" name="Content Placeholder 4">
            <a:extLst>
              <a:ext uri="{FF2B5EF4-FFF2-40B4-BE49-F238E27FC236}">
                <a16:creationId xmlns:a16="http://schemas.microsoft.com/office/drawing/2014/main" id="{BE58C03D-C2C9-5113-4B51-C48613DCAAAD}"/>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12255898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CC67760-8D17-F224-E41D-7B03AE90F2F3}"/>
              </a:ext>
            </a:extLst>
          </p:cNvPr>
          <p:cNvSpPr>
            <a:spLocks noGrp="1"/>
          </p:cNvSpPr>
          <p:nvPr>
            <p:ph type="body" sz="quarter" idx="12"/>
          </p:nvPr>
        </p:nvSpPr>
        <p:spPr>
          <a:xfrm>
            <a:off x="381600" y="129568"/>
            <a:ext cx="2337673" cy="228209"/>
          </a:xfrm>
        </p:spPr>
        <p:txBody>
          <a:bodyPr/>
          <a:lstStyle/>
          <a:p>
            <a:r>
              <a:rPr lang="en-US" dirty="0"/>
              <a:t>Findings – Maintainability</a:t>
            </a:r>
          </a:p>
        </p:txBody>
      </p:sp>
      <p:sp>
        <p:nvSpPr>
          <p:cNvPr id="3" name="Content Placeholder 2">
            <a:extLst>
              <a:ext uri="{FF2B5EF4-FFF2-40B4-BE49-F238E27FC236}">
                <a16:creationId xmlns:a16="http://schemas.microsoft.com/office/drawing/2014/main" id="{2249FADE-C775-6868-69DC-AD7960DC0C22}"/>
              </a:ext>
            </a:extLst>
          </p:cNvPr>
          <p:cNvSpPr>
            <a:spLocks noGrp="1"/>
          </p:cNvSpPr>
          <p:nvPr>
            <p:ph sz="quarter" idx="13"/>
          </p:nvPr>
        </p:nvSpPr>
        <p:spPr>
          <a:xfrm>
            <a:off x="154800" y="1411200"/>
            <a:ext cx="11880000" cy="1515384"/>
          </a:xfrm>
        </p:spPr>
        <p:txBody>
          <a:bodyPr/>
          <a:lstStyle/>
          <a:p>
            <a:r>
              <a:rPr lang="en-US" dirty="0" err="1"/>
              <a:t>PORTFOLIO_PERIOD_MAINT_SUMMARY</a:t>
            </a:r>
            <a:endParaRPr lang="en-US" dirty="0"/>
          </a:p>
        </p:txBody>
      </p:sp>
      <p:sp>
        <p:nvSpPr>
          <p:cNvPr id="4" name="Footer Placeholder 3">
            <a:extLst>
              <a:ext uri="{FF2B5EF4-FFF2-40B4-BE49-F238E27FC236}">
                <a16:creationId xmlns:a16="http://schemas.microsoft.com/office/drawing/2014/main" id="{392DFF0C-127D-381A-AD5D-B6169D9908CC}"/>
              </a:ext>
            </a:extLst>
          </p:cNvPr>
          <p:cNvSpPr>
            <a:spLocks noGrp="1"/>
          </p:cNvSpPr>
          <p:nvPr>
            <p:ph type="ftr" sz="quarter" idx="14"/>
          </p:nvPr>
        </p:nvSpPr>
        <p:spPr/>
        <p:txBody>
          <a:bodyPr/>
          <a:lstStyle/>
          <a:p>
            <a:r>
              <a:rPr lang="nl-NL"/>
              <a:t>Confidential</a:t>
            </a:r>
            <a:endParaRPr lang="nl-NL" dirty="0"/>
          </a:p>
        </p:txBody>
      </p:sp>
      <p:sp>
        <p:nvSpPr>
          <p:cNvPr id="5" name="Slide Number Placeholder 4">
            <a:extLst>
              <a:ext uri="{FF2B5EF4-FFF2-40B4-BE49-F238E27FC236}">
                <a16:creationId xmlns:a16="http://schemas.microsoft.com/office/drawing/2014/main" id="{B3517869-5ACD-83DD-427A-B85554511DC6}"/>
              </a:ext>
            </a:extLst>
          </p:cNvPr>
          <p:cNvSpPr>
            <a:spLocks noGrp="1"/>
          </p:cNvSpPr>
          <p:nvPr>
            <p:ph type="sldNum" sz="quarter" idx="15"/>
          </p:nvPr>
        </p:nvSpPr>
        <p:spPr/>
        <p:txBody>
          <a:bodyPr/>
          <a:lstStyle/>
          <a:p>
            <a:fld id="{E242BD21-9B61-2246-BCB1-4BE5E1BEBE1C}" type="slidenum">
              <a:rPr lang="nl-NL" smtClean="0"/>
              <a:pPr/>
              <a:t>14</a:t>
            </a:fld>
            <a:endParaRPr lang="nl-NL"/>
          </a:p>
        </p:txBody>
      </p:sp>
      <p:sp>
        <p:nvSpPr>
          <p:cNvPr id="6" name="Title 5">
            <a:extLst>
              <a:ext uri="{FF2B5EF4-FFF2-40B4-BE49-F238E27FC236}">
                <a16:creationId xmlns:a16="http://schemas.microsoft.com/office/drawing/2014/main" id="{827A217F-0233-99BB-9ED6-F0F89C58279C}"/>
              </a:ext>
            </a:extLst>
          </p:cNvPr>
          <p:cNvSpPr>
            <a:spLocks noGrp="1"/>
          </p:cNvSpPr>
          <p:nvPr>
            <p:ph type="title"/>
          </p:nvPr>
        </p:nvSpPr>
        <p:spPr/>
        <p:txBody>
          <a:bodyPr/>
          <a:lstStyle/>
          <a:p>
            <a:r>
              <a:rPr lang="en-US" dirty="0" err="1"/>
              <a:t>PORTFOLIO_PERIOD_MAINT_SHORT_SUMMARY</a:t>
            </a:r>
            <a:endParaRPr lang="en-US" dirty="0"/>
          </a:p>
        </p:txBody>
      </p:sp>
      <p:sp>
        <p:nvSpPr>
          <p:cNvPr id="7" name="Rectangle 6">
            <a:extLst>
              <a:ext uri="{FF2B5EF4-FFF2-40B4-BE49-F238E27FC236}">
                <a16:creationId xmlns:a16="http://schemas.microsoft.com/office/drawing/2014/main" id="{77A3403A-9C4C-4AD9-1432-B2E35CF59939}"/>
              </a:ext>
            </a:extLst>
          </p:cNvPr>
          <p:cNvSpPr/>
          <p:nvPr/>
        </p:nvSpPr>
        <p:spPr>
          <a:xfrm>
            <a:off x="0" y="3154680"/>
            <a:ext cx="12192000" cy="3163320"/>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B9DDCA06-2D67-8B34-48F3-7C1008E7348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7090A3CB-751A-D677-2DE7-A545367E59CC}"/>
              </a:ext>
            </a:extLst>
          </p:cNvPr>
          <p:cNvSpPr/>
          <p:nvPr/>
        </p:nvSpPr>
        <p:spPr>
          <a:xfrm>
            <a:off x="512063" y="3200400"/>
            <a:ext cx="11233603" cy="284378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PORTFOLIO_PERIOD_MAINTAINABILITY</a:t>
            </a:r>
            <a:endParaRPr lang="en-US" sz="1600" dirty="0">
              <a:solidFill>
                <a:schemeClr val="bg1"/>
              </a:solidFill>
            </a:endParaRPr>
          </a:p>
        </p:txBody>
      </p:sp>
      <p:sp>
        <p:nvSpPr>
          <p:cNvPr id="10" name="TextBox 9">
            <a:extLst>
              <a:ext uri="{FF2B5EF4-FFF2-40B4-BE49-F238E27FC236}">
                <a16:creationId xmlns:a16="http://schemas.microsoft.com/office/drawing/2014/main" id="{4C4CFAF7-5C91-15DE-4028-CF2F3311AD46}"/>
              </a:ext>
            </a:extLst>
          </p:cNvPr>
          <p:cNvSpPr txBox="1"/>
          <p:nvPr/>
        </p:nvSpPr>
        <p:spPr>
          <a:xfrm>
            <a:off x="2643466"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grpSp>
        <p:nvGrpSpPr>
          <p:cNvPr id="11" name="Group 10">
            <a:extLst>
              <a:ext uri="{FF2B5EF4-FFF2-40B4-BE49-F238E27FC236}">
                <a16:creationId xmlns:a16="http://schemas.microsoft.com/office/drawing/2014/main" id="{446AC43B-FB85-566A-D423-C9E291AF9935}"/>
              </a:ext>
            </a:extLst>
          </p:cNvPr>
          <p:cNvGrpSpPr/>
          <p:nvPr/>
        </p:nvGrpSpPr>
        <p:grpSpPr>
          <a:xfrm>
            <a:off x="516802" y="6117354"/>
            <a:ext cx="300732" cy="98617"/>
            <a:chOff x="586253" y="6116391"/>
            <a:chExt cx="300732" cy="98617"/>
          </a:xfrm>
        </p:grpSpPr>
        <p:sp>
          <p:nvSpPr>
            <p:cNvPr id="12" name="TextBox 11">
              <a:extLst>
                <a:ext uri="{FF2B5EF4-FFF2-40B4-BE49-F238E27FC236}">
                  <a16:creationId xmlns:a16="http://schemas.microsoft.com/office/drawing/2014/main" id="{0F508713-5881-BA44-017E-E6B476CDD453}"/>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 star</a:t>
              </a:r>
            </a:p>
          </p:txBody>
        </p:sp>
        <p:sp>
          <p:nvSpPr>
            <p:cNvPr id="13" name="Rounded Rectangle 12">
              <a:extLst>
                <a:ext uri="{FF2B5EF4-FFF2-40B4-BE49-F238E27FC236}">
                  <a16:creationId xmlns:a16="http://schemas.microsoft.com/office/drawing/2014/main" id="{C630D1E9-9141-CF99-D201-F142753558DA}"/>
                </a:ext>
              </a:extLst>
            </p:cNvPr>
            <p:cNvSpPr>
              <a:spLocks noChangeAspect="1"/>
            </p:cNvSpPr>
            <p:nvPr/>
          </p:nvSpPr>
          <p:spPr>
            <a:xfrm>
              <a:off x="586253" y="6119980"/>
              <a:ext cx="89812" cy="91440"/>
            </a:xfrm>
            <a:prstGeom prst="roundRect">
              <a:avLst/>
            </a:prstGeom>
            <a:solidFill>
              <a:srgbClr val="C0403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14" name="Group 13">
            <a:extLst>
              <a:ext uri="{FF2B5EF4-FFF2-40B4-BE49-F238E27FC236}">
                <a16:creationId xmlns:a16="http://schemas.microsoft.com/office/drawing/2014/main" id="{02B7B92D-03A3-6D93-DE33-60FAFD00979D}"/>
              </a:ext>
            </a:extLst>
          </p:cNvPr>
          <p:cNvGrpSpPr/>
          <p:nvPr/>
        </p:nvGrpSpPr>
        <p:grpSpPr>
          <a:xfrm>
            <a:off x="934179" y="6117354"/>
            <a:ext cx="331190" cy="98617"/>
            <a:chOff x="961765" y="6117353"/>
            <a:chExt cx="331190" cy="98617"/>
          </a:xfrm>
        </p:grpSpPr>
        <p:sp>
          <p:nvSpPr>
            <p:cNvPr id="15" name="TextBox 14">
              <a:extLst>
                <a:ext uri="{FF2B5EF4-FFF2-40B4-BE49-F238E27FC236}">
                  <a16:creationId xmlns:a16="http://schemas.microsoft.com/office/drawing/2014/main" id="{F40874C3-06E0-53B4-1DA5-760FC4C6DD22}"/>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2 stars</a:t>
              </a:r>
            </a:p>
          </p:txBody>
        </p:sp>
        <p:sp>
          <p:nvSpPr>
            <p:cNvPr id="16" name="Rounded Rectangle 15">
              <a:extLst>
                <a:ext uri="{FF2B5EF4-FFF2-40B4-BE49-F238E27FC236}">
                  <a16:creationId xmlns:a16="http://schemas.microsoft.com/office/drawing/2014/main" id="{4ED97F60-B6E7-FC89-07D5-AF798406E27B}"/>
                </a:ext>
              </a:extLst>
            </p:cNvPr>
            <p:cNvSpPr>
              <a:spLocks noChangeAspect="1"/>
            </p:cNvSpPr>
            <p:nvPr/>
          </p:nvSpPr>
          <p:spPr>
            <a:xfrm>
              <a:off x="961765" y="6120942"/>
              <a:ext cx="89812" cy="91440"/>
            </a:xfrm>
            <a:prstGeom prst="roundRect">
              <a:avLst/>
            </a:prstGeom>
            <a:solidFill>
              <a:srgbClr val="EF981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17" name="Group 16">
            <a:extLst>
              <a:ext uri="{FF2B5EF4-FFF2-40B4-BE49-F238E27FC236}">
                <a16:creationId xmlns:a16="http://schemas.microsoft.com/office/drawing/2014/main" id="{B99F252F-BCBC-21D2-012A-5CEAC15B9D00}"/>
              </a:ext>
            </a:extLst>
          </p:cNvPr>
          <p:cNvGrpSpPr/>
          <p:nvPr/>
        </p:nvGrpSpPr>
        <p:grpSpPr>
          <a:xfrm>
            <a:off x="1382015" y="6117354"/>
            <a:ext cx="331190" cy="98617"/>
            <a:chOff x="1114165" y="6269753"/>
            <a:chExt cx="331190" cy="98617"/>
          </a:xfrm>
        </p:grpSpPr>
        <p:sp>
          <p:nvSpPr>
            <p:cNvPr id="18" name="TextBox 17">
              <a:extLst>
                <a:ext uri="{FF2B5EF4-FFF2-40B4-BE49-F238E27FC236}">
                  <a16:creationId xmlns:a16="http://schemas.microsoft.com/office/drawing/2014/main" id="{09C5B920-76C2-F471-FA4A-2195AF64CD8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3 stars</a:t>
              </a:r>
            </a:p>
          </p:txBody>
        </p:sp>
        <p:sp>
          <p:nvSpPr>
            <p:cNvPr id="19" name="Rounded Rectangle 18">
              <a:extLst>
                <a:ext uri="{FF2B5EF4-FFF2-40B4-BE49-F238E27FC236}">
                  <a16:creationId xmlns:a16="http://schemas.microsoft.com/office/drawing/2014/main" id="{3EA3FC9D-BDE9-1405-CE3C-1953A21049CA}"/>
                </a:ext>
              </a:extLst>
            </p:cNvPr>
            <p:cNvSpPr>
              <a:spLocks noChangeAspect="1"/>
            </p:cNvSpPr>
            <p:nvPr/>
          </p:nvSpPr>
          <p:spPr>
            <a:xfrm>
              <a:off x="1114165" y="6273342"/>
              <a:ext cx="89812" cy="91440"/>
            </a:xfrm>
            <a:prstGeom prst="roundRect">
              <a:avLst/>
            </a:prstGeom>
            <a:solidFill>
              <a:srgbClr val="F9C64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20" name="Group 19">
            <a:extLst>
              <a:ext uri="{FF2B5EF4-FFF2-40B4-BE49-F238E27FC236}">
                <a16:creationId xmlns:a16="http://schemas.microsoft.com/office/drawing/2014/main" id="{BC2A395F-9565-2126-77A1-23F17BF38D51}"/>
              </a:ext>
            </a:extLst>
          </p:cNvPr>
          <p:cNvGrpSpPr/>
          <p:nvPr/>
        </p:nvGrpSpPr>
        <p:grpSpPr>
          <a:xfrm>
            <a:off x="1829851" y="6117354"/>
            <a:ext cx="331190" cy="98617"/>
            <a:chOff x="1114165" y="6269753"/>
            <a:chExt cx="331190" cy="98617"/>
          </a:xfrm>
        </p:grpSpPr>
        <p:sp>
          <p:nvSpPr>
            <p:cNvPr id="21" name="TextBox 20">
              <a:extLst>
                <a:ext uri="{FF2B5EF4-FFF2-40B4-BE49-F238E27FC236}">
                  <a16:creationId xmlns:a16="http://schemas.microsoft.com/office/drawing/2014/main" id="{9C0546C8-F057-2C7F-518E-2DD6668D68D5}"/>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4 stars</a:t>
              </a:r>
            </a:p>
          </p:txBody>
        </p:sp>
        <p:sp>
          <p:nvSpPr>
            <p:cNvPr id="22" name="Rounded Rectangle 21">
              <a:extLst>
                <a:ext uri="{FF2B5EF4-FFF2-40B4-BE49-F238E27FC236}">
                  <a16:creationId xmlns:a16="http://schemas.microsoft.com/office/drawing/2014/main" id="{308BE9E5-61BF-8CBD-ED70-ED8C2BBF20CA}"/>
                </a:ext>
              </a:extLst>
            </p:cNvPr>
            <p:cNvSpPr>
              <a:spLocks noChangeAspect="1"/>
            </p:cNvSpPr>
            <p:nvPr/>
          </p:nvSpPr>
          <p:spPr>
            <a:xfrm>
              <a:off x="1114165" y="6273342"/>
              <a:ext cx="89812" cy="91440"/>
            </a:xfrm>
            <a:prstGeom prst="roundRect">
              <a:avLst/>
            </a:prstGeom>
            <a:solidFill>
              <a:srgbClr val="57C96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23" name="Group 22">
            <a:extLst>
              <a:ext uri="{FF2B5EF4-FFF2-40B4-BE49-F238E27FC236}">
                <a16:creationId xmlns:a16="http://schemas.microsoft.com/office/drawing/2014/main" id="{8A1B384D-629D-3A26-BB01-A5634785F6C7}"/>
              </a:ext>
            </a:extLst>
          </p:cNvPr>
          <p:cNvGrpSpPr/>
          <p:nvPr/>
        </p:nvGrpSpPr>
        <p:grpSpPr>
          <a:xfrm>
            <a:off x="2277686" y="6117354"/>
            <a:ext cx="331190" cy="98617"/>
            <a:chOff x="1114165" y="6269753"/>
            <a:chExt cx="331190" cy="98617"/>
          </a:xfrm>
        </p:grpSpPr>
        <p:sp>
          <p:nvSpPr>
            <p:cNvPr id="24" name="TextBox 23">
              <a:extLst>
                <a:ext uri="{FF2B5EF4-FFF2-40B4-BE49-F238E27FC236}">
                  <a16:creationId xmlns:a16="http://schemas.microsoft.com/office/drawing/2014/main" id="{5FB3FDF0-697F-F31F-1EBE-96DE71634E1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5 stars</a:t>
              </a:r>
            </a:p>
          </p:txBody>
        </p:sp>
        <p:sp>
          <p:nvSpPr>
            <p:cNvPr id="25" name="Rounded Rectangle 24">
              <a:extLst>
                <a:ext uri="{FF2B5EF4-FFF2-40B4-BE49-F238E27FC236}">
                  <a16:creationId xmlns:a16="http://schemas.microsoft.com/office/drawing/2014/main" id="{6AD09621-3513-5701-43FF-E3E1F87578FB}"/>
                </a:ext>
              </a:extLst>
            </p:cNvPr>
            <p:cNvSpPr>
              <a:spLocks noChangeAspect="1"/>
            </p:cNvSpPr>
            <p:nvPr/>
          </p:nvSpPr>
          <p:spPr>
            <a:xfrm>
              <a:off x="1114165" y="6273342"/>
              <a:ext cx="89812" cy="91440"/>
            </a:xfrm>
            <a:prstGeom prst="roundRect">
              <a:avLst/>
            </a:prstGeom>
            <a:solidFill>
              <a:srgbClr val="2C963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26" name="Triangle 25">
            <a:extLst>
              <a:ext uri="{FF2B5EF4-FFF2-40B4-BE49-F238E27FC236}">
                <a16:creationId xmlns:a16="http://schemas.microsoft.com/office/drawing/2014/main" id="{137240B7-981A-666B-0A9C-897447F5E42E}"/>
              </a:ext>
            </a:extLst>
          </p:cNvPr>
          <p:cNvSpPr/>
          <p:nvPr/>
        </p:nvSpPr>
        <p:spPr>
          <a:xfrm rot="5400000">
            <a:off x="11223517" y="97630"/>
            <a:ext cx="113704" cy="9135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pic>
        <p:nvPicPr>
          <p:cNvPr id="27" name="Picture 26">
            <a:extLst>
              <a:ext uri="{FF2B5EF4-FFF2-40B4-BE49-F238E27FC236}">
                <a16:creationId xmlns:a16="http://schemas.microsoft.com/office/drawing/2014/main" id="{54F2B312-C275-D18E-3D92-50C2B5CDF0AC}"/>
              </a:ext>
            </a:extLst>
          </p:cNvPr>
          <p:cNvPicPr>
            <a:picLocks noChangeAspect="1"/>
          </p:cNvPicPr>
          <p:nvPr/>
        </p:nvPicPr>
        <p:blipFill>
          <a:blip r:embed="rId4"/>
          <a:stretch>
            <a:fillRect/>
          </a:stretch>
        </p:blipFill>
        <p:spPr>
          <a:xfrm>
            <a:off x="10267839" y="52613"/>
            <a:ext cx="203103" cy="172639"/>
          </a:xfrm>
          <a:prstGeom prst="rect">
            <a:avLst/>
          </a:prstGeom>
        </p:spPr>
      </p:pic>
      <p:sp>
        <p:nvSpPr>
          <p:cNvPr id="28" name="TextBox 27">
            <a:extLst>
              <a:ext uri="{FF2B5EF4-FFF2-40B4-BE49-F238E27FC236}">
                <a16:creationId xmlns:a16="http://schemas.microsoft.com/office/drawing/2014/main" id="{E1719D45-8C07-BAA6-0A20-2E3E7A8C97C1}"/>
              </a:ext>
            </a:extLst>
          </p:cNvPr>
          <p:cNvSpPr txBox="1"/>
          <p:nvPr/>
        </p:nvSpPr>
        <p:spPr>
          <a:xfrm>
            <a:off x="9145068" y="10898"/>
            <a:ext cx="2110021" cy="264816"/>
          </a:xfrm>
          <a:prstGeom prst="rect">
            <a:avLst/>
          </a:prstGeom>
          <a:noFill/>
        </p:spPr>
        <p:txBody>
          <a:bodyPr wrap="none" lIns="90000" rtlCol="0" anchor="t">
            <a:spAutoFit/>
          </a:bodyPr>
          <a:lstStyle/>
          <a:p>
            <a:pPr algn="r">
              <a:lnSpc>
                <a:spcPct val="113000"/>
              </a:lnSpc>
            </a:pPr>
            <a:r>
              <a:rPr lang="nl-NL" sz="1050" b="1" dirty="0" err="1">
                <a:solidFill>
                  <a:schemeClr val="bg1">
                    <a:lumMod val="75000"/>
                  </a:schemeClr>
                </a:solidFill>
              </a:rPr>
              <a:t>PORTFOLIO_PERIOD_START_DATE</a:t>
            </a:r>
            <a:endParaRPr lang="nl-NL" sz="1050" b="1" dirty="0">
              <a:solidFill>
                <a:schemeClr val="bg1">
                  <a:lumMod val="75000"/>
                </a:schemeClr>
              </a:solidFill>
            </a:endParaRPr>
          </a:p>
        </p:txBody>
      </p:sp>
      <p:sp>
        <p:nvSpPr>
          <p:cNvPr id="29" name="TextBox 28">
            <a:extLst>
              <a:ext uri="{FF2B5EF4-FFF2-40B4-BE49-F238E27FC236}">
                <a16:creationId xmlns:a16="http://schemas.microsoft.com/office/drawing/2014/main" id="{C71867F1-3A93-FBF1-ABE4-B61904596646}"/>
              </a:ext>
            </a:extLst>
          </p:cNvPr>
          <p:cNvSpPr txBox="1"/>
          <p:nvPr/>
        </p:nvSpPr>
        <p:spPr>
          <a:xfrm>
            <a:off x="11305651" y="10898"/>
            <a:ext cx="1993003" cy="264816"/>
          </a:xfrm>
          <a:prstGeom prst="rect">
            <a:avLst/>
          </a:prstGeom>
          <a:noFill/>
        </p:spPr>
        <p:txBody>
          <a:bodyPr wrap="none" lIns="90000" rtlCol="0" anchor="t">
            <a:spAutoFit/>
          </a:bodyPr>
          <a:lstStyle/>
          <a:p>
            <a:pPr>
              <a:lnSpc>
                <a:spcPct val="113000"/>
              </a:lnSpc>
            </a:pPr>
            <a:r>
              <a:rPr lang="nl-NL" sz="1050" b="1" dirty="0" err="1">
                <a:solidFill>
                  <a:schemeClr val="tx2"/>
                </a:solidFill>
              </a:rPr>
              <a:t>PORTFOLIO_PERIOD_END_DATE</a:t>
            </a:r>
            <a:endParaRPr lang="nl-NL" sz="1050" b="1" noProof="0" dirty="0">
              <a:solidFill>
                <a:schemeClr val="tx2"/>
              </a:solidFill>
            </a:endParaRPr>
          </a:p>
        </p:txBody>
      </p:sp>
    </p:spTree>
    <p:extLst>
      <p:ext uri="{BB962C8B-B14F-4D97-AF65-F5344CB8AC3E}">
        <p14:creationId xmlns:p14="http://schemas.microsoft.com/office/powerpoint/2010/main" val="29422666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9A092B-3A98-114F-C2A0-DD62E3F46DCD}"/>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0E89642B-CB21-06E5-CC3F-582B9074727B}"/>
              </a:ext>
            </a:extLst>
          </p:cNvPr>
          <p:cNvSpPr>
            <a:spLocks noGrp="1"/>
          </p:cNvSpPr>
          <p:nvPr>
            <p:ph type="body" sz="quarter" idx="12"/>
          </p:nvPr>
        </p:nvSpPr>
        <p:spPr>
          <a:xfrm>
            <a:off x="381600" y="129568"/>
            <a:ext cx="2927899" cy="228209"/>
          </a:xfrm>
        </p:spPr>
        <p:txBody>
          <a:bodyPr/>
          <a:lstStyle/>
          <a:p>
            <a:r>
              <a:rPr lang="en-US" dirty="0"/>
              <a:t>Findings – Maintainability Change</a:t>
            </a:r>
          </a:p>
        </p:txBody>
      </p:sp>
      <p:sp>
        <p:nvSpPr>
          <p:cNvPr id="3" name="Content Placeholder 2">
            <a:extLst>
              <a:ext uri="{FF2B5EF4-FFF2-40B4-BE49-F238E27FC236}">
                <a16:creationId xmlns:a16="http://schemas.microsoft.com/office/drawing/2014/main" id="{DD3E0562-B86F-6475-C99A-A0C338EA3A6C}"/>
              </a:ext>
            </a:extLst>
          </p:cNvPr>
          <p:cNvSpPr>
            <a:spLocks noGrp="1"/>
          </p:cNvSpPr>
          <p:nvPr>
            <p:ph sz="quarter" idx="13"/>
          </p:nvPr>
        </p:nvSpPr>
        <p:spPr>
          <a:xfrm>
            <a:off x="154800" y="1411200"/>
            <a:ext cx="11880000" cy="1515384"/>
          </a:xfrm>
        </p:spPr>
        <p:txBody>
          <a:bodyPr/>
          <a:lstStyle/>
          <a:p>
            <a:r>
              <a:rPr lang="en-US" dirty="0" err="1"/>
              <a:t>PORTFOLIO_PERIOD_MAINT_CHANGE_SUMMARY</a:t>
            </a:r>
            <a:endParaRPr lang="en-US" dirty="0"/>
          </a:p>
        </p:txBody>
      </p:sp>
      <p:sp>
        <p:nvSpPr>
          <p:cNvPr id="4" name="Footer Placeholder 3">
            <a:extLst>
              <a:ext uri="{FF2B5EF4-FFF2-40B4-BE49-F238E27FC236}">
                <a16:creationId xmlns:a16="http://schemas.microsoft.com/office/drawing/2014/main" id="{12D2282E-622F-9085-3893-DF014A4F1399}"/>
              </a:ext>
            </a:extLst>
          </p:cNvPr>
          <p:cNvSpPr>
            <a:spLocks noGrp="1"/>
          </p:cNvSpPr>
          <p:nvPr>
            <p:ph type="ftr" sz="quarter" idx="14"/>
          </p:nvPr>
        </p:nvSpPr>
        <p:spPr/>
        <p:txBody>
          <a:bodyPr/>
          <a:lstStyle/>
          <a:p>
            <a:r>
              <a:rPr lang="nl-NL"/>
              <a:t>Confidential</a:t>
            </a:r>
            <a:endParaRPr lang="nl-NL" dirty="0"/>
          </a:p>
        </p:txBody>
      </p:sp>
      <p:sp>
        <p:nvSpPr>
          <p:cNvPr id="5" name="Slide Number Placeholder 4">
            <a:extLst>
              <a:ext uri="{FF2B5EF4-FFF2-40B4-BE49-F238E27FC236}">
                <a16:creationId xmlns:a16="http://schemas.microsoft.com/office/drawing/2014/main" id="{C7057243-FAB8-E039-D9A3-D54EC6EA8F75}"/>
              </a:ext>
            </a:extLst>
          </p:cNvPr>
          <p:cNvSpPr>
            <a:spLocks noGrp="1"/>
          </p:cNvSpPr>
          <p:nvPr>
            <p:ph type="sldNum" sz="quarter" idx="15"/>
          </p:nvPr>
        </p:nvSpPr>
        <p:spPr/>
        <p:txBody>
          <a:bodyPr/>
          <a:lstStyle/>
          <a:p>
            <a:fld id="{E242BD21-9B61-2246-BCB1-4BE5E1BEBE1C}" type="slidenum">
              <a:rPr lang="nl-NL" smtClean="0"/>
              <a:pPr/>
              <a:t>15</a:t>
            </a:fld>
            <a:endParaRPr lang="nl-NL"/>
          </a:p>
        </p:txBody>
      </p:sp>
      <p:sp>
        <p:nvSpPr>
          <p:cNvPr id="6" name="Title 5">
            <a:extLst>
              <a:ext uri="{FF2B5EF4-FFF2-40B4-BE49-F238E27FC236}">
                <a16:creationId xmlns:a16="http://schemas.microsoft.com/office/drawing/2014/main" id="{3684D56A-257C-C7BE-6375-A44CB8A5A446}"/>
              </a:ext>
            </a:extLst>
          </p:cNvPr>
          <p:cNvSpPr>
            <a:spLocks noGrp="1"/>
          </p:cNvSpPr>
          <p:nvPr>
            <p:ph type="title"/>
          </p:nvPr>
        </p:nvSpPr>
        <p:spPr/>
        <p:txBody>
          <a:bodyPr/>
          <a:lstStyle/>
          <a:p>
            <a:r>
              <a:rPr lang="en-US" dirty="0"/>
              <a:t>PORTFOLIO_PERIOD_MAINT_CHANGE_SHORT_SUMMARY</a:t>
            </a:r>
          </a:p>
        </p:txBody>
      </p:sp>
      <p:sp>
        <p:nvSpPr>
          <p:cNvPr id="7" name="Rectangle 6">
            <a:extLst>
              <a:ext uri="{FF2B5EF4-FFF2-40B4-BE49-F238E27FC236}">
                <a16:creationId xmlns:a16="http://schemas.microsoft.com/office/drawing/2014/main" id="{4CECF270-F885-64B6-46BF-241F241374B9}"/>
              </a:ext>
            </a:extLst>
          </p:cNvPr>
          <p:cNvSpPr/>
          <p:nvPr/>
        </p:nvSpPr>
        <p:spPr>
          <a:xfrm>
            <a:off x="0" y="3154680"/>
            <a:ext cx="12192000" cy="3163320"/>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9DAD7929-7B61-72A6-AA9F-B6798F4387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678E4D6A-55EC-93BF-6A33-FA9208ECBED5}"/>
              </a:ext>
            </a:extLst>
          </p:cNvPr>
          <p:cNvSpPr/>
          <p:nvPr/>
        </p:nvSpPr>
        <p:spPr>
          <a:xfrm>
            <a:off x="512063" y="3200400"/>
            <a:ext cx="11233603" cy="284378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PORTFOLIO_PERIOD_MAINTAINABILITY_CHANGE</a:t>
            </a:r>
            <a:endParaRPr lang="en-US" sz="1600" dirty="0">
              <a:solidFill>
                <a:schemeClr val="bg1"/>
              </a:solidFill>
            </a:endParaRPr>
          </a:p>
        </p:txBody>
      </p:sp>
      <p:sp>
        <p:nvSpPr>
          <p:cNvPr id="26" name="Triangle 25">
            <a:extLst>
              <a:ext uri="{FF2B5EF4-FFF2-40B4-BE49-F238E27FC236}">
                <a16:creationId xmlns:a16="http://schemas.microsoft.com/office/drawing/2014/main" id="{5351CCCC-2BF0-13F7-A1B8-6F61FBDCECEE}"/>
              </a:ext>
            </a:extLst>
          </p:cNvPr>
          <p:cNvSpPr/>
          <p:nvPr/>
        </p:nvSpPr>
        <p:spPr>
          <a:xfrm rot="5400000">
            <a:off x="11223517" y="97630"/>
            <a:ext cx="113704" cy="9135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pic>
        <p:nvPicPr>
          <p:cNvPr id="27" name="Picture 26">
            <a:extLst>
              <a:ext uri="{FF2B5EF4-FFF2-40B4-BE49-F238E27FC236}">
                <a16:creationId xmlns:a16="http://schemas.microsoft.com/office/drawing/2014/main" id="{C3459EF6-A2B4-B2F2-55EB-6CFE2E74F4CD}"/>
              </a:ext>
            </a:extLst>
          </p:cNvPr>
          <p:cNvPicPr>
            <a:picLocks noChangeAspect="1"/>
          </p:cNvPicPr>
          <p:nvPr/>
        </p:nvPicPr>
        <p:blipFill>
          <a:blip r:embed="rId4"/>
          <a:stretch>
            <a:fillRect/>
          </a:stretch>
        </p:blipFill>
        <p:spPr>
          <a:xfrm>
            <a:off x="10267839" y="52613"/>
            <a:ext cx="203103" cy="172639"/>
          </a:xfrm>
          <a:prstGeom prst="rect">
            <a:avLst/>
          </a:prstGeom>
        </p:spPr>
      </p:pic>
      <p:sp>
        <p:nvSpPr>
          <p:cNvPr id="28" name="TextBox 27">
            <a:extLst>
              <a:ext uri="{FF2B5EF4-FFF2-40B4-BE49-F238E27FC236}">
                <a16:creationId xmlns:a16="http://schemas.microsoft.com/office/drawing/2014/main" id="{F2F5CEB2-BF13-1AEA-D1D3-810900F4C8A9}"/>
              </a:ext>
            </a:extLst>
          </p:cNvPr>
          <p:cNvSpPr txBox="1"/>
          <p:nvPr/>
        </p:nvSpPr>
        <p:spPr>
          <a:xfrm>
            <a:off x="9145068" y="10898"/>
            <a:ext cx="2110021" cy="264816"/>
          </a:xfrm>
          <a:prstGeom prst="rect">
            <a:avLst/>
          </a:prstGeom>
          <a:noFill/>
        </p:spPr>
        <p:txBody>
          <a:bodyPr wrap="none" lIns="90000" rtlCol="0" anchor="t">
            <a:spAutoFit/>
          </a:bodyPr>
          <a:lstStyle/>
          <a:p>
            <a:pPr algn="r">
              <a:lnSpc>
                <a:spcPct val="113000"/>
              </a:lnSpc>
            </a:pPr>
            <a:r>
              <a:rPr lang="nl-NL" sz="1050" b="1" dirty="0" err="1">
                <a:solidFill>
                  <a:schemeClr val="bg1">
                    <a:lumMod val="75000"/>
                  </a:schemeClr>
                </a:solidFill>
              </a:rPr>
              <a:t>PORTFOLIO_PERIOD_START_DATE</a:t>
            </a:r>
            <a:endParaRPr lang="nl-NL" sz="1050" b="1" dirty="0">
              <a:solidFill>
                <a:schemeClr val="bg1">
                  <a:lumMod val="75000"/>
                </a:schemeClr>
              </a:solidFill>
            </a:endParaRPr>
          </a:p>
        </p:txBody>
      </p:sp>
      <p:sp>
        <p:nvSpPr>
          <p:cNvPr id="29" name="TextBox 28">
            <a:extLst>
              <a:ext uri="{FF2B5EF4-FFF2-40B4-BE49-F238E27FC236}">
                <a16:creationId xmlns:a16="http://schemas.microsoft.com/office/drawing/2014/main" id="{0DB5E624-E3AC-2E17-9946-662066C3088F}"/>
              </a:ext>
            </a:extLst>
          </p:cNvPr>
          <p:cNvSpPr txBox="1"/>
          <p:nvPr/>
        </p:nvSpPr>
        <p:spPr>
          <a:xfrm>
            <a:off x="11305651" y="10898"/>
            <a:ext cx="1993003" cy="264816"/>
          </a:xfrm>
          <a:prstGeom prst="rect">
            <a:avLst/>
          </a:prstGeom>
          <a:noFill/>
        </p:spPr>
        <p:txBody>
          <a:bodyPr wrap="none" lIns="90000" rtlCol="0" anchor="t">
            <a:spAutoFit/>
          </a:bodyPr>
          <a:lstStyle/>
          <a:p>
            <a:pPr>
              <a:lnSpc>
                <a:spcPct val="113000"/>
              </a:lnSpc>
            </a:pPr>
            <a:r>
              <a:rPr lang="nl-NL" sz="1050" b="1" dirty="0" err="1">
                <a:solidFill>
                  <a:schemeClr val="tx2"/>
                </a:solidFill>
              </a:rPr>
              <a:t>PORTFOLIO_PERIOD_END_DATE</a:t>
            </a:r>
            <a:endParaRPr lang="nl-NL" sz="1050" b="1" noProof="0" dirty="0">
              <a:solidFill>
                <a:schemeClr val="tx2"/>
              </a:solidFill>
            </a:endParaRPr>
          </a:p>
        </p:txBody>
      </p:sp>
      <p:sp>
        <p:nvSpPr>
          <p:cNvPr id="30" name="TextBox 29">
            <a:extLst>
              <a:ext uri="{FF2B5EF4-FFF2-40B4-BE49-F238E27FC236}">
                <a16:creationId xmlns:a16="http://schemas.microsoft.com/office/drawing/2014/main" id="{F0170B57-1564-091E-8289-2467C63E5E8E}"/>
              </a:ext>
            </a:extLst>
          </p:cNvPr>
          <p:cNvSpPr txBox="1"/>
          <p:nvPr/>
        </p:nvSpPr>
        <p:spPr>
          <a:xfrm>
            <a:off x="1996335"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sp>
        <p:nvSpPr>
          <p:cNvPr id="31" name="Rounded Rectangle 30">
            <a:extLst>
              <a:ext uri="{FF2B5EF4-FFF2-40B4-BE49-F238E27FC236}">
                <a16:creationId xmlns:a16="http://schemas.microsoft.com/office/drawing/2014/main" id="{23617143-4AB9-27E6-08D3-BB399A6FDF1F}"/>
              </a:ext>
            </a:extLst>
          </p:cNvPr>
          <p:cNvSpPr>
            <a:spLocks noChangeAspect="1"/>
          </p:cNvSpPr>
          <p:nvPr/>
        </p:nvSpPr>
        <p:spPr>
          <a:xfrm>
            <a:off x="879122" y="6118505"/>
            <a:ext cx="91440" cy="91440"/>
          </a:xfrm>
          <a:prstGeom prst="roundRect">
            <a:avLst/>
          </a:prstGeom>
          <a:solidFill>
            <a:srgbClr val="DC4A3D"/>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2" name="Rounded Rectangle 31">
            <a:extLst>
              <a:ext uri="{FF2B5EF4-FFF2-40B4-BE49-F238E27FC236}">
                <a16:creationId xmlns:a16="http://schemas.microsoft.com/office/drawing/2014/main" id="{9DBFBD4C-8C00-22B1-4E42-C4EA18942014}"/>
              </a:ext>
            </a:extLst>
          </p:cNvPr>
          <p:cNvSpPr>
            <a:spLocks noChangeAspect="1"/>
          </p:cNvSpPr>
          <p:nvPr/>
        </p:nvSpPr>
        <p:spPr>
          <a:xfrm>
            <a:off x="1038992" y="6118505"/>
            <a:ext cx="91440" cy="91440"/>
          </a:xfrm>
          <a:prstGeom prst="roundRect">
            <a:avLst/>
          </a:prstGeom>
          <a:solidFill>
            <a:srgbClr val="F8DCD6"/>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3" name="Rounded Rectangle 32">
            <a:extLst>
              <a:ext uri="{FF2B5EF4-FFF2-40B4-BE49-F238E27FC236}">
                <a16:creationId xmlns:a16="http://schemas.microsoft.com/office/drawing/2014/main" id="{1F367C16-BD02-3ED3-253A-8070F439BA34}"/>
              </a:ext>
            </a:extLst>
          </p:cNvPr>
          <p:cNvSpPr>
            <a:spLocks noChangeAspect="1"/>
          </p:cNvSpPr>
          <p:nvPr/>
        </p:nvSpPr>
        <p:spPr>
          <a:xfrm>
            <a:off x="1198862" y="6118505"/>
            <a:ext cx="91440" cy="91440"/>
          </a:xfrm>
          <a:prstGeom prst="roundRect">
            <a:avLst/>
          </a:prstGeom>
          <a:solidFill>
            <a:srgbClr val="F7F9F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4" name="Rounded Rectangle 33">
            <a:extLst>
              <a:ext uri="{FF2B5EF4-FFF2-40B4-BE49-F238E27FC236}">
                <a16:creationId xmlns:a16="http://schemas.microsoft.com/office/drawing/2014/main" id="{4EE974F2-CDA2-9ADC-D621-11DA30E1602F}"/>
              </a:ext>
            </a:extLst>
          </p:cNvPr>
          <p:cNvSpPr>
            <a:spLocks noChangeAspect="1"/>
          </p:cNvSpPr>
          <p:nvPr/>
        </p:nvSpPr>
        <p:spPr>
          <a:xfrm>
            <a:off x="1358732" y="6118505"/>
            <a:ext cx="91440" cy="91440"/>
          </a:xfrm>
          <a:prstGeom prst="roundRect">
            <a:avLst/>
          </a:prstGeom>
          <a:solidFill>
            <a:srgbClr val="D4EFD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5" name="Rounded Rectangle 34">
            <a:extLst>
              <a:ext uri="{FF2B5EF4-FFF2-40B4-BE49-F238E27FC236}">
                <a16:creationId xmlns:a16="http://schemas.microsoft.com/office/drawing/2014/main" id="{92438E61-869B-DA82-5D81-25400765A955}"/>
              </a:ext>
            </a:extLst>
          </p:cNvPr>
          <p:cNvSpPr>
            <a:spLocks noChangeAspect="1"/>
          </p:cNvSpPr>
          <p:nvPr/>
        </p:nvSpPr>
        <p:spPr>
          <a:xfrm>
            <a:off x="1518602" y="6118505"/>
            <a:ext cx="91440" cy="91440"/>
          </a:xfrm>
          <a:prstGeom prst="roundRect">
            <a:avLst/>
          </a:prstGeom>
          <a:solidFill>
            <a:srgbClr val="57C96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6" name="TextBox 35">
            <a:extLst>
              <a:ext uri="{FF2B5EF4-FFF2-40B4-BE49-F238E27FC236}">
                <a16:creationId xmlns:a16="http://schemas.microsoft.com/office/drawing/2014/main" id="{07AC8B77-EED2-0116-03A7-B1A5BD151C94}"/>
              </a:ext>
            </a:extLst>
          </p:cNvPr>
          <p:cNvSpPr txBox="1"/>
          <p:nvPr/>
        </p:nvSpPr>
        <p:spPr>
          <a:xfrm>
            <a:off x="1678471" y="6054740"/>
            <a:ext cx="317864" cy="218971"/>
          </a:xfrm>
          <a:prstGeom prst="rect">
            <a:avLst/>
          </a:prstGeom>
          <a:noFill/>
        </p:spPr>
        <p:txBody>
          <a:bodyPr wrap="none" lIns="90000" rtlCol="0" anchor="t">
            <a:spAutoFit/>
          </a:bodyPr>
          <a:lstStyle/>
          <a:p>
            <a:pPr algn="l">
              <a:lnSpc>
                <a:spcPct val="113000"/>
              </a:lnSpc>
            </a:pPr>
            <a:r>
              <a:rPr lang="en-US" sz="800" b="1" dirty="0">
                <a:solidFill>
                  <a:schemeClr val="tx2"/>
                </a:solidFill>
              </a:rPr>
              <a:t>+</a:t>
            </a:r>
            <a:r>
              <a:rPr lang="en-US" sz="800" b="1" dirty="0">
                <a:solidFill>
                  <a:schemeClr val="tx2"/>
                </a:solidFill>
                <a:latin typeface="Sigsterren" pitchFamily="2" charset="0"/>
              </a:rPr>
              <a:t>H</a:t>
            </a:r>
          </a:p>
        </p:txBody>
      </p:sp>
      <p:sp>
        <p:nvSpPr>
          <p:cNvPr id="37" name="TextBox 36">
            <a:extLst>
              <a:ext uri="{FF2B5EF4-FFF2-40B4-BE49-F238E27FC236}">
                <a16:creationId xmlns:a16="http://schemas.microsoft.com/office/drawing/2014/main" id="{3010685A-792E-6CFB-4396-F87273012F77}"/>
              </a:ext>
            </a:extLst>
          </p:cNvPr>
          <p:cNvSpPr txBox="1"/>
          <p:nvPr/>
        </p:nvSpPr>
        <p:spPr>
          <a:xfrm>
            <a:off x="512064" y="6054740"/>
            <a:ext cx="298628" cy="218971"/>
          </a:xfrm>
          <a:prstGeom prst="rect">
            <a:avLst/>
          </a:prstGeom>
          <a:noFill/>
        </p:spPr>
        <p:txBody>
          <a:bodyPr wrap="none" lIns="90000" rtlCol="0" anchor="t">
            <a:spAutoFit/>
          </a:bodyPr>
          <a:lstStyle/>
          <a:p>
            <a:pPr algn="l">
              <a:lnSpc>
                <a:spcPct val="113000"/>
              </a:lnSpc>
            </a:pPr>
            <a:r>
              <a:rPr lang="en-US" sz="800" b="1" dirty="0">
                <a:solidFill>
                  <a:schemeClr val="tx2"/>
                </a:solidFill>
              </a:rPr>
              <a:t>-</a:t>
            </a:r>
            <a:r>
              <a:rPr lang="en-US" sz="800" b="1" dirty="0">
                <a:solidFill>
                  <a:schemeClr val="tx2"/>
                </a:solidFill>
                <a:latin typeface="Sigsterren" pitchFamily="2" charset="0"/>
              </a:rPr>
              <a:t>H</a:t>
            </a:r>
          </a:p>
        </p:txBody>
      </p:sp>
    </p:spTree>
    <p:extLst>
      <p:ext uri="{BB962C8B-B14F-4D97-AF65-F5344CB8AC3E}">
        <p14:creationId xmlns:p14="http://schemas.microsoft.com/office/powerpoint/2010/main" val="2350893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1CC10-4CC6-9783-F383-85DE97614F63}"/>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B61429F6-D452-3D80-F2E9-23AD8E704346}"/>
              </a:ext>
            </a:extLst>
          </p:cNvPr>
          <p:cNvSpPr>
            <a:spLocks noGrp="1"/>
          </p:cNvSpPr>
          <p:nvPr>
            <p:ph type="body" sz="quarter" idx="12"/>
          </p:nvPr>
        </p:nvSpPr>
        <p:spPr>
          <a:xfrm>
            <a:off x="381600" y="129568"/>
            <a:ext cx="2169037" cy="228209"/>
          </a:xfrm>
        </p:spPr>
        <p:txBody>
          <a:bodyPr/>
          <a:lstStyle/>
          <a:p>
            <a:r>
              <a:rPr lang="en-US" dirty="0"/>
              <a:t>Findings – Volume Change</a:t>
            </a:r>
          </a:p>
        </p:txBody>
      </p:sp>
      <p:sp>
        <p:nvSpPr>
          <p:cNvPr id="3" name="Content Placeholder 2">
            <a:extLst>
              <a:ext uri="{FF2B5EF4-FFF2-40B4-BE49-F238E27FC236}">
                <a16:creationId xmlns:a16="http://schemas.microsoft.com/office/drawing/2014/main" id="{53FDC9BF-6F8D-BCA3-34A4-BB96EFB1A151}"/>
              </a:ext>
            </a:extLst>
          </p:cNvPr>
          <p:cNvSpPr>
            <a:spLocks noGrp="1"/>
          </p:cNvSpPr>
          <p:nvPr>
            <p:ph sz="quarter" idx="13"/>
          </p:nvPr>
        </p:nvSpPr>
        <p:spPr>
          <a:xfrm>
            <a:off x="154800" y="1411200"/>
            <a:ext cx="11880000" cy="1515384"/>
          </a:xfrm>
        </p:spPr>
        <p:txBody>
          <a:bodyPr/>
          <a:lstStyle/>
          <a:p>
            <a:r>
              <a:rPr lang="en-US" dirty="0"/>
              <a:t>@@</a:t>
            </a:r>
          </a:p>
        </p:txBody>
      </p:sp>
      <p:sp>
        <p:nvSpPr>
          <p:cNvPr id="4" name="Footer Placeholder 3">
            <a:extLst>
              <a:ext uri="{FF2B5EF4-FFF2-40B4-BE49-F238E27FC236}">
                <a16:creationId xmlns:a16="http://schemas.microsoft.com/office/drawing/2014/main" id="{1606123C-AF34-87CF-7C11-6E7C13BC4F22}"/>
              </a:ext>
            </a:extLst>
          </p:cNvPr>
          <p:cNvSpPr>
            <a:spLocks noGrp="1"/>
          </p:cNvSpPr>
          <p:nvPr>
            <p:ph type="ftr" sz="quarter" idx="14"/>
          </p:nvPr>
        </p:nvSpPr>
        <p:spPr/>
        <p:txBody>
          <a:bodyPr/>
          <a:lstStyle/>
          <a:p>
            <a:r>
              <a:rPr lang="nl-NL"/>
              <a:t>Confidential</a:t>
            </a:r>
            <a:endParaRPr lang="nl-NL" dirty="0"/>
          </a:p>
        </p:txBody>
      </p:sp>
      <p:sp>
        <p:nvSpPr>
          <p:cNvPr id="5" name="Slide Number Placeholder 4">
            <a:extLst>
              <a:ext uri="{FF2B5EF4-FFF2-40B4-BE49-F238E27FC236}">
                <a16:creationId xmlns:a16="http://schemas.microsoft.com/office/drawing/2014/main" id="{582751F4-C06B-0C63-62D9-BD1761ED2749}"/>
              </a:ext>
            </a:extLst>
          </p:cNvPr>
          <p:cNvSpPr>
            <a:spLocks noGrp="1"/>
          </p:cNvSpPr>
          <p:nvPr>
            <p:ph type="sldNum" sz="quarter" idx="15"/>
          </p:nvPr>
        </p:nvSpPr>
        <p:spPr/>
        <p:txBody>
          <a:bodyPr/>
          <a:lstStyle/>
          <a:p>
            <a:fld id="{E242BD21-9B61-2246-BCB1-4BE5E1BEBE1C}" type="slidenum">
              <a:rPr lang="nl-NL" smtClean="0"/>
              <a:pPr/>
              <a:t>16</a:t>
            </a:fld>
            <a:endParaRPr lang="nl-NL"/>
          </a:p>
        </p:txBody>
      </p:sp>
      <p:sp>
        <p:nvSpPr>
          <p:cNvPr id="6" name="Title 5">
            <a:extLst>
              <a:ext uri="{FF2B5EF4-FFF2-40B4-BE49-F238E27FC236}">
                <a16:creationId xmlns:a16="http://schemas.microsoft.com/office/drawing/2014/main" id="{1BEDD9C1-AF83-F0B9-D386-9D06A945BA3F}"/>
              </a:ext>
            </a:extLst>
          </p:cNvPr>
          <p:cNvSpPr>
            <a:spLocks noGrp="1"/>
          </p:cNvSpPr>
          <p:nvPr>
            <p:ph type="title"/>
          </p:nvPr>
        </p:nvSpPr>
        <p:spPr/>
        <p:txBody>
          <a:bodyPr/>
          <a:lstStyle/>
          <a:p>
            <a:r>
              <a:rPr lang="en-US" dirty="0"/>
              <a:t>@@</a:t>
            </a:r>
          </a:p>
        </p:txBody>
      </p:sp>
      <p:sp>
        <p:nvSpPr>
          <p:cNvPr id="7" name="Rectangle 6">
            <a:extLst>
              <a:ext uri="{FF2B5EF4-FFF2-40B4-BE49-F238E27FC236}">
                <a16:creationId xmlns:a16="http://schemas.microsoft.com/office/drawing/2014/main" id="{BC56D4E6-BBE2-C3D6-6377-23213D0FF0C4}"/>
              </a:ext>
            </a:extLst>
          </p:cNvPr>
          <p:cNvSpPr/>
          <p:nvPr/>
        </p:nvSpPr>
        <p:spPr>
          <a:xfrm>
            <a:off x="0" y="3154680"/>
            <a:ext cx="12192000" cy="3163320"/>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B64A77D8-D166-F7CA-0336-91D0FA3E9A2F}"/>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1C1BCCE1-2CAA-8CEE-A69C-FB8DACA8E0CF}"/>
              </a:ext>
            </a:extLst>
          </p:cNvPr>
          <p:cNvSpPr/>
          <p:nvPr/>
        </p:nvSpPr>
        <p:spPr>
          <a:xfrm>
            <a:off x="512063" y="3200400"/>
            <a:ext cx="11233603" cy="284378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PORTFOLIO_PERIOD_VOLUME_CHANGE</a:t>
            </a:r>
            <a:endParaRPr lang="en-US" sz="1600" dirty="0">
              <a:solidFill>
                <a:schemeClr val="bg1"/>
              </a:solidFill>
            </a:endParaRPr>
          </a:p>
        </p:txBody>
      </p:sp>
      <p:sp>
        <p:nvSpPr>
          <p:cNvPr id="26" name="Triangle 25">
            <a:extLst>
              <a:ext uri="{FF2B5EF4-FFF2-40B4-BE49-F238E27FC236}">
                <a16:creationId xmlns:a16="http://schemas.microsoft.com/office/drawing/2014/main" id="{56D97F93-44AE-5FDE-03AC-0FB8FE9B7860}"/>
              </a:ext>
            </a:extLst>
          </p:cNvPr>
          <p:cNvSpPr/>
          <p:nvPr/>
        </p:nvSpPr>
        <p:spPr>
          <a:xfrm rot="5400000">
            <a:off x="11223517" y="97630"/>
            <a:ext cx="113704" cy="9135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pic>
        <p:nvPicPr>
          <p:cNvPr id="27" name="Picture 26">
            <a:extLst>
              <a:ext uri="{FF2B5EF4-FFF2-40B4-BE49-F238E27FC236}">
                <a16:creationId xmlns:a16="http://schemas.microsoft.com/office/drawing/2014/main" id="{EE7D501B-9742-F56C-C7D1-33A3A596776B}"/>
              </a:ext>
            </a:extLst>
          </p:cNvPr>
          <p:cNvPicPr>
            <a:picLocks noChangeAspect="1"/>
          </p:cNvPicPr>
          <p:nvPr/>
        </p:nvPicPr>
        <p:blipFill>
          <a:blip r:embed="rId4"/>
          <a:stretch>
            <a:fillRect/>
          </a:stretch>
        </p:blipFill>
        <p:spPr>
          <a:xfrm>
            <a:off x="10267839" y="52613"/>
            <a:ext cx="203103" cy="172639"/>
          </a:xfrm>
          <a:prstGeom prst="rect">
            <a:avLst/>
          </a:prstGeom>
        </p:spPr>
      </p:pic>
      <p:sp>
        <p:nvSpPr>
          <p:cNvPr id="28" name="TextBox 27">
            <a:extLst>
              <a:ext uri="{FF2B5EF4-FFF2-40B4-BE49-F238E27FC236}">
                <a16:creationId xmlns:a16="http://schemas.microsoft.com/office/drawing/2014/main" id="{8357E801-48A6-1F86-D6F9-C799A4C9F41C}"/>
              </a:ext>
            </a:extLst>
          </p:cNvPr>
          <p:cNvSpPr txBox="1"/>
          <p:nvPr/>
        </p:nvSpPr>
        <p:spPr>
          <a:xfrm>
            <a:off x="9145068" y="10898"/>
            <a:ext cx="2110021" cy="264816"/>
          </a:xfrm>
          <a:prstGeom prst="rect">
            <a:avLst/>
          </a:prstGeom>
          <a:noFill/>
        </p:spPr>
        <p:txBody>
          <a:bodyPr wrap="none" lIns="90000" rtlCol="0" anchor="t">
            <a:spAutoFit/>
          </a:bodyPr>
          <a:lstStyle/>
          <a:p>
            <a:pPr algn="r">
              <a:lnSpc>
                <a:spcPct val="113000"/>
              </a:lnSpc>
            </a:pPr>
            <a:r>
              <a:rPr lang="nl-NL" sz="1050" b="1" dirty="0" err="1">
                <a:solidFill>
                  <a:schemeClr val="bg1">
                    <a:lumMod val="75000"/>
                  </a:schemeClr>
                </a:solidFill>
              </a:rPr>
              <a:t>PORTFOLIO_PERIOD_START_DATE</a:t>
            </a:r>
            <a:endParaRPr lang="nl-NL" sz="1050" b="1" dirty="0">
              <a:solidFill>
                <a:schemeClr val="bg1">
                  <a:lumMod val="75000"/>
                </a:schemeClr>
              </a:solidFill>
            </a:endParaRPr>
          </a:p>
        </p:txBody>
      </p:sp>
      <p:sp>
        <p:nvSpPr>
          <p:cNvPr id="29" name="TextBox 28">
            <a:extLst>
              <a:ext uri="{FF2B5EF4-FFF2-40B4-BE49-F238E27FC236}">
                <a16:creationId xmlns:a16="http://schemas.microsoft.com/office/drawing/2014/main" id="{1C61C929-4EA4-5BAE-84B1-60E7EC58666C}"/>
              </a:ext>
            </a:extLst>
          </p:cNvPr>
          <p:cNvSpPr txBox="1"/>
          <p:nvPr/>
        </p:nvSpPr>
        <p:spPr>
          <a:xfrm>
            <a:off x="11305651" y="10898"/>
            <a:ext cx="1993003" cy="264816"/>
          </a:xfrm>
          <a:prstGeom prst="rect">
            <a:avLst/>
          </a:prstGeom>
          <a:noFill/>
        </p:spPr>
        <p:txBody>
          <a:bodyPr wrap="none" lIns="90000" rtlCol="0" anchor="t">
            <a:spAutoFit/>
          </a:bodyPr>
          <a:lstStyle/>
          <a:p>
            <a:pPr>
              <a:lnSpc>
                <a:spcPct val="113000"/>
              </a:lnSpc>
            </a:pPr>
            <a:r>
              <a:rPr lang="nl-NL" sz="1050" b="1" dirty="0" err="1">
                <a:solidFill>
                  <a:schemeClr val="tx2"/>
                </a:solidFill>
              </a:rPr>
              <a:t>PORTFOLIO_PERIOD_END_DATE</a:t>
            </a:r>
            <a:endParaRPr lang="nl-NL" sz="1050" b="1" noProof="0" dirty="0">
              <a:solidFill>
                <a:schemeClr val="tx2"/>
              </a:solidFill>
            </a:endParaRPr>
          </a:p>
        </p:txBody>
      </p:sp>
      <p:sp>
        <p:nvSpPr>
          <p:cNvPr id="30" name="TextBox 29">
            <a:extLst>
              <a:ext uri="{FF2B5EF4-FFF2-40B4-BE49-F238E27FC236}">
                <a16:creationId xmlns:a16="http://schemas.microsoft.com/office/drawing/2014/main" id="{4676E36E-C082-3EF4-E6BE-2A97434FBF9A}"/>
              </a:ext>
            </a:extLst>
          </p:cNvPr>
          <p:cNvSpPr txBox="1"/>
          <p:nvPr/>
        </p:nvSpPr>
        <p:spPr>
          <a:xfrm>
            <a:off x="1996335"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sp>
        <p:nvSpPr>
          <p:cNvPr id="31" name="Rounded Rectangle 30">
            <a:extLst>
              <a:ext uri="{FF2B5EF4-FFF2-40B4-BE49-F238E27FC236}">
                <a16:creationId xmlns:a16="http://schemas.microsoft.com/office/drawing/2014/main" id="{0EE07DFA-0ACE-51B7-98EF-1E0D168CFF20}"/>
              </a:ext>
            </a:extLst>
          </p:cNvPr>
          <p:cNvSpPr>
            <a:spLocks noChangeAspect="1"/>
          </p:cNvSpPr>
          <p:nvPr/>
        </p:nvSpPr>
        <p:spPr>
          <a:xfrm>
            <a:off x="879122" y="6118505"/>
            <a:ext cx="91440" cy="91440"/>
          </a:xfrm>
          <a:prstGeom prst="roundRect">
            <a:avLst/>
          </a:prstGeom>
          <a:solidFill>
            <a:srgbClr val="F6940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2" name="Rounded Rectangle 31">
            <a:extLst>
              <a:ext uri="{FF2B5EF4-FFF2-40B4-BE49-F238E27FC236}">
                <a16:creationId xmlns:a16="http://schemas.microsoft.com/office/drawing/2014/main" id="{7985A1F4-82A1-FC67-3961-8BB4C3D643AF}"/>
              </a:ext>
            </a:extLst>
          </p:cNvPr>
          <p:cNvSpPr>
            <a:spLocks noChangeAspect="1"/>
          </p:cNvSpPr>
          <p:nvPr/>
        </p:nvSpPr>
        <p:spPr>
          <a:xfrm>
            <a:off x="1038992" y="6118505"/>
            <a:ext cx="91440" cy="91440"/>
          </a:xfrm>
          <a:prstGeom prst="roundRect">
            <a:avLst/>
          </a:prstGeom>
          <a:solidFill>
            <a:srgbClr val="EFE6DA"/>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3" name="Rounded Rectangle 32">
            <a:extLst>
              <a:ext uri="{FF2B5EF4-FFF2-40B4-BE49-F238E27FC236}">
                <a16:creationId xmlns:a16="http://schemas.microsoft.com/office/drawing/2014/main" id="{10561510-B48E-5BD6-9DEA-DF72DCF6D6BB}"/>
              </a:ext>
            </a:extLst>
          </p:cNvPr>
          <p:cNvSpPr>
            <a:spLocks noChangeAspect="1"/>
          </p:cNvSpPr>
          <p:nvPr/>
        </p:nvSpPr>
        <p:spPr>
          <a:xfrm>
            <a:off x="1198862" y="6118505"/>
            <a:ext cx="91440" cy="91440"/>
          </a:xfrm>
          <a:prstGeom prst="roundRect">
            <a:avLst/>
          </a:prstGeom>
          <a:solidFill>
            <a:srgbClr val="F7F9F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4" name="Rounded Rectangle 33">
            <a:extLst>
              <a:ext uri="{FF2B5EF4-FFF2-40B4-BE49-F238E27FC236}">
                <a16:creationId xmlns:a16="http://schemas.microsoft.com/office/drawing/2014/main" id="{D9715ABC-9F88-4312-88DC-513BEA73C471}"/>
              </a:ext>
            </a:extLst>
          </p:cNvPr>
          <p:cNvSpPr>
            <a:spLocks noChangeAspect="1"/>
          </p:cNvSpPr>
          <p:nvPr/>
        </p:nvSpPr>
        <p:spPr>
          <a:xfrm>
            <a:off x="1358732" y="6118505"/>
            <a:ext cx="91440" cy="91440"/>
          </a:xfrm>
          <a:prstGeom prst="roundRect">
            <a:avLst/>
          </a:prstGeom>
          <a:solidFill>
            <a:srgbClr val="D8E9E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5" name="Rounded Rectangle 34">
            <a:extLst>
              <a:ext uri="{FF2B5EF4-FFF2-40B4-BE49-F238E27FC236}">
                <a16:creationId xmlns:a16="http://schemas.microsoft.com/office/drawing/2014/main" id="{818964FA-23AB-4CBD-622A-C5C44C04F2B5}"/>
              </a:ext>
            </a:extLst>
          </p:cNvPr>
          <p:cNvSpPr>
            <a:spLocks noChangeAspect="1"/>
          </p:cNvSpPr>
          <p:nvPr/>
        </p:nvSpPr>
        <p:spPr>
          <a:xfrm>
            <a:off x="1518602" y="6118505"/>
            <a:ext cx="91440" cy="91440"/>
          </a:xfrm>
          <a:prstGeom prst="roundRect">
            <a:avLst/>
          </a:prstGeom>
          <a:solidFill>
            <a:srgbClr val="58B8CC"/>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sp>
        <p:nvSpPr>
          <p:cNvPr id="36" name="TextBox 35">
            <a:extLst>
              <a:ext uri="{FF2B5EF4-FFF2-40B4-BE49-F238E27FC236}">
                <a16:creationId xmlns:a16="http://schemas.microsoft.com/office/drawing/2014/main" id="{1F87090C-E70A-1879-69D6-FC6E49FAA7E8}"/>
              </a:ext>
            </a:extLst>
          </p:cNvPr>
          <p:cNvSpPr txBox="1"/>
          <p:nvPr/>
        </p:nvSpPr>
        <p:spPr>
          <a:xfrm>
            <a:off x="1678471" y="6054740"/>
            <a:ext cx="341910" cy="223844"/>
          </a:xfrm>
          <a:prstGeom prst="rect">
            <a:avLst/>
          </a:prstGeom>
          <a:noFill/>
        </p:spPr>
        <p:txBody>
          <a:bodyPr wrap="none" lIns="90000" rtlCol="0" anchor="t">
            <a:spAutoFit/>
          </a:bodyPr>
          <a:lstStyle/>
          <a:p>
            <a:pPr algn="l">
              <a:lnSpc>
                <a:spcPct val="113000"/>
              </a:lnSpc>
            </a:pPr>
            <a:r>
              <a:rPr lang="en-US" sz="800" b="1" dirty="0">
                <a:solidFill>
                  <a:schemeClr val="tx2"/>
                </a:solidFill>
                <a:latin typeface="Calibri" panose="020F0502020204030204" pitchFamily="34" charset="0"/>
                <a:cs typeface="Calibri" panose="020F0502020204030204" pitchFamily="34" charset="0"/>
              </a:rPr>
              <a:t>+PY</a:t>
            </a:r>
          </a:p>
        </p:txBody>
      </p:sp>
      <p:sp>
        <p:nvSpPr>
          <p:cNvPr id="37" name="TextBox 36">
            <a:extLst>
              <a:ext uri="{FF2B5EF4-FFF2-40B4-BE49-F238E27FC236}">
                <a16:creationId xmlns:a16="http://schemas.microsoft.com/office/drawing/2014/main" id="{C5F8CDCD-6935-D8F5-0F14-480120B71CE9}"/>
              </a:ext>
            </a:extLst>
          </p:cNvPr>
          <p:cNvSpPr txBox="1"/>
          <p:nvPr/>
        </p:nvSpPr>
        <p:spPr>
          <a:xfrm>
            <a:off x="512064" y="6054740"/>
            <a:ext cx="322674" cy="223844"/>
          </a:xfrm>
          <a:prstGeom prst="rect">
            <a:avLst/>
          </a:prstGeom>
          <a:noFill/>
        </p:spPr>
        <p:txBody>
          <a:bodyPr wrap="none" lIns="90000" rtlCol="0" anchor="t">
            <a:spAutoFit/>
          </a:bodyPr>
          <a:lstStyle/>
          <a:p>
            <a:pPr algn="l">
              <a:lnSpc>
                <a:spcPct val="113000"/>
              </a:lnSpc>
            </a:pPr>
            <a:r>
              <a:rPr lang="en-US" sz="800" b="1" dirty="0">
                <a:solidFill>
                  <a:schemeClr val="tx2"/>
                </a:solidFill>
                <a:latin typeface="Calibri" panose="020F0502020204030204" pitchFamily="34" charset="0"/>
                <a:cs typeface="Calibri" panose="020F0502020204030204" pitchFamily="34" charset="0"/>
              </a:rPr>
              <a:t>-PY</a:t>
            </a:r>
          </a:p>
        </p:txBody>
      </p:sp>
    </p:spTree>
    <p:extLst>
      <p:ext uri="{BB962C8B-B14F-4D97-AF65-F5344CB8AC3E}">
        <p14:creationId xmlns:p14="http://schemas.microsoft.com/office/powerpoint/2010/main" val="18217180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2ADB35-6219-5F9A-957F-8C59A5EBCE8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4B5DA118-4B0B-0106-4C7F-22D18025F830}"/>
              </a:ext>
            </a:extLst>
          </p:cNvPr>
          <p:cNvSpPr>
            <a:spLocks noGrp="1"/>
          </p:cNvSpPr>
          <p:nvPr>
            <p:ph type="body" sz="quarter" idx="12"/>
          </p:nvPr>
        </p:nvSpPr>
        <p:spPr>
          <a:xfrm>
            <a:off x="381600" y="129568"/>
            <a:ext cx="2084720" cy="228209"/>
          </a:xfrm>
        </p:spPr>
        <p:txBody>
          <a:bodyPr/>
          <a:lstStyle/>
          <a:p>
            <a:r>
              <a:rPr lang="en-US" dirty="0"/>
              <a:t>Findings – Architecture</a:t>
            </a:r>
          </a:p>
        </p:txBody>
      </p:sp>
      <p:sp>
        <p:nvSpPr>
          <p:cNvPr id="3" name="Content Placeholder 2">
            <a:extLst>
              <a:ext uri="{FF2B5EF4-FFF2-40B4-BE49-F238E27FC236}">
                <a16:creationId xmlns:a16="http://schemas.microsoft.com/office/drawing/2014/main" id="{D031AA49-8A99-327B-515C-076DE19F38C2}"/>
              </a:ext>
            </a:extLst>
          </p:cNvPr>
          <p:cNvSpPr>
            <a:spLocks noGrp="1"/>
          </p:cNvSpPr>
          <p:nvPr>
            <p:ph sz="quarter" idx="13"/>
          </p:nvPr>
        </p:nvSpPr>
        <p:spPr>
          <a:xfrm>
            <a:off x="154800" y="1411200"/>
            <a:ext cx="11880000" cy="1515384"/>
          </a:xfrm>
        </p:spPr>
        <p:txBody>
          <a:bodyPr/>
          <a:lstStyle/>
          <a:p>
            <a:r>
              <a:rPr lang="en-US" dirty="0"/>
              <a:t>@@</a:t>
            </a:r>
          </a:p>
        </p:txBody>
      </p:sp>
      <p:sp>
        <p:nvSpPr>
          <p:cNvPr id="4" name="Footer Placeholder 3">
            <a:extLst>
              <a:ext uri="{FF2B5EF4-FFF2-40B4-BE49-F238E27FC236}">
                <a16:creationId xmlns:a16="http://schemas.microsoft.com/office/drawing/2014/main" id="{DCA80DD9-5515-658A-E08F-2F31FB1BBF35}"/>
              </a:ext>
            </a:extLst>
          </p:cNvPr>
          <p:cNvSpPr>
            <a:spLocks noGrp="1"/>
          </p:cNvSpPr>
          <p:nvPr>
            <p:ph type="ftr" sz="quarter" idx="14"/>
          </p:nvPr>
        </p:nvSpPr>
        <p:spPr/>
        <p:txBody>
          <a:bodyPr/>
          <a:lstStyle/>
          <a:p>
            <a:r>
              <a:rPr lang="nl-NL"/>
              <a:t>Confidential</a:t>
            </a:r>
            <a:endParaRPr lang="nl-NL" dirty="0"/>
          </a:p>
        </p:txBody>
      </p:sp>
      <p:sp>
        <p:nvSpPr>
          <p:cNvPr id="5" name="Slide Number Placeholder 4">
            <a:extLst>
              <a:ext uri="{FF2B5EF4-FFF2-40B4-BE49-F238E27FC236}">
                <a16:creationId xmlns:a16="http://schemas.microsoft.com/office/drawing/2014/main" id="{2D79CED2-8720-8EEB-904F-3EFA7D5E052F}"/>
              </a:ext>
            </a:extLst>
          </p:cNvPr>
          <p:cNvSpPr>
            <a:spLocks noGrp="1"/>
          </p:cNvSpPr>
          <p:nvPr>
            <p:ph type="sldNum" sz="quarter" idx="15"/>
          </p:nvPr>
        </p:nvSpPr>
        <p:spPr/>
        <p:txBody>
          <a:bodyPr/>
          <a:lstStyle/>
          <a:p>
            <a:fld id="{E242BD21-9B61-2246-BCB1-4BE5E1BEBE1C}" type="slidenum">
              <a:rPr lang="nl-NL" smtClean="0"/>
              <a:pPr/>
              <a:t>17</a:t>
            </a:fld>
            <a:endParaRPr lang="nl-NL"/>
          </a:p>
        </p:txBody>
      </p:sp>
      <p:sp>
        <p:nvSpPr>
          <p:cNvPr id="6" name="Title 5">
            <a:extLst>
              <a:ext uri="{FF2B5EF4-FFF2-40B4-BE49-F238E27FC236}">
                <a16:creationId xmlns:a16="http://schemas.microsoft.com/office/drawing/2014/main" id="{65CA0724-5AF2-8539-96D9-4DF0FDD8CF55}"/>
              </a:ext>
            </a:extLst>
          </p:cNvPr>
          <p:cNvSpPr>
            <a:spLocks noGrp="1"/>
          </p:cNvSpPr>
          <p:nvPr>
            <p:ph type="title"/>
          </p:nvPr>
        </p:nvSpPr>
        <p:spPr/>
        <p:txBody>
          <a:bodyPr/>
          <a:lstStyle/>
          <a:p>
            <a:r>
              <a:rPr lang="en-US" dirty="0"/>
              <a:t>@@</a:t>
            </a:r>
          </a:p>
        </p:txBody>
      </p:sp>
      <p:sp>
        <p:nvSpPr>
          <p:cNvPr id="7" name="Rectangle 6">
            <a:extLst>
              <a:ext uri="{FF2B5EF4-FFF2-40B4-BE49-F238E27FC236}">
                <a16:creationId xmlns:a16="http://schemas.microsoft.com/office/drawing/2014/main" id="{016F9B08-E3DF-B7E9-F6EA-00E653EB85DA}"/>
              </a:ext>
            </a:extLst>
          </p:cNvPr>
          <p:cNvSpPr/>
          <p:nvPr/>
        </p:nvSpPr>
        <p:spPr>
          <a:xfrm>
            <a:off x="0" y="3154680"/>
            <a:ext cx="12192000" cy="3163320"/>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569CA3C9-39A7-B920-ABC4-1509649DCB8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CBB4841B-3E5F-5908-7C55-A5C2329EC745}"/>
              </a:ext>
            </a:extLst>
          </p:cNvPr>
          <p:cNvSpPr/>
          <p:nvPr/>
        </p:nvSpPr>
        <p:spPr>
          <a:xfrm>
            <a:off x="512063" y="3200400"/>
            <a:ext cx="11233603" cy="284378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PORTFOLIO_PERIOD_ARCHITECTURE</a:t>
            </a:r>
            <a:endParaRPr lang="en-US" sz="1600" dirty="0">
              <a:solidFill>
                <a:schemeClr val="bg1"/>
              </a:solidFill>
            </a:endParaRPr>
          </a:p>
        </p:txBody>
      </p:sp>
      <p:sp>
        <p:nvSpPr>
          <p:cNvPr id="10" name="TextBox 9">
            <a:extLst>
              <a:ext uri="{FF2B5EF4-FFF2-40B4-BE49-F238E27FC236}">
                <a16:creationId xmlns:a16="http://schemas.microsoft.com/office/drawing/2014/main" id="{27B9338F-3696-3475-0862-A6B7A7AD5ED5}"/>
              </a:ext>
            </a:extLst>
          </p:cNvPr>
          <p:cNvSpPr txBox="1"/>
          <p:nvPr/>
        </p:nvSpPr>
        <p:spPr>
          <a:xfrm>
            <a:off x="2643466"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grpSp>
        <p:nvGrpSpPr>
          <p:cNvPr id="11" name="Group 10">
            <a:extLst>
              <a:ext uri="{FF2B5EF4-FFF2-40B4-BE49-F238E27FC236}">
                <a16:creationId xmlns:a16="http://schemas.microsoft.com/office/drawing/2014/main" id="{6C56D90A-1006-7AB9-D9CD-348A793008EF}"/>
              </a:ext>
            </a:extLst>
          </p:cNvPr>
          <p:cNvGrpSpPr/>
          <p:nvPr/>
        </p:nvGrpSpPr>
        <p:grpSpPr>
          <a:xfrm>
            <a:off x="516802" y="6117354"/>
            <a:ext cx="300732" cy="98617"/>
            <a:chOff x="586253" y="6116391"/>
            <a:chExt cx="300732" cy="98617"/>
          </a:xfrm>
        </p:grpSpPr>
        <p:sp>
          <p:nvSpPr>
            <p:cNvPr id="12" name="TextBox 11">
              <a:extLst>
                <a:ext uri="{FF2B5EF4-FFF2-40B4-BE49-F238E27FC236}">
                  <a16:creationId xmlns:a16="http://schemas.microsoft.com/office/drawing/2014/main" id="{367E43F1-609C-EF9A-0769-D224A7B241F7}"/>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 star</a:t>
              </a:r>
            </a:p>
          </p:txBody>
        </p:sp>
        <p:sp>
          <p:nvSpPr>
            <p:cNvPr id="13" name="Rounded Rectangle 12">
              <a:extLst>
                <a:ext uri="{FF2B5EF4-FFF2-40B4-BE49-F238E27FC236}">
                  <a16:creationId xmlns:a16="http://schemas.microsoft.com/office/drawing/2014/main" id="{AD364C4A-9B6F-CC43-DA14-7FE24E649850}"/>
                </a:ext>
              </a:extLst>
            </p:cNvPr>
            <p:cNvSpPr>
              <a:spLocks noChangeAspect="1"/>
            </p:cNvSpPr>
            <p:nvPr/>
          </p:nvSpPr>
          <p:spPr>
            <a:xfrm>
              <a:off x="586253" y="6119980"/>
              <a:ext cx="89812" cy="91440"/>
            </a:xfrm>
            <a:prstGeom prst="roundRect">
              <a:avLst/>
            </a:prstGeom>
            <a:solidFill>
              <a:srgbClr val="C0403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14" name="Group 13">
            <a:extLst>
              <a:ext uri="{FF2B5EF4-FFF2-40B4-BE49-F238E27FC236}">
                <a16:creationId xmlns:a16="http://schemas.microsoft.com/office/drawing/2014/main" id="{C9C2E825-B982-E953-FACE-15F02147F166}"/>
              </a:ext>
            </a:extLst>
          </p:cNvPr>
          <p:cNvGrpSpPr/>
          <p:nvPr/>
        </p:nvGrpSpPr>
        <p:grpSpPr>
          <a:xfrm>
            <a:off x="934179" y="6117354"/>
            <a:ext cx="331190" cy="98617"/>
            <a:chOff x="961765" y="6117353"/>
            <a:chExt cx="331190" cy="98617"/>
          </a:xfrm>
        </p:grpSpPr>
        <p:sp>
          <p:nvSpPr>
            <p:cNvPr id="15" name="TextBox 14">
              <a:extLst>
                <a:ext uri="{FF2B5EF4-FFF2-40B4-BE49-F238E27FC236}">
                  <a16:creationId xmlns:a16="http://schemas.microsoft.com/office/drawing/2014/main" id="{3ED4D9FD-BDC4-4B0F-A406-DB3FD85071B3}"/>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2 stars</a:t>
              </a:r>
            </a:p>
          </p:txBody>
        </p:sp>
        <p:sp>
          <p:nvSpPr>
            <p:cNvPr id="16" name="Rounded Rectangle 15">
              <a:extLst>
                <a:ext uri="{FF2B5EF4-FFF2-40B4-BE49-F238E27FC236}">
                  <a16:creationId xmlns:a16="http://schemas.microsoft.com/office/drawing/2014/main" id="{A28FA509-ACD3-2FE4-465D-A19FB804D25E}"/>
                </a:ext>
              </a:extLst>
            </p:cNvPr>
            <p:cNvSpPr>
              <a:spLocks noChangeAspect="1"/>
            </p:cNvSpPr>
            <p:nvPr/>
          </p:nvSpPr>
          <p:spPr>
            <a:xfrm>
              <a:off x="961765" y="6120942"/>
              <a:ext cx="89812" cy="91440"/>
            </a:xfrm>
            <a:prstGeom prst="roundRect">
              <a:avLst/>
            </a:prstGeom>
            <a:solidFill>
              <a:srgbClr val="EF981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17" name="Group 16">
            <a:extLst>
              <a:ext uri="{FF2B5EF4-FFF2-40B4-BE49-F238E27FC236}">
                <a16:creationId xmlns:a16="http://schemas.microsoft.com/office/drawing/2014/main" id="{D1CA5C82-B755-E998-16B4-C664825E63C0}"/>
              </a:ext>
            </a:extLst>
          </p:cNvPr>
          <p:cNvGrpSpPr/>
          <p:nvPr/>
        </p:nvGrpSpPr>
        <p:grpSpPr>
          <a:xfrm>
            <a:off x="1382015" y="6117354"/>
            <a:ext cx="331190" cy="98617"/>
            <a:chOff x="1114165" y="6269753"/>
            <a:chExt cx="331190" cy="98617"/>
          </a:xfrm>
        </p:grpSpPr>
        <p:sp>
          <p:nvSpPr>
            <p:cNvPr id="18" name="TextBox 17">
              <a:extLst>
                <a:ext uri="{FF2B5EF4-FFF2-40B4-BE49-F238E27FC236}">
                  <a16:creationId xmlns:a16="http://schemas.microsoft.com/office/drawing/2014/main" id="{835CF367-0FF7-A744-41FA-8AEC8AAE6EC0}"/>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3 stars</a:t>
              </a:r>
            </a:p>
          </p:txBody>
        </p:sp>
        <p:sp>
          <p:nvSpPr>
            <p:cNvPr id="19" name="Rounded Rectangle 18">
              <a:extLst>
                <a:ext uri="{FF2B5EF4-FFF2-40B4-BE49-F238E27FC236}">
                  <a16:creationId xmlns:a16="http://schemas.microsoft.com/office/drawing/2014/main" id="{2AD1DE72-BD78-4DCC-7E35-57E3F3F7D01F}"/>
                </a:ext>
              </a:extLst>
            </p:cNvPr>
            <p:cNvSpPr>
              <a:spLocks noChangeAspect="1"/>
            </p:cNvSpPr>
            <p:nvPr/>
          </p:nvSpPr>
          <p:spPr>
            <a:xfrm>
              <a:off x="1114165" y="6273342"/>
              <a:ext cx="89812" cy="91440"/>
            </a:xfrm>
            <a:prstGeom prst="roundRect">
              <a:avLst/>
            </a:prstGeom>
            <a:solidFill>
              <a:srgbClr val="F9C64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20" name="Group 19">
            <a:extLst>
              <a:ext uri="{FF2B5EF4-FFF2-40B4-BE49-F238E27FC236}">
                <a16:creationId xmlns:a16="http://schemas.microsoft.com/office/drawing/2014/main" id="{D44799DC-3D4C-66D9-ABE8-04A3279AEFEA}"/>
              </a:ext>
            </a:extLst>
          </p:cNvPr>
          <p:cNvGrpSpPr/>
          <p:nvPr/>
        </p:nvGrpSpPr>
        <p:grpSpPr>
          <a:xfrm>
            <a:off x="1829851" y="6117354"/>
            <a:ext cx="331190" cy="98617"/>
            <a:chOff x="1114165" y="6269753"/>
            <a:chExt cx="331190" cy="98617"/>
          </a:xfrm>
        </p:grpSpPr>
        <p:sp>
          <p:nvSpPr>
            <p:cNvPr id="21" name="TextBox 20">
              <a:extLst>
                <a:ext uri="{FF2B5EF4-FFF2-40B4-BE49-F238E27FC236}">
                  <a16:creationId xmlns:a16="http://schemas.microsoft.com/office/drawing/2014/main" id="{9D5BDBFF-76EC-13D0-575D-5D87E0700865}"/>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4 stars</a:t>
              </a:r>
            </a:p>
          </p:txBody>
        </p:sp>
        <p:sp>
          <p:nvSpPr>
            <p:cNvPr id="22" name="Rounded Rectangle 21">
              <a:extLst>
                <a:ext uri="{FF2B5EF4-FFF2-40B4-BE49-F238E27FC236}">
                  <a16:creationId xmlns:a16="http://schemas.microsoft.com/office/drawing/2014/main" id="{F7DF86F1-0E90-2AA8-29DB-55AF1060AAEE}"/>
                </a:ext>
              </a:extLst>
            </p:cNvPr>
            <p:cNvSpPr>
              <a:spLocks noChangeAspect="1"/>
            </p:cNvSpPr>
            <p:nvPr/>
          </p:nvSpPr>
          <p:spPr>
            <a:xfrm>
              <a:off x="1114165" y="6273342"/>
              <a:ext cx="89812" cy="91440"/>
            </a:xfrm>
            <a:prstGeom prst="roundRect">
              <a:avLst/>
            </a:prstGeom>
            <a:solidFill>
              <a:srgbClr val="57C96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23" name="Group 22">
            <a:extLst>
              <a:ext uri="{FF2B5EF4-FFF2-40B4-BE49-F238E27FC236}">
                <a16:creationId xmlns:a16="http://schemas.microsoft.com/office/drawing/2014/main" id="{2EE77047-597C-0A29-B3A0-B25C34824C27}"/>
              </a:ext>
            </a:extLst>
          </p:cNvPr>
          <p:cNvGrpSpPr/>
          <p:nvPr/>
        </p:nvGrpSpPr>
        <p:grpSpPr>
          <a:xfrm>
            <a:off x="2277686" y="6117354"/>
            <a:ext cx="331190" cy="98617"/>
            <a:chOff x="1114165" y="6269753"/>
            <a:chExt cx="331190" cy="98617"/>
          </a:xfrm>
        </p:grpSpPr>
        <p:sp>
          <p:nvSpPr>
            <p:cNvPr id="24" name="TextBox 23">
              <a:extLst>
                <a:ext uri="{FF2B5EF4-FFF2-40B4-BE49-F238E27FC236}">
                  <a16:creationId xmlns:a16="http://schemas.microsoft.com/office/drawing/2014/main" id="{B014E31B-502B-0F52-53B1-44AE1684B5C4}"/>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5 stars</a:t>
              </a:r>
            </a:p>
          </p:txBody>
        </p:sp>
        <p:sp>
          <p:nvSpPr>
            <p:cNvPr id="25" name="Rounded Rectangle 24">
              <a:extLst>
                <a:ext uri="{FF2B5EF4-FFF2-40B4-BE49-F238E27FC236}">
                  <a16:creationId xmlns:a16="http://schemas.microsoft.com/office/drawing/2014/main" id="{66B88319-7567-D886-1E60-34E50C26F93A}"/>
                </a:ext>
              </a:extLst>
            </p:cNvPr>
            <p:cNvSpPr>
              <a:spLocks noChangeAspect="1"/>
            </p:cNvSpPr>
            <p:nvPr/>
          </p:nvSpPr>
          <p:spPr>
            <a:xfrm>
              <a:off x="1114165" y="6273342"/>
              <a:ext cx="89812" cy="91440"/>
            </a:xfrm>
            <a:prstGeom prst="roundRect">
              <a:avLst/>
            </a:prstGeom>
            <a:solidFill>
              <a:srgbClr val="2C963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26" name="Triangle 25">
            <a:extLst>
              <a:ext uri="{FF2B5EF4-FFF2-40B4-BE49-F238E27FC236}">
                <a16:creationId xmlns:a16="http://schemas.microsoft.com/office/drawing/2014/main" id="{D72BB23D-F22D-6120-9AA1-A04DEF133A02}"/>
              </a:ext>
            </a:extLst>
          </p:cNvPr>
          <p:cNvSpPr/>
          <p:nvPr/>
        </p:nvSpPr>
        <p:spPr>
          <a:xfrm rot="5400000">
            <a:off x="11223517" y="97630"/>
            <a:ext cx="113704" cy="9135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pic>
        <p:nvPicPr>
          <p:cNvPr id="27" name="Picture 26">
            <a:extLst>
              <a:ext uri="{FF2B5EF4-FFF2-40B4-BE49-F238E27FC236}">
                <a16:creationId xmlns:a16="http://schemas.microsoft.com/office/drawing/2014/main" id="{A462975B-9504-A191-09BE-8EB43FF05A9C}"/>
              </a:ext>
            </a:extLst>
          </p:cNvPr>
          <p:cNvPicPr>
            <a:picLocks noChangeAspect="1"/>
          </p:cNvPicPr>
          <p:nvPr/>
        </p:nvPicPr>
        <p:blipFill>
          <a:blip r:embed="rId4"/>
          <a:stretch>
            <a:fillRect/>
          </a:stretch>
        </p:blipFill>
        <p:spPr>
          <a:xfrm>
            <a:off x="10267839" y="52613"/>
            <a:ext cx="203103" cy="172639"/>
          </a:xfrm>
          <a:prstGeom prst="rect">
            <a:avLst/>
          </a:prstGeom>
        </p:spPr>
      </p:pic>
      <p:sp>
        <p:nvSpPr>
          <p:cNvPr id="28" name="TextBox 27">
            <a:extLst>
              <a:ext uri="{FF2B5EF4-FFF2-40B4-BE49-F238E27FC236}">
                <a16:creationId xmlns:a16="http://schemas.microsoft.com/office/drawing/2014/main" id="{C0D8BF09-D9C6-6990-3BE5-A2A8D4D67193}"/>
              </a:ext>
            </a:extLst>
          </p:cNvPr>
          <p:cNvSpPr txBox="1"/>
          <p:nvPr/>
        </p:nvSpPr>
        <p:spPr>
          <a:xfrm>
            <a:off x="9145068" y="10898"/>
            <a:ext cx="2110021" cy="264816"/>
          </a:xfrm>
          <a:prstGeom prst="rect">
            <a:avLst/>
          </a:prstGeom>
          <a:noFill/>
        </p:spPr>
        <p:txBody>
          <a:bodyPr wrap="none" lIns="90000" rtlCol="0" anchor="t">
            <a:spAutoFit/>
          </a:bodyPr>
          <a:lstStyle/>
          <a:p>
            <a:pPr algn="r">
              <a:lnSpc>
                <a:spcPct val="113000"/>
              </a:lnSpc>
            </a:pPr>
            <a:r>
              <a:rPr lang="nl-NL" sz="1050" b="1" dirty="0" err="1">
                <a:solidFill>
                  <a:schemeClr val="bg1">
                    <a:lumMod val="75000"/>
                  </a:schemeClr>
                </a:solidFill>
              </a:rPr>
              <a:t>PORTFOLIO_PERIOD_START_DATE</a:t>
            </a:r>
            <a:endParaRPr lang="nl-NL" sz="1050" b="1" dirty="0">
              <a:solidFill>
                <a:schemeClr val="bg1">
                  <a:lumMod val="75000"/>
                </a:schemeClr>
              </a:solidFill>
            </a:endParaRPr>
          </a:p>
        </p:txBody>
      </p:sp>
      <p:sp>
        <p:nvSpPr>
          <p:cNvPr id="29" name="TextBox 28">
            <a:extLst>
              <a:ext uri="{FF2B5EF4-FFF2-40B4-BE49-F238E27FC236}">
                <a16:creationId xmlns:a16="http://schemas.microsoft.com/office/drawing/2014/main" id="{2521312D-9E4E-ACF1-BBEC-F3085C4355D9}"/>
              </a:ext>
            </a:extLst>
          </p:cNvPr>
          <p:cNvSpPr txBox="1"/>
          <p:nvPr/>
        </p:nvSpPr>
        <p:spPr>
          <a:xfrm>
            <a:off x="11305651" y="10898"/>
            <a:ext cx="1993003" cy="264816"/>
          </a:xfrm>
          <a:prstGeom prst="rect">
            <a:avLst/>
          </a:prstGeom>
          <a:noFill/>
        </p:spPr>
        <p:txBody>
          <a:bodyPr wrap="none" lIns="90000" rtlCol="0" anchor="t">
            <a:spAutoFit/>
          </a:bodyPr>
          <a:lstStyle/>
          <a:p>
            <a:pPr>
              <a:lnSpc>
                <a:spcPct val="113000"/>
              </a:lnSpc>
            </a:pPr>
            <a:r>
              <a:rPr lang="nl-NL" sz="1050" b="1" dirty="0" err="1">
                <a:solidFill>
                  <a:schemeClr val="tx2"/>
                </a:solidFill>
              </a:rPr>
              <a:t>PORTFOLIO_PERIOD_END_DATE</a:t>
            </a:r>
            <a:endParaRPr lang="nl-NL" sz="1050" b="1" noProof="0" dirty="0">
              <a:solidFill>
                <a:schemeClr val="tx2"/>
              </a:solidFill>
            </a:endParaRPr>
          </a:p>
        </p:txBody>
      </p:sp>
    </p:spTree>
    <p:extLst>
      <p:ext uri="{BB962C8B-B14F-4D97-AF65-F5344CB8AC3E}">
        <p14:creationId xmlns:p14="http://schemas.microsoft.com/office/powerpoint/2010/main" val="2895638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2CA76F-61BA-3C1E-8929-E66D2F5E62CA}"/>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06625BD-DABF-DF91-9146-6AA49830E28B}"/>
              </a:ext>
            </a:extLst>
          </p:cNvPr>
          <p:cNvSpPr>
            <a:spLocks noGrp="1"/>
          </p:cNvSpPr>
          <p:nvPr>
            <p:ph type="body" sz="quarter" idx="12"/>
          </p:nvPr>
        </p:nvSpPr>
        <p:spPr>
          <a:xfrm>
            <a:off x="381600" y="129568"/>
            <a:ext cx="1747448" cy="228209"/>
          </a:xfrm>
        </p:spPr>
        <p:txBody>
          <a:bodyPr/>
          <a:lstStyle/>
          <a:p>
            <a:r>
              <a:rPr lang="en-US" dirty="0"/>
              <a:t>Findings – Security</a:t>
            </a:r>
          </a:p>
        </p:txBody>
      </p:sp>
      <p:sp>
        <p:nvSpPr>
          <p:cNvPr id="3" name="Content Placeholder 2">
            <a:extLst>
              <a:ext uri="{FF2B5EF4-FFF2-40B4-BE49-F238E27FC236}">
                <a16:creationId xmlns:a16="http://schemas.microsoft.com/office/drawing/2014/main" id="{1A4E22C1-28EF-EA50-0F15-9C1DA2E24227}"/>
              </a:ext>
            </a:extLst>
          </p:cNvPr>
          <p:cNvSpPr>
            <a:spLocks noGrp="1"/>
          </p:cNvSpPr>
          <p:nvPr>
            <p:ph sz="quarter" idx="13"/>
          </p:nvPr>
        </p:nvSpPr>
        <p:spPr>
          <a:xfrm>
            <a:off x="154800" y="1411200"/>
            <a:ext cx="11880000" cy="1515384"/>
          </a:xfrm>
        </p:spPr>
        <p:txBody>
          <a:bodyPr/>
          <a:lstStyle/>
          <a:p>
            <a:r>
              <a:rPr lang="en-US" dirty="0"/>
              <a:t>@@</a:t>
            </a:r>
          </a:p>
        </p:txBody>
      </p:sp>
      <p:sp>
        <p:nvSpPr>
          <p:cNvPr id="4" name="Footer Placeholder 3">
            <a:extLst>
              <a:ext uri="{FF2B5EF4-FFF2-40B4-BE49-F238E27FC236}">
                <a16:creationId xmlns:a16="http://schemas.microsoft.com/office/drawing/2014/main" id="{E89BF736-6296-C1A0-4702-638169DA4EC9}"/>
              </a:ext>
            </a:extLst>
          </p:cNvPr>
          <p:cNvSpPr>
            <a:spLocks noGrp="1"/>
          </p:cNvSpPr>
          <p:nvPr>
            <p:ph type="ftr" sz="quarter" idx="14"/>
          </p:nvPr>
        </p:nvSpPr>
        <p:spPr/>
        <p:txBody>
          <a:bodyPr/>
          <a:lstStyle/>
          <a:p>
            <a:r>
              <a:rPr lang="nl-NL"/>
              <a:t>Confidential</a:t>
            </a:r>
            <a:endParaRPr lang="nl-NL" dirty="0"/>
          </a:p>
        </p:txBody>
      </p:sp>
      <p:sp>
        <p:nvSpPr>
          <p:cNvPr id="5" name="Slide Number Placeholder 4">
            <a:extLst>
              <a:ext uri="{FF2B5EF4-FFF2-40B4-BE49-F238E27FC236}">
                <a16:creationId xmlns:a16="http://schemas.microsoft.com/office/drawing/2014/main" id="{C392E825-0414-1AF4-A45F-DB61098BF4E3}"/>
              </a:ext>
            </a:extLst>
          </p:cNvPr>
          <p:cNvSpPr>
            <a:spLocks noGrp="1"/>
          </p:cNvSpPr>
          <p:nvPr>
            <p:ph type="sldNum" sz="quarter" idx="15"/>
          </p:nvPr>
        </p:nvSpPr>
        <p:spPr/>
        <p:txBody>
          <a:bodyPr/>
          <a:lstStyle/>
          <a:p>
            <a:fld id="{E242BD21-9B61-2246-BCB1-4BE5E1BEBE1C}" type="slidenum">
              <a:rPr lang="nl-NL" smtClean="0"/>
              <a:pPr/>
              <a:t>18</a:t>
            </a:fld>
            <a:endParaRPr lang="nl-NL"/>
          </a:p>
        </p:txBody>
      </p:sp>
      <p:sp>
        <p:nvSpPr>
          <p:cNvPr id="6" name="Title 5">
            <a:extLst>
              <a:ext uri="{FF2B5EF4-FFF2-40B4-BE49-F238E27FC236}">
                <a16:creationId xmlns:a16="http://schemas.microsoft.com/office/drawing/2014/main" id="{50F8993A-8E06-5166-36D2-3E52E4E5E6A0}"/>
              </a:ext>
            </a:extLst>
          </p:cNvPr>
          <p:cNvSpPr>
            <a:spLocks noGrp="1"/>
          </p:cNvSpPr>
          <p:nvPr>
            <p:ph type="title"/>
          </p:nvPr>
        </p:nvSpPr>
        <p:spPr/>
        <p:txBody>
          <a:bodyPr/>
          <a:lstStyle/>
          <a:p>
            <a:r>
              <a:rPr lang="en-US" dirty="0"/>
              <a:t>@@</a:t>
            </a:r>
          </a:p>
        </p:txBody>
      </p:sp>
      <p:sp>
        <p:nvSpPr>
          <p:cNvPr id="7" name="Rectangle 6">
            <a:extLst>
              <a:ext uri="{FF2B5EF4-FFF2-40B4-BE49-F238E27FC236}">
                <a16:creationId xmlns:a16="http://schemas.microsoft.com/office/drawing/2014/main" id="{42E2865C-4E62-155B-5DFA-D9FC97B1B769}"/>
              </a:ext>
            </a:extLst>
          </p:cNvPr>
          <p:cNvSpPr/>
          <p:nvPr/>
        </p:nvSpPr>
        <p:spPr>
          <a:xfrm>
            <a:off x="0" y="3154680"/>
            <a:ext cx="12192000" cy="3163320"/>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0F258894-3B4F-1935-8891-79F77CD6D893}"/>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89C113CE-CA11-AC91-BE4E-41CB340B3320}"/>
              </a:ext>
            </a:extLst>
          </p:cNvPr>
          <p:cNvSpPr/>
          <p:nvPr/>
        </p:nvSpPr>
        <p:spPr>
          <a:xfrm>
            <a:off x="512063" y="3200400"/>
            <a:ext cx="11233603" cy="284378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PORTFOLIO_PERIOD_SECURITY_RATINGS</a:t>
            </a:r>
            <a:endParaRPr lang="en-US" sz="1600" dirty="0">
              <a:solidFill>
                <a:schemeClr val="bg1"/>
              </a:solidFill>
            </a:endParaRPr>
          </a:p>
        </p:txBody>
      </p:sp>
      <p:sp>
        <p:nvSpPr>
          <p:cNvPr id="10" name="TextBox 9">
            <a:extLst>
              <a:ext uri="{FF2B5EF4-FFF2-40B4-BE49-F238E27FC236}">
                <a16:creationId xmlns:a16="http://schemas.microsoft.com/office/drawing/2014/main" id="{5D23A67A-A37D-53C7-099B-A3E0CF0A4089}"/>
              </a:ext>
            </a:extLst>
          </p:cNvPr>
          <p:cNvSpPr txBox="1"/>
          <p:nvPr/>
        </p:nvSpPr>
        <p:spPr>
          <a:xfrm>
            <a:off x="2643466"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grpSp>
        <p:nvGrpSpPr>
          <p:cNvPr id="11" name="Group 10">
            <a:extLst>
              <a:ext uri="{FF2B5EF4-FFF2-40B4-BE49-F238E27FC236}">
                <a16:creationId xmlns:a16="http://schemas.microsoft.com/office/drawing/2014/main" id="{044BEA9C-C4EC-7FBD-CC6C-A344E2949738}"/>
              </a:ext>
            </a:extLst>
          </p:cNvPr>
          <p:cNvGrpSpPr/>
          <p:nvPr/>
        </p:nvGrpSpPr>
        <p:grpSpPr>
          <a:xfrm>
            <a:off x="516802" y="6117354"/>
            <a:ext cx="300732" cy="98617"/>
            <a:chOff x="586253" y="6116391"/>
            <a:chExt cx="300732" cy="98617"/>
          </a:xfrm>
        </p:grpSpPr>
        <p:sp>
          <p:nvSpPr>
            <p:cNvPr id="12" name="TextBox 11">
              <a:extLst>
                <a:ext uri="{FF2B5EF4-FFF2-40B4-BE49-F238E27FC236}">
                  <a16:creationId xmlns:a16="http://schemas.microsoft.com/office/drawing/2014/main" id="{FAED17B6-C156-8E7D-078B-95632B887172}"/>
                </a:ext>
              </a:extLst>
            </p:cNvPr>
            <p:cNvSpPr txBox="1"/>
            <p:nvPr/>
          </p:nvSpPr>
          <p:spPr>
            <a:xfrm>
              <a:off x="710655" y="6116391"/>
              <a:ext cx="176330"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 star</a:t>
              </a:r>
            </a:p>
          </p:txBody>
        </p:sp>
        <p:sp>
          <p:nvSpPr>
            <p:cNvPr id="13" name="Rounded Rectangle 12">
              <a:extLst>
                <a:ext uri="{FF2B5EF4-FFF2-40B4-BE49-F238E27FC236}">
                  <a16:creationId xmlns:a16="http://schemas.microsoft.com/office/drawing/2014/main" id="{FCE5A9AC-F1BD-BA0E-B02D-D03DCC2A3610}"/>
                </a:ext>
              </a:extLst>
            </p:cNvPr>
            <p:cNvSpPr>
              <a:spLocks noChangeAspect="1"/>
            </p:cNvSpPr>
            <p:nvPr/>
          </p:nvSpPr>
          <p:spPr>
            <a:xfrm>
              <a:off x="586253" y="6119980"/>
              <a:ext cx="89812" cy="91440"/>
            </a:xfrm>
            <a:prstGeom prst="roundRect">
              <a:avLst/>
            </a:prstGeom>
            <a:solidFill>
              <a:srgbClr val="C0403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14" name="Group 13">
            <a:extLst>
              <a:ext uri="{FF2B5EF4-FFF2-40B4-BE49-F238E27FC236}">
                <a16:creationId xmlns:a16="http://schemas.microsoft.com/office/drawing/2014/main" id="{AB7D1C01-FFA0-47A1-350A-093B554EFF7E}"/>
              </a:ext>
            </a:extLst>
          </p:cNvPr>
          <p:cNvGrpSpPr/>
          <p:nvPr/>
        </p:nvGrpSpPr>
        <p:grpSpPr>
          <a:xfrm>
            <a:off x="934179" y="6117354"/>
            <a:ext cx="331190" cy="98617"/>
            <a:chOff x="961765" y="6117353"/>
            <a:chExt cx="331190" cy="98617"/>
          </a:xfrm>
        </p:grpSpPr>
        <p:sp>
          <p:nvSpPr>
            <p:cNvPr id="15" name="TextBox 14">
              <a:extLst>
                <a:ext uri="{FF2B5EF4-FFF2-40B4-BE49-F238E27FC236}">
                  <a16:creationId xmlns:a16="http://schemas.microsoft.com/office/drawing/2014/main" id="{98D5A671-8A1D-3D15-A6CB-D0FF66C2CAD9}"/>
                </a:ext>
              </a:extLst>
            </p:cNvPr>
            <p:cNvSpPr txBox="1"/>
            <p:nvPr/>
          </p:nvSpPr>
          <p:spPr>
            <a:xfrm>
              <a:off x="1086167" y="61173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2 stars</a:t>
              </a:r>
            </a:p>
          </p:txBody>
        </p:sp>
        <p:sp>
          <p:nvSpPr>
            <p:cNvPr id="16" name="Rounded Rectangle 15">
              <a:extLst>
                <a:ext uri="{FF2B5EF4-FFF2-40B4-BE49-F238E27FC236}">
                  <a16:creationId xmlns:a16="http://schemas.microsoft.com/office/drawing/2014/main" id="{2BAD37AA-EAF7-8404-E956-FEF9B66BC06D}"/>
                </a:ext>
              </a:extLst>
            </p:cNvPr>
            <p:cNvSpPr>
              <a:spLocks noChangeAspect="1"/>
            </p:cNvSpPr>
            <p:nvPr/>
          </p:nvSpPr>
          <p:spPr>
            <a:xfrm>
              <a:off x="961765" y="6120942"/>
              <a:ext cx="89812" cy="91440"/>
            </a:xfrm>
            <a:prstGeom prst="roundRect">
              <a:avLst/>
            </a:prstGeom>
            <a:solidFill>
              <a:srgbClr val="EF981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17" name="Group 16">
            <a:extLst>
              <a:ext uri="{FF2B5EF4-FFF2-40B4-BE49-F238E27FC236}">
                <a16:creationId xmlns:a16="http://schemas.microsoft.com/office/drawing/2014/main" id="{D0CDC9E9-3F33-E20B-68A1-B3AC66612261}"/>
              </a:ext>
            </a:extLst>
          </p:cNvPr>
          <p:cNvGrpSpPr/>
          <p:nvPr/>
        </p:nvGrpSpPr>
        <p:grpSpPr>
          <a:xfrm>
            <a:off x="1382015" y="6117354"/>
            <a:ext cx="331190" cy="98617"/>
            <a:chOff x="1114165" y="6269753"/>
            <a:chExt cx="331190" cy="98617"/>
          </a:xfrm>
        </p:grpSpPr>
        <p:sp>
          <p:nvSpPr>
            <p:cNvPr id="18" name="TextBox 17">
              <a:extLst>
                <a:ext uri="{FF2B5EF4-FFF2-40B4-BE49-F238E27FC236}">
                  <a16:creationId xmlns:a16="http://schemas.microsoft.com/office/drawing/2014/main" id="{DC16AD96-28E6-3DA8-E92E-0C6AE2AEA72D}"/>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3 stars</a:t>
              </a:r>
            </a:p>
          </p:txBody>
        </p:sp>
        <p:sp>
          <p:nvSpPr>
            <p:cNvPr id="19" name="Rounded Rectangle 18">
              <a:extLst>
                <a:ext uri="{FF2B5EF4-FFF2-40B4-BE49-F238E27FC236}">
                  <a16:creationId xmlns:a16="http://schemas.microsoft.com/office/drawing/2014/main" id="{F7FA752B-0E5C-2D24-FF30-B4C9B26BF4B7}"/>
                </a:ext>
              </a:extLst>
            </p:cNvPr>
            <p:cNvSpPr>
              <a:spLocks noChangeAspect="1"/>
            </p:cNvSpPr>
            <p:nvPr/>
          </p:nvSpPr>
          <p:spPr>
            <a:xfrm>
              <a:off x="1114165" y="6273342"/>
              <a:ext cx="89812" cy="91440"/>
            </a:xfrm>
            <a:prstGeom prst="roundRect">
              <a:avLst/>
            </a:prstGeom>
            <a:solidFill>
              <a:srgbClr val="F9C64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20" name="Group 19">
            <a:extLst>
              <a:ext uri="{FF2B5EF4-FFF2-40B4-BE49-F238E27FC236}">
                <a16:creationId xmlns:a16="http://schemas.microsoft.com/office/drawing/2014/main" id="{59ACDEB3-5AC6-CB8A-495A-F0AA08B5D058}"/>
              </a:ext>
            </a:extLst>
          </p:cNvPr>
          <p:cNvGrpSpPr/>
          <p:nvPr/>
        </p:nvGrpSpPr>
        <p:grpSpPr>
          <a:xfrm>
            <a:off x="1829851" y="6117354"/>
            <a:ext cx="331190" cy="98617"/>
            <a:chOff x="1114165" y="6269753"/>
            <a:chExt cx="331190" cy="98617"/>
          </a:xfrm>
        </p:grpSpPr>
        <p:sp>
          <p:nvSpPr>
            <p:cNvPr id="21" name="TextBox 20">
              <a:extLst>
                <a:ext uri="{FF2B5EF4-FFF2-40B4-BE49-F238E27FC236}">
                  <a16:creationId xmlns:a16="http://schemas.microsoft.com/office/drawing/2014/main" id="{A7656F9F-5832-34DD-08C2-D6F6F089487F}"/>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4 stars</a:t>
              </a:r>
            </a:p>
          </p:txBody>
        </p:sp>
        <p:sp>
          <p:nvSpPr>
            <p:cNvPr id="22" name="Rounded Rectangle 21">
              <a:extLst>
                <a:ext uri="{FF2B5EF4-FFF2-40B4-BE49-F238E27FC236}">
                  <a16:creationId xmlns:a16="http://schemas.microsoft.com/office/drawing/2014/main" id="{414299B7-EEC0-EDC0-FE2C-DBBBD17358D3}"/>
                </a:ext>
              </a:extLst>
            </p:cNvPr>
            <p:cNvSpPr>
              <a:spLocks noChangeAspect="1"/>
            </p:cNvSpPr>
            <p:nvPr/>
          </p:nvSpPr>
          <p:spPr>
            <a:xfrm>
              <a:off x="1114165" y="6273342"/>
              <a:ext cx="89812" cy="91440"/>
            </a:xfrm>
            <a:prstGeom prst="roundRect">
              <a:avLst/>
            </a:prstGeom>
            <a:solidFill>
              <a:srgbClr val="57C96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23" name="Group 22">
            <a:extLst>
              <a:ext uri="{FF2B5EF4-FFF2-40B4-BE49-F238E27FC236}">
                <a16:creationId xmlns:a16="http://schemas.microsoft.com/office/drawing/2014/main" id="{01F0A8F5-0A7A-FD6A-F180-5C1415D5A118}"/>
              </a:ext>
            </a:extLst>
          </p:cNvPr>
          <p:cNvGrpSpPr/>
          <p:nvPr/>
        </p:nvGrpSpPr>
        <p:grpSpPr>
          <a:xfrm>
            <a:off x="2277686" y="6117354"/>
            <a:ext cx="331190" cy="98617"/>
            <a:chOff x="1114165" y="6269753"/>
            <a:chExt cx="331190" cy="98617"/>
          </a:xfrm>
        </p:grpSpPr>
        <p:sp>
          <p:nvSpPr>
            <p:cNvPr id="24" name="TextBox 23">
              <a:extLst>
                <a:ext uri="{FF2B5EF4-FFF2-40B4-BE49-F238E27FC236}">
                  <a16:creationId xmlns:a16="http://schemas.microsoft.com/office/drawing/2014/main" id="{DD983072-B6A2-C137-B526-82C14EA20B68}"/>
                </a:ext>
              </a:extLst>
            </p:cNvPr>
            <p:cNvSpPr txBox="1"/>
            <p:nvPr/>
          </p:nvSpPr>
          <p:spPr>
            <a:xfrm>
              <a:off x="1238567" y="6269753"/>
              <a:ext cx="206788"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5 stars</a:t>
              </a:r>
            </a:p>
          </p:txBody>
        </p:sp>
        <p:sp>
          <p:nvSpPr>
            <p:cNvPr id="25" name="Rounded Rectangle 24">
              <a:extLst>
                <a:ext uri="{FF2B5EF4-FFF2-40B4-BE49-F238E27FC236}">
                  <a16:creationId xmlns:a16="http://schemas.microsoft.com/office/drawing/2014/main" id="{09BC701E-0764-7650-293E-8F5425DFE1B0}"/>
                </a:ext>
              </a:extLst>
            </p:cNvPr>
            <p:cNvSpPr>
              <a:spLocks noChangeAspect="1"/>
            </p:cNvSpPr>
            <p:nvPr/>
          </p:nvSpPr>
          <p:spPr>
            <a:xfrm>
              <a:off x="1114165" y="6273342"/>
              <a:ext cx="89812" cy="91440"/>
            </a:xfrm>
            <a:prstGeom prst="roundRect">
              <a:avLst/>
            </a:prstGeom>
            <a:solidFill>
              <a:srgbClr val="2C963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
        <p:nvSpPr>
          <p:cNvPr id="26" name="Triangle 25">
            <a:extLst>
              <a:ext uri="{FF2B5EF4-FFF2-40B4-BE49-F238E27FC236}">
                <a16:creationId xmlns:a16="http://schemas.microsoft.com/office/drawing/2014/main" id="{1DB2D95A-E047-3E64-B953-C9F86ADA3332}"/>
              </a:ext>
            </a:extLst>
          </p:cNvPr>
          <p:cNvSpPr/>
          <p:nvPr/>
        </p:nvSpPr>
        <p:spPr>
          <a:xfrm rot="5400000">
            <a:off x="11223517" y="97630"/>
            <a:ext cx="113704" cy="9135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pic>
        <p:nvPicPr>
          <p:cNvPr id="27" name="Picture 26">
            <a:extLst>
              <a:ext uri="{FF2B5EF4-FFF2-40B4-BE49-F238E27FC236}">
                <a16:creationId xmlns:a16="http://schemas.microsoft.com/office/drawing/2014/main" id="{EADC7CA2-D34D-B09E-C47B-732F87A53B58}"/>
              </a:ext>
            </a:extLst>
          </p:cNvPr>
          <p:cNvPicPr>
            <a:picLocks noChangeAspect="1"/>
          </p:cNvPicPr>
          <p:nvPr/>
        </p:nvPicPr>
        <p:blipFill>
          <a:blip r:embed="rId4"/>
          <a:stretch>
            <a:fillRect/>
          </a:stretch>
        </p:blipFill>
        <p:spPr>
          <a:xfrm>
            <a:off x="10267839" y="52613"/>
            <a:ext cx="203103" cy="172639"/>
          </a:xfrm>
          <a:prstGeom prst="rect">
            <a:avLst/>
          </a:prstGeom>
        </p:spPr>
      </p:pic>
      <p:sp>
        <p:nvSpPr>
          <p:cNvPr id="28" name="TextBox 27">
            <a:extLst>
              <a:ext uri="{FF2B5EF4-FFF2-40B4-BE49-F238E27FC236}">
                <a16:creationId xmlns:a16="http://schemas.microsoft.com/office/drawing/2014/main" id="{5A6BC9DD-9677-D7C8-E332-8F7F86CAE7F0}"/>
              </a:ext>
            </a:extLst>
          </p:cNvPr>
          <p:cNvSpPr txBox="1"/>
          <p:nvPr/>
        </p:nvSpPr>
        <p:spPr>
          <a:xfrm>
            <a:off x="9145068" y="10898"/>
            <a:ext cx="2110021" cy="264816"/>
          </a:xfrm>
          <a:prstGeom prst="rect">
            <a:avLst/>
          </a:prstGeom>
          <a:noFill/>
        </p:spPr>
        <p:txBody>
          <a:bodyPr wrap="none" lIns="90000" rtlCol="0" anchor="t">
            <a:spAutoFit/>
          </a:bodyPr>
          <a:lstStyle/>
          <a:p>
            <a:pPr algn="r">
              <a:lnSpc>
                <a:spcPct val="113000"/>
              </a:lnSpc>
            </a:pPr>
            <a:r>
              <a:rPr lang="nl-NL" sz="1050" b="1" dirty="0" err="1">
                <a:solidFill>
                  <a:schemeClr val="bg1">
                    <a:lumMod val="75000"/>
                  </a:schemeClr>
                </a:solidFill>
              </a:rPr>
              <a:t>PORTFOLIO_PERIOD_START_DATE</a:t>
            </a:r>
            <a:endParaRPr lang="nl-NL" sz="1050" b="1" dirty="0">
              <a:solidFill>
                <a:schemeClr val="bg1">
                  <a:lumMod val="75000"/>
                </a:schemeClr>
              </a:solidFill>
            </a:endParaRPr>
          </a:p>
        </p:txBody>
      </p:sp>
      <p:sp>
        <p:nvSpPr>
          <p:cNvPr id="29" name="TextBox 28">
            <a:extLst>
              <a:ext uri="{FF2B5EF4-FFF2-40B4-BE49-F238E27FC236}">
                <a16:creationId xmlns:a16="http://schemas.microsoft.com/office/drawing/2014/main" id="{66DCEF9F-5363-9310-D7D9-294B8C27A225}"/>
              </a:ext>
            </a:extLst>
          </p:cNvPr>
          <p:cNvSpPr txBox="1"/>
          <p:nvPr/>
        </p:nvSpPr>
        <p:spPr>
          <a:xfrm>
            <a:off x="11305651" y="10898"/>
            <a:ext cx="1993003" cy="264816"/>
          </a:xfrm>
          <a:prstGeom prst="rect">
            <a:avLst/>
          </a:prstGeom>
          <a:noFill/>
        </p:spPr>
        <p:txBody>
          <a:bodyPr wrap="none" lIns="90000" rtlCol="0" anchor="t">
            <a:spAutoFit/>
          </a:bodyPr>
          <a:lstStyle/>
          <a:p>
            <a:pPr>
              <a:lnSpc>
                <a:spcPct val="113000"/>
              </a:lnSpc>
            </a:pPr>
            <a:r>
              <a:rPr lang="nl-NL" sz="1050" b="1" dirty="0" err="1">
                <a:solidFill>
                  <a:schemeClr val="tx2"/>
                </a:solidFill>
              </a:rPr>
              <a:t>PORTFOLIO_PERIOD_END_DATE</a:t>
            </a:r>
            <a:endParaRPr lang="nl-NL" sz="1050" b="1" noProof="0" dirty="0">
              <a:solidFill>
                <a:schemeClr val="tx2"/>
              </a:solidFill>
            </a:endParaRPr>
          </a:p>
        </p:txBody>
      </p:sp>
    </p:spTree>
    <p:extLst>
      <p:ext uri="{BB962C8B-B14F-4D97-AF65-F5344CB8AC3E}">
        <p14:creationId xmlns:p14="http://schemas.microsoft.com/office/powerpoint/2010/main" val="2682068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F7993-4219-DFB4-9F9C-2F339DE76B27}"/>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D6D9F241-741C-B9AA-0EEE-4D2090D05650}"/>
              </a:ext>
            </a:extLst>
          </p:cNvPr>
          <p:cNvSpPr>
            <a:spLocks noGrp="1"/>
          </p:cNvSpPr>
          <p:nvPr>
            <p:ph type="body" sz="quarter" idx="12"/>
          </p:nvPr>
        </p:nvSpPr>
        <p:spPr>
          <a:xfrm>
            <a:off x="381600" y="129568"/>
            <a:ext cx="3180853" cy="228209"/>
          </a:xfrm>
        </p:spPr>
        <p:txBody>
          <a:bodyPr/>
          <a:lstStyle/>
          <a:p>
            <a:r>
              <a:rPr lang="en-US" dirty="0"/>
              <a:t>Findings – Security – Findings Trend</a:t>
            </a:r>
          </a:p>
        </p:txBody>
      </p:sp>
      <p:sp>
        <p:nvSpPr>
          <p:cNvPr id="3" name="Content Placeholder 2">
            <a:extLst>
              <a:ext uri="{FF2B5EF4-FFF2-40B4-BE49-F238E27FC236}">
                <a16:creationId xmlns:a16="http://schemas.microsoft.com/office/drawing/2014/main" id="{F0752CBC-C3E4-8AAC-E639-DA181DEA7D9A}"/>
              </a:ext>
            </a:extLst>
          </p:cNvPr>
          <p:cNvSpPr>
            <a:spLocks noGrp="1"/>
          </p:cNvSpPr>
          <p:nvPr>
            <p:ph sz="quarter" idx="13"/>
          </p:nvPr>
        </p:nvSpPr>
        <p:spPr>
          <a:xfrm>
            <a:off x="154800" y="1411200"/>
            <a:ext cx="11880000" cy="1515384"/>
          </a:xfrm>
        </p:spPr>
        <p:txBody>
          <a:bodyPr/>
          <a:lstStyle/>
          <a:p>
            <a:r>
              <a:rPr lang="en-US" dirty="0"/>
              <a:t>@@</a:t>
            </a:r>
          </a:p>
        </p:txBody>
      </p:sp>
      <p:sp>
        <p:nvSpPr>
          <p:cNvPr id="4" name="Footer Placeholder 3">
            <a:extLst>
              <a:ext uri="{FF2B5EF4-FFF2-40B4-BE49-F238E27FC236}">
                <a16:creationId xmlns:a16="http://schemas.microsoft.com/office/drawing/2014/main" id="{A30B8215-077A-9FB9-F659-908684F09DF9}"/>
              </a:ext>
            </a:extLst>
          </p:cNvPr>
          <p:cNvSpPr>
            <a:spLocks noGrp="1"/>
          </p:cNvSpPr>
          <p:nvPr>
            <p:ph type="ftr" sz="quarter" idx="14"/>
          </p:nvPr>
        </p:nvSpPr>
        <p:spPr/>
        <p:txBody>
          <a:bodyPr/>
          <a:lstStyle/>
          <a:p>
            <a:r>
              <a:rPr lang="nl-NL"/>
              <a:t>Confidential</a:t>
            </a:r>
            <a:endParaRPr lang="nl-NL" dirty="0"/>
          </a:p>
        </p:txBody>
      </p:sp>
      <p:sp>
        <p:nvSpPr>
          <p:cNvPr id="5" name="Slide Number Placeholder 4">
            <a:extLst>
              <a:ext uri="{FF2B5EF4-FFF2-40B4-BE49-F238E27FC236}">
                <a16:creationId xmlns:a16="http://schemas.microsoft.com/office/drawing/2014/main" id="{870A1A6B-8CD4-8018-95D2-F31A071B0591}"/>
              </a:ext>
            </a:extLst>
          </p:cNvPr>
          <p:cNvSpPr>
            <a:spLocks noGrp="1"/>
          </p:cNvSpPr>
          <p:nvPr>
            <p:ph type="sldNum" sz="quarter" idx="15"/>
          </p:nvPr>
        </p:nvSpPr>
        <p:spPr/>
        <p:txBody>
          <a:bodyPr/>
          <a:lstStyle/>
          <a:p>
            <a:fld id="{E242BD21-9B61-2246-BCB1-4BE5E1BEBE1C}" type="slidenum">
              <a:rPr lang="nl-NL" smtClean="0"/>
              <a:pPr/>
              <a:t>19</a:t>
            </a:fld>
            <a:endParaRPr lang="nl-NL"/>
          </a:p>
        </p:txBody>
      </p:sp>
      <p:sp>
        <p:nvSpPr>
          <p:cNvPr id="6" name="Title 5">
            <a:extLst>
              <a:ext uri="{FF2B5EF4-FFF2-40B4-BE49-F238E27FC236}">
                <a16:creationId xmlns:a16="http://schemas.microsoft.com/office/drawing/2014/main" id="{93FF39A2-EB2E-9988-ECF1-4C76CBE9951D}"/>
              </a:ext>
            </a:extLst>
          </p:cNvPr>
          <p:cNvSpPr>
            <a:spLocks noGrp="1"/>
          </p:cNvSpPr>
          <p:nvPr>
            <p:ph type="title"/>
          </p:nvPr>
        </p:nvSpPr>
        <p:spPr/>
        <p:txBody>
          <a:bodyPr/>
          <a:lstStyle/>
          <a:p>
            <a:r>
              <a:rPr lang="en-US" dirty="0"/>
              <a:t>@@</a:t>
            </a:r>
          </a:p>
        </p:txBody>
      </p:sp>
      <p:sp>
        <p:nvSpPr>
          <p:cNvPr id="26" name="Triangle 25">
            <a:extLst>
              <a:ext uri="{FF2B5EF4-FFF2-40B4-BE49-F238E27FC236}">
                <a16:creationId xmlns:a16="http://schemas.microsoft.com/office/drawing/2014/main" id="{8455D8B5-190D-CDDB-2909-4455263E4C5A}"/>
              </a:ext>
            </a:extLst>
          </p:cNvPr>
          <p:cNvSpPr/>
          <p:nvPr/>
        </p:nvSpPr>
        <p:spPr>
          <a:xfrm rot="5400000">
            <a:off x="11223517" y="97630"/>
            <a:ext cx="113704" cy="9135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pic>
        <p:nvPicPr>
          <p:cNvPr id="27" name="Picture 26">
            <a:extLst>
              <a:ext uri="{FF2B5EF4-FFF2-40B4-BE49-F238E27FC236}">
                <a16:creationId xmlns:a16="http://schemas.microsoft.com/office/drawing/2014/main" id="{D9D66074-A7CA-A7FA-DBF4-321153DC7547}"/>
              </a:ext>
            </a:extLst>
          </p:cNvPr>
          <p:cNvPicPr>
            <a:picLocks noChangeAspect="1"/>
          </p:cNvPicPr>
          <p:nvPr/>
        </p:nvPicPr>
        <p:blipFill>
          <a:blip r:embed="rId2"/>
          <a:stretch>
            <a:fillRect/>
          </a:stretch>
        </p:blipFill>
        <p:spPr>
          <a:xfrm>
            <a:off x="10267839" y="52613"/>
            <a:ext cx="203103" cy="172639"/>
          </a:xfrm>
          <a:prstGeom prst="rect">
            <a:avLst/>
          </a:prstGeom>
        </p:spPr>
      </p:pic>
      <p:sp>
        <p:nvSpPr>
          <p:cNvPr id="28" name="TextBox 27">
            <a:extLst>
              <a:ext uri="{FF2B5EF4-FFF2-40B4-BE49-F238E27FC236}">
                <a16:creationId xmlns:a16="http://schemas.microsoft.com/office/drawing/2014/main" id="{B53A639D-F84C-4EAD-101A-06DC64D0E92A}"/>
              </a:ext>
            </a:extLst>
          </p:cNvPr>
          <p:cNvSpPr txBox="1"/>
          <p:nvPr/>
        </p:nvSpPr>
        <p:spPr>
          <a:xfrm>
            <a:off x="9145068" y="10898"/>
            <a:ext cx="2110021" cy="264816"/>
          </a:xfrm>
          <a:prstGeom prst="rect">
            <a:avLst/>
          </a:prstGeom>
          <a:noFill/>
        </p:spPr>
        <p:txBody>
          <a:bodyPr wrap="none" lIns="90000" rtlCol="0" anchor="t">
            <a:spAutoFit/>
          </a:bodyPr>
          <a:lstStyle/>
          <a:p>
            <a:pPr algn="r">
              <a:lnSpc>
                <a:spcPct val="113000"/>
              </a:lnSpc>
            </a:pPr>
            <a:r>
              <a:rPr lang="nl-NL" sz="1050" b="1" dirty="0" err="1">
                <a:solidFill>
                  <a:schemeClr val="bg1">
                    <a:lumMod val="75000"/>
                  </a:schemeClr>
                </a:solidFill>
              </a:rPr>
              <a:t>PORTFOLIO_PERIOD_START_DATE</a:t>
            </a:r>
            <a:endParaRPr lang="nl-NL" sz="1050" b="1" dirty="0">
              <a:solidFill>
                <a:schemeClr val="bg1">
                  <a:lumMod val="75000"/>
                </a:schemeClr>
              </a:solidFill>
            </a:endParaRPr>
          </a:p>
        </p:txBody>
      </p:sp>
      <p:sp>
        <p:nvSpPr>
          <p:cNvPr id="29" name="TextBox 28">
            <a:extLst>
              <a:ext uri="{FF2B5EF4-FFF2-40B4-BE49-F238E27FC236}">
                <a16:creationId xmlns:a16="http://schemas.microsoft.com/office/drawing/2014/main" id="{11067A5D-8D4E-A219-ABCA-A64D45F052A9}"/>
              </a:ext>
            </a:extLst>
          </p:cNvPr>
          <p:cNvSpPr txBox="1"/>
          <p:nvPr/>
        </p:nvSpPr>
        <p:spPr>
          <a:xfrm>
            <a:off x="11305651" y="10898"/>
            <a:ext cx="1993003" cy="264816"/>
          </a:xfrm>
          <a:prstGeom prst="rect">
            <a:avLst/>
          </a:prstGeom>
          <a:noFill/>
        </p:spPr>
        <p:txBody>
          <a:bodyPr wrap="none" lIns="90000" rtlCol="0" anchor="t">
            <a:spAutoFit/>
          </a:bodyPr>
          <a:lstStyle/>
          <a:p>
            <a:pPr>
              <a:lnSpc>
                <a:spcPct val="113000"/>
              </a:lnSpc>
            </a:pPr>
            <a:r>
              <a:rPr lang="nl-NL" sz="1050" b="1" dirty="0" err="1">
                <a:solidFill>
                  <a:schemeClr val="tx2"/>
                </a:solidFill>
              </a:rPr>
              <a:t>PORTFOLIO_PERIOD_END_DATE</a:t>
            </a:r>
            <a:endParaRPr lang="nl-NL" sz="1050" b="1" noProof="0" dirty="0">
              <a:solidFill>
                <a:schemeClr val="tx2"/>
              </a:solidFill>
            </a:endParaRPr>
          </a:p>
        </p:txBody>
      </p:sp>
      <p:sp>
        <p:nvSpPr>
          <p:cNvPr id="31" name="Rounded Rectangle 30">
            <a:extLst>
              <a:ext uri="{FF2B5EF4-FFF2-40B4-BE49-F238E27FC236}">
                <a16:creationId xmlns:a16="http://schemas.microsoft.com/office/drawing/2014/main" id="{9C835B52-D918-9D08-9889-E1C1E7A9E1F3}"/>
              </a:ext>
            </a:extLst>
          </p:cNvPr>
          <p:cNvSpPr/>
          <p:nvPr/>
        </p:nvSpPr>
        <p:spPr>
          <a:xfrm>
            <a:off x="207002" y="3495726"/>
            <a:ext cx="11984997" cy="2575216"/>
          </a:xfrm>
          <a:prstGeom prst="roundRect">
            <a:avLst>
              <a:gd name="adj" fmla="val 706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73152" rIns="0" bIns="73152" rtlCol="0" anchor="t"/>
          <a:lstStyle/>
          <a:p>
            <a:pPr algn="ctr"/>
            <a:r>
              <a:rPr lang="en-US" sz="1200" b="1" noProof="0" dirty="0">
                <a:solidFill>
                  <a:schemeClr val="accent1"/>
                </a:solidFill>
              </a:rPr>
              <a:t>Open and resolved findings</a:t>
            </a:r>
          </a:p>
        </p:txBody>
      </p:sp>
      <p:pic>
        <p:nvPicPr>
          <p:cNvPr id="32" name="Graphic 31">
            <a:extLst>
              <a:ext uri="{FF2B5EF4-FFF2-40B4-BE49-F238E27FC236}">
                <a16:creationId xmlns:a16="http://schemas.microsoft.com/office/drawing/2014/main" id="{7722E382-D7C5-083E-99DA-E1304CE808E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73775" y="5803314"/>
            <a:ext cx="371130" cy="206558"/>
          </a:xfrm>
          <a:prstGeom prst="rect">
            <a:avLst/>
          </a:prstGeom>
        </p:spPr>
      </p:pic>
      <p:sp>
        <p:nvSpPr>
          <p:cNvPr id="33" name="Rounded Rectangle 32">
            <a:extLst>
              <a:ext uri="{FF2B5EF4-FFF2-40B4-BE49-F238E27FC236}">
                <a16:creationId xmlns:a16="http://schemas.microsoft.com/office/drawing/2014/main" id="{CF606246-F6D0-8653-8541-81CEEF2ECC68}"/>
              </a:ext>
            </a:extLst>
          </p:cNvPr>
          <p:cNvSpPr/>
          <p:nvPr/>
        </p:nvSpPr>
        <p:spPr>
          <a:xfrm flipH="1">
            <a:off x="609944" y="3237334"/>
            <a:ext cx="3612958" cy="2953323"/>
          </a:xfrm>
          <a:prstGeom prst="roundRect">
            <a:avLst>
              <a:gd name="adj" fmla="val 398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910714"/>
                </a:solidFill>
              </a:rPr>
              <a:t>Critical</a:t>
            </a:r>
          </a:p>
        </p:txBody>
      </p:sp>
      <p:sp>
        <p:nvSpPr>
          <p:cNvPr id="34" name="Rounded Rectangle 33">
            <a:extLst>
              <a:ext uri="{FF2B5EF4-FFF2-40B4-BE49-F238E27FC236}">
                <a16:creationId xmlns:a16="http://schemas.microsoft.com/office/drawing/2014/main" id="{4135CF41-ACF2-5A24-FE3B-30A156679058}"/>
              </a:ext>
            </a:extLst>
          </p:cNvPr>
          <p:cNvSpPr/>
          <p:nvPr/>
        </p:nvSpPr>
        <p:spPr>
          <a:xfrm flipH="1">
            <a:off x="4373475" y="3237334"/>
            <a:ext cx="3610810" cy="2953323"/>
          </a:xfrm>
          <a:prstGeom prst="roundRect">
            <a:avLst>
              <a:gd name="adj" fmla="val 398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DB4A3D"/>
                </a:solidFill>
              </a:rPr>
              <a:t>High</a:t>
            </a:r>
          </a:p>
        </p:txBody>
      </p:sp>
      <p:sp>
        <p:nvSpPr>
          <p:cNvPr id="35" name="Rounded Rectangle 34">
            <a:extLst>
              <a:ext uri="{FF2B5EF4-FFF2-40B4-BE49-F238E27FC236}">
                <a16:creationId xmlns:a16="http://schemas.microsoft.com/office/drawing/2014/main" id="{86FE2E10-FCCF-D468-29A5-9FBA82AB6906}"/>
              </a:ext>
            </a:extLst>
          </p:cNvPr>
          <p:cNvSpPr/>
          <p:nvPr/>
        </p:nvSpPr>
        <p:spPr>
          <a:xfrm flipH="1">
            <a:off x="8134857" y="3237334"/>
            <a:ext cx="3610810" cy="2953323"/>
          </a:xfrm>
          <a:prstGeom prst="roundRect">
            <a:avLst>
              <a:gd name="adj" fmla="val 383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F09819"/>
                </a:solidFill>
              </a:rPr>
              <a:t>Medium</a:t>
            </a:r>
          </a:p>
        </p:txBody>
      </p:sp>
      <p:sp>
        <p:nvSpPr>
          <p:cNvPr id="36" name="Rectangle 35">
            <a:extLst>
              <a:ext uri="{FF2B5EF4-FFF2-40B4-BE49-F238E27FC236}">
                <a16:creationId xmlns:a16="http://schemas.microsoft.com/office/drawing/2014/main" id="{6ED4343C-26DF-FCCD-767E-261C766A3012}"/>
              </a:ext>
            </a:extLst>
          </p:cNvPr>
          <p:cNvSpPr/>
          <p:nvPr/>
        </p:nvSpPr>
        <p:spPr>
          <a:xfrm>
            <a:off x="766866" y="3612456"/>
            <a:ext cx="3299114" cy="2341757"/>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PORTFOLIO_PERIOD_SECURITY_DASHBOARD_CRITICAL_FINDINGS</a:t>
            </a:r>
            <a:endParaRPr lang="en-US" sz="1600" dirty="0">
              <a:solidFill>
                <a:schemeClr val="bg1"/>
              </a:solidFill>
            </a:endParaRPr>
          </a:p>
        </p:txBody>
      </p:sp>
      <p:sp>
        <p:nvSpPr>
          <p:cNvPr id="37" name="Rectangle 36">
            <a:extLst>
              <a:ext uri="{FF2B5EF4-FFF2-40B4-BE49-F238E27FC236}">
                <a16:creationId xmlns:a16="http://schemas.microsoft.com/office/drawing/2014/main" id="{E7962307-B862-4F3E-E672-EAB14A29B9A7}"/>
              </a:ext>
            </a:extLst>
          </p:cNvPr>
          <p:cNvSpPr/>
          <p:nvPr/>
        </p:nvSpPr>
        <p:spPr>
          <a:xfrm>
            <a:off x="4529323" y="3612456"/>
            <a:ext cx="3299114" cy="2341757"/>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PORTFOLIO_PERIOD_SECURITY_DASHBOARD_HIGH_FINDINGS</a:t>
            </a:r>
            <a:endParaRPr lang="en-US" sz="1600" dirty="0">
              <a:solidFill>
                <a:schemeClr val="bg1"/>
              </a:solidFill>
            </a:endParaRPr>
          </a:p>
        </p:txBody>
      </p:sp>
      <p:sp>
        <p:nvSpPr>
          <p:cNvPr id="38" name="Rectangle 37">
            <a:extLst>
              <a:ext uri="{FF2B5EF4-FFF2-40B4-BE49-F238E27FC236}">
                <a16:creationId xmlns:a16="http://schemas.microsoft.com/office/drawing/2014/main" id="{CE9DF32A-F9F6-2F6B-3089-E32258875886}"/>
              </a:ext>
            </a:extLst>
          </p:cNvPr>
          <p:cNvSpPr/>
          <p:nvPr/>
        </p:nvSpPr>
        <p:spPr>
          <a:xfrm>
            <a:off x="8290705" y="3612456"/>
            <a:ext cx="3299114" cy="2341757"/>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PORTFOLIO_PERIOD_SECURITY_DASHBOARD_MEDIUM_FINDINGS</a:t>
            </a:r>
            <a:endParaRPr lang="en-US" sz="1600" dirty="0">
              <a:solidFill>
                <a:schemeClr val="bg1"/>
              </a:solidFill>
            </a:endParaRPr>
          </a:p>
        </p:txBody>
      </p:sp>
    </p:spTree>
    <p:extLst>
      <p:ext uri="{BB962C8B-B14F-4D97-AF65-F5344CB8AC3E}">
        <p14:creationId xmlns:p14="http://schemas.microsoft.com/office/powerpoint/2010/main" val="250725663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01F386-B15E-85C0-DBCF-3C9745FAB1FE}"/>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CE6BD19B-EB11-0D0C-C91E-A8DD48B0B885}"/>
              </a:ext>
            </a:extLst>
          </p:cNvPr>
          <p:cNvSpPr>
            <a:spLocks noGrp="1"/>
          </p:cNvSpPr>
          <p:nvPr>
            <p:ph type="body" sz="quarter" idx="12"/>
          </p:nvPr>
        </p:nvSpPr>
        <p:spPr>
          <a:xfrm>
            <a:off x="381600" y="129568"/>
            <a:ext cx="3349489" cy="228209"/>
          </a:xfrm>
        </p:spPr>
        <p:txBody>
          <a:bodyPr/>
          <a:lstStyle/>
          <a:p>
            <a:r>
              <a:rPr lang="en-US" dirty="0"/>
              <a:t>Findings – Security </a:t>
            </a:r>
            <a:r>
              <a:rPr lang="en-US"/>
              <a:t>– Resolution Times</a:t>
            </a:r>
            <a:endParaRPr lang="en-US" dirty="0"/>
          </a:p>
        </p:txBody>
      </p:sp>
      <p:sp>
        <p:nvSpPr>
          <p:cNvPr id="3" name="Content Placeholder 2">
            <a:extLst>
              <a:ext uri="{FF2B5EF4-FFF2-40B4-BE49-F238E27FC236}">
                <a16:creationId xmlns:a16="http://schemas.microsoft.com/office/drawing/2014/main" id="{499A84BF-B585-B0A9-2128-1DAEDC7FF3B2}"/>
              </a:ext>
            </a:extLst>
          </p:cNvPr>
          <p:cNvSpPr>
            <a:spLocks noGrp="1"/>
          </p:cNvSpPr>
          <p:nvPr>
            <p:ph sz="quarter" idx="13"/>
          </p:nvPr>
        </p:nvSpPr>
        <p:spPr>
          <a:xfrm>
            <a:off x="154800" y="1411200"/>
            <a:ext cx="11880000" cy="1515384"/>
          </a:xfrm>
        </p:spPr>
        <p:txBody>
          <a:bodyPr/>
          <a:lstStyle/>
          <a:p>
            <a:r>
              <a:rPr lang="en-US" dirty="0"/>
              <a:t>@@</a:t>
            </a:r>
          </a:p>
        </p:txBody>
      </p:sp>
      <p:sp>
        <p:nvSpPr>
          <p:cNvPr id="4" name="Footer Placeholder 3">
            <a:extLst>
              <a:ext uri="{FF2B5EF4-FFF2-40B4-BE49-F238E27FC236}">
                <a16:creationId xmlns:a16="http://schemas.microsoft.com/office/drawing/2014/main" id="{ACAD3CFD-8253-C4FC-4735-69E307ACD882}"/>
              </a:ext>
            </a:extLst>
          </p:cNvPr>
          <p:cNvSpPr>
            <a:spLocks noGrp="1"/>
          </p:cNvSpPr>
          <p:nvPr>
            <p:ph type="ftr" sz="quarter" idx="14"/>
          </p:nvPr>
        </p:nvSpPr>
        <p:spPr/>
        <p:txBody>
          <a:bodyPr/>
          <a:lstStyle/>
          <a:p>
            <a:r>
              <a:rPr lang="nl-NL"/>
              <a:t>Confidential</a:t>
            </a:r>
            <a:endParaRPr lang="nl-NL" dirty="0"/>
          </a:p>
        </p:txBody>
      </p:sp>
      <p:sp>
        <p:nvSpPr>
          <p:cNvPr id="5" name="Slide Number Placeholder 4">
            <a:extLst>
              <a:ext uri="{FF2B5EF4-FFF2-40B4-BE49-F238E27FC236}">
                <a16:creationId xmlns:a16="http://schemas.microsoft.com/office/drawing/2014/main" id="{7921C88C-9509-9D76-B1E6-8B4B6AFF8D3B}"/>
              </a:ext>
            </a:extLst>
          </p:cNvPr>
          <p:cNvSpPr>
            <a:spLocks noGrp="1"/>
          </p:cNvSpPr>
          <p:nvPr>
            <p:ph type="sldNum" sz="quarter" idx="15"/>
          </p:nvPr>
        </p:nvSpPr>
        <p:spPr/>
        <p:txBody>
          <a:bodyPr/>
          <a:lstStyle/>
          <a:p>
            <a:fld id="{E242BD21-9B61-2246-BCB1-4BE5E1BEBE1C}" type="slidenum">
              <a:rPr lang="nl-NL" smtClean="0"/>
              <a:pPr/>
              <a:t>20</a:t>
            </a:fld>
            <a:endParaRPr lang="nl-NL"/>
          </a:p>
        </p:txBody>
      </p:sp>
      <p:sp>
        <p:nvSpPr>
          <p:cNvPr id="6" name="Title 5">
            <a:extLst>
              <a:ext uri="{FF2B5EF4-FFF2-40B4-BE49-F238E27FC236}">
                <a16:creationId xmlns:a16="http://schemas.microsoft.com/office/drawing/2014/main" id="{77B968F9-0B0C-5B66-F226-EF675A5C1F2E}"/>
              </a:ext>
            </a:extLst>
          </p:cNvPr>
          <p:cNvSpPr>
            <a:spLocks noGrp="1"/>
          </p:cNvSpPr>
          <p:nvPr>
            <p:ph type="title"/>
          </p:nvPr>
        </p:nvSpPr>
        <p:spPr/>
        <p:txBody>
          <a:bodyPr/>
          <a:lstStyle/>
          <a:p>
            <a:r>
              <a:rPr lang="en-US" dirty="0"/>
              <a:t>@@</a:t>
            </a:r>
          </a:p>
        </p:txBody>
      </p:sp>
      <p:sp>
        <p:nvSpPr>
          <p:cNvPr id="26" name="Triangle 25">
            <a:extLst>
              <a:ext uri="{FF2B5EF4-FFF2-40B4-BE49-F238E27FC236}">
                <a16:creationId xmlns:a16="http://schemas.microsoft.com/office/drawing/2014/main" id="{6C841664-1B0B-6C27-0BC5-13686E259F6A}"/>
              </a:ext>
            </a:extLst>
          </p:cNvPr>
          <p:cNvSpPr/>
          <p:nvPr/>
        </p:nvSpPr>
        <p:spPr>
          <a:xfrm rot="5400000">
            <a:off x="11223517" y="97630"/>
            <a:ext cx="113704" cy="9135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pic>
        <p:nvPicPr>
          <p:cNvPr id="27" name="Picture 26">
            <a:extLst>
              <a:ext uri="{FF2B5EF4-FFF2-40B4-BE49-F238E27FC236}">
                <a16:creationId xmlns:a16="http://schemas.microsoft.com/office/drawing/2014/main" id="{856F71ED-3CD8-5DCE-16D0-DD80D5DCF777}"/>
              </a:ext>
            </a:extLst>
          </p:cNvPr>
          <p:cNvPicPr>
            <a:picLocks noChangeAspect="1"/>
          </p:cNvPicPr>
          <p:nvPr/>
        </p:nvPicPr>
        <p:blipFill>
          <a:blip r:embed="rId2"/>
          <a:stretch>
            <a:fillRect/>
          </a:stretch>
        </p:blipFill>
        <p:spPr>
          <a:xfrm>
            <a:off x="10267839" y="52613"/>
            <a:ext cx="203103" cy="172639"/>
          </a:xfrm>
          <a:prstGeom prst="rect">
            <a:avLst/>
          </a:prstGeom>
        </p:spPr>
      </p:pic>
      <p:sp>
        <p:nvSpPr>
          <p:cNvPr id="28" name="TextBox 27">
            <a:extLst>
              <a:ext uri="{FF2B5EF4-FFF2-40B4-BE49-F238E27FC236}">
                <a16:creationId xmlns:a16="http://schemas.microsoft.com/office/drawing/2014/main" id="{5B028896-9119-4AA8-67C9-35D7E9D3393F}"/>
              </a:ext>
            </a:extLst>
          </p:cNvPr>
          <p:cNvSpPr txBox="1"/>
          <p:nvPr/>
        </p:nvSpPr>
        <p:spPr>
          <a:xfrm>
            <a:off x="9145068" y="10898"/>
            <a:ext cx="2110021" cy="264816"/>
          </a:xfrm>
          <a:prstGeom prst="rect">
            <a:avLst/>
          </a:prstGeom>
          <a:noFill/>
        </p:spPr>
        <p:txBody>
          <a:bodyPr wrap="none" lIns="90000" rtlCol="0" anchor="t">
            <a:spAutoFit/>
          </a:bodyPr>
          <a:lstStyle/>
          <a:p>
            <a:pPr algn="r">
              <a:lnSpc>
                <a:spcPct val="113000"/>
              </a:lnSpc>
            </a:pPr>
            <a:r>
              <a:rPr lang="nl-NL" sz="1050" b="1" dirty="0" err="1">
                <a:solidFill>
                  <a:schemeClr val="bg1">
                    <a:lumMod val="75000"/>
                  </a:schemeClr>
                </a:solidFill>
              </a:rPr>
              <a:t>PORTFOLIO_PERIOD_START_DATE</a:t>
            </a:r>
            <a:endParaRPr lang="nl-NL" sz="1050" b="1" dirty="0">
              <a:solidFill>
                <a:schemeClr val="bg1">
                  <a:lumMod val="75000"/>
                </a:schemeClr>
              </a:solidFill>
            </a:endParaRPr>
          </a:p>
        </p:txBody>
      </p:sp>
      <p:sp>
        <p:nvSpPr>
          <p:cNvPr id="29" name="TextBox 28">
            <a:extLst>
              <a:ext uri="{FF2B5EF4-FFF2-40B4-BE49-F238E27FC236}">
                <a16:creationId xmlns:a16="http://schemas.microsoft.com/office/drawing/2014/main" id="{E7FF8FF0-C1BC-EAA9-D28A-92E3A6CDD188}"/>
              </a:ext>
            </a:extLst>
          </p:cNvPr>
          <p:cNvSpPr txBox="1"/>
          <p:nvPr/>
        </p:nvSpPr>
        <p:spPr>
          <a:xfrm>
            <a:off x="11305651" y="10898"/>
            <a:ext cx="1993003" cy="264816"/>
          </a:xfrm>
          <a:prstGeom prst="rect">
            <a:avLst/>
          </a:prstGeom>
          <a:noFill/>
        </p:spPr>
        <p:txBody>
          <a:bodyPr wrap="none" lIns="90000" rtlCol="0" anchor="t">
            <a:spAutoFit/>
          </a:bodyPr>
          <a:lstStyle/>
          <a:p>
            <a:pPr>
              <a:lnSpc>
                <a:spcPct val="113000"/>
              </a:lnSpc>
            </a:pPr>
            <a:r>
              <a:rPr lang="nl-NL" sz="1050" b="1" dirty="0" err="1">
                <a:solidFill>
                  <a:schemeClr val="tx2"/>
                </a:solidFill>
              </a:rPr>
              <a:t>PORTFOLIO_PERIOD_END_DATE</a:t>
            </a:r>
            <a:endParaRPr lang="nl-NL" sz="1050" b="1" noProof="0" dirty="0">
              <a:solidFill>
                <a:schemeClr val="tx2"/>
              </a:solidFill>
            </a:endParaRPr>
          </a:p>
        </p:txBody>
      </p:sp>
      <p:sp>
        <p:nvSpPr>
          <p:cNvPr id="7" name="Rounded Rectangle 6">
            <a:extLst>
              <a:ext uri="{FF2B5EF4-FFF2-40B4-BE49-F238E27FC236}">
                <a16:creationId xmlns:a16="http://schemas.microsoft.com/office/drawing/2014/main" id="{6DD0B4CB-CD86-7A3F-71A6-42CC9F54215D}"/>
              </a:ext>
            </a:extLst>
          </p:cNvPr>
          <p:cNvSpPr/>
          <p:nvPr/>
        </p:nvSpPr>
        <p:spPr>
          <a:xfrm>
            <a:off x="207002" y="3495726"/>
            <a:ext cx="11984997" cy="2575216"/>
          </a:xfrm>
          <a:prstGeom prst="roundRect">
            <a:avLst>
              <a:gd name="adj" fmla="val 706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vert="vert270" lIns="0" tIns="73152" rIns="0" bIns="73152" rtlCol="0" anchor="t"/>
          <a:lstStyle/>
          <a:p>
            <a:pPr algn="ctr"/>
            <a:r>
              <a:rPr lang="en-US" sz="1200" b="1" noProof="0" dirty="0">
                <a:solidFill>
                  <a:schemeClr val="accent1"/>
                </a:solidFill>
              </a:rPr>
              <a:t>Open and resolved findings</a:t>
            </a:r>
          </a:p>
        </p:txBody>
      </p:sp>
      <p:pic>
        <p:nvPicPr>
          <p:cNvPr id="8" name="Graphic 7">
            <a:extLst>
              <a:ext uri="{FF2B5EF4-FFF2-40B4-BE49-F238E27FC236}">
                <a16:creationId xmlns:a16="http://schemas.microsoft.com/office/drawing/2014/main" id="{A64C02D3-99C4-C7AC-A4E0-EA1080FAE35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773775" y="5803314"/>
            <a:ext cx="371130" cy="206558"/>
          </a:xfrm>
          <a:prstGeom prst="rect">
            <a:avLst/>
          </a:prstGeom>
        </p:spPr>
      </p:pic>
      <p:sp>
        <p:nvSpPr>
          <p:cNvPr id="9" name="Rounded Rectangle 8">
            <a:extLst>
              <a:ext uri="{FF2B5EF4-FFF2-40B4-BE49-F238E27FC236}">
                <a16:creationId xmlns:a16="http://schemas.microsoft.com/office/drawing/2014/main" id="{87D97DB1-B007-47DB-153F-B4FB85ACA96E}"/>
              </a:ext>
            </a:extLst>
          </p:cNvPr>
          <p:cNvSpPr/>
          <p:nvPr/>
        </p:nvSpPr>
        <p:spPr>
          <a:xfrm flipH="1">
            <a:off x="609944" y="3237334"/>
            <a:ext cx="3612958" cy="2953323"/>
          </a:xfrm>
          <a:prstGeom prst="roundRect">
            <a:avLst>
              <a:gd name="adj" fmla="val 3988"/>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910714"/>
                </a:solidFill>
              </a:rPr>
              <a:t>Critical</a:t>
            </a:r>
          </a:p>
        </p:txBody>
      </p:sp>
      <p:sp>
        <p:nvSpPr>
          <p:cNvPr id="10" name="Rounded Rectangle 9">
            <a:extLst>
              <a:ext uri="{FF2B5EF4-FFF2-40B4-BE49-F238E27FC236}">
                <a16:creationId xmlns:a16="http://schemas.microsoft.com/office/drawing/2014/main" id="{2737F244-2319-3D57-22D3-50A9EFD15DF7}"/>
              </a:ext>
            </a:extLst>
          </p:cNvPr>
          <p:cNvSpPr/>
          <p:nvPr/>
        </p:nvSpPr>
        <p:spPr>
          <a:xfrm flipH="1">
            <a:off x="4373475" y="3237334"/>
            <a:ext cx="3610810" cy="2953323"/>
          </a:xfrm>
          <a:prstGeom prst="roundRect">
            <a:avLst>
              <a:gd name="adj" fmla="val 398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DB4A3D"/>
                </a:solidFill>
              </a:rPr>
              <a:t>High</a:t>
            </a:r>
          </a:p>
        </p:txBody>
      </p:sp>
      <p:sp>
        <p:nvSpPr>
          <p:cNvPr id="11" name="Rounded Rectangle 10">
            <a:extLst>
              <a:ext uri="{FF2B5EF4-FFF2-40B4-BE49-F238E27FC236}">
                <a16:creationId xmlns:a16="http://schemas.microsoft.com/office/drawing/2014/main" id="{BC6A6445-2E73-CD78-6301-A98F8EC97AD9}"/>
              </a:ext>
            </a:extLst>
          </p:cNvPr>
          <p:cNvSpPr/>
          <p:nvPr/>
        </p:nvSpPr>
        <p:spPr>
          <a:xfrm flipH="1">
            <a:off x="8134857" y="3237334"/>
            <a:ext cx="3610810" cy="2953323"/>
          </a:xfrm>
          <a:prstGeom prst="roundRect">
            <a:avLst>
              <a:gd name="adj" fmla="val 3837"/>
            </a:avLst>
          </a:prstGeom>
          <a:gradFill>
            <a:gsLst>
              <a:gs pos="0">
                <a:schemeClr val="bg1"/>
              </a:gs>
              <a:gs pos="100000">
                <a:schemeClr val="bg2"/>
              </a:gs>
            </a:gsLst>
            <a:lin ang="2700000" scaled="0"/>
          </a:gra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 tIns="0" rIns="73152" bIns="0" rtlCol="0" anchor="t"/>
          <a:lstStyle/>
          <a:p>
            <a:pPr algn="ctr"/>
            <a:r>
              <a:rPr lang="nl-NL" sz="1200" b="1" noProof="0" dirty="0">
                <a:solidFill>
                  <a:srgbClr val="F09819"/>
                </a:solidFill>
              </a:rPr>
              <a:t>Medium</a:t>
            </a:r>
          </a:p>
        </p:txBody>
      </p:sp>
      <p:sp>
        <p:nvSpPr>
          <p:cNvPr id="12" name="Rectangle 11">
            <a:extLst>
              <a:ext uri="{FF2B5EF4-FFF2-40B4-BE49-F238E27FC236}">
                <a16:creationId xmlns:a16="http://schemas.microsoft.com/office/drawing/2014/main" id="{FA3ED708-4FB2-223C-A39F-B97160CDF3DE}"/>
              </a:ext>
            </a:extLst>
          </p:cNvPr>
          <p:cNvSpPr/>
          <p:nvPr/>
        </p:nvSpPr>
        <p:spPr>
          <a:xfrm>
            <a:off x="766866" y="3612456"/>
            <a:ext cx="3299114" cy="2341757"/>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PORTFOLIO_PERIOD_SECURITY_DASHBOARD_CRITICAL_RESOLUTION_TIMES</a:t>
            </a:r>
            <a:endParaRPr lang="en-US" sz="1600" dirty="0">
              <a:solidFill>
                <a:schemeClr val="bg1"/>
              </a:solidFill>
            </a:endParaRPr>
          </a:p>
        </p:txBody>
      </p:sp>
      <p:sp>
        <p:nvSpPr>
          <p:cNvPr id="13" name="Rectangle 12">
            <a:extLst>
              <a:ext uri="{FF2B5EF4-FFF2-40B4-BE49-F238E27FC236}">
                <a16:creationId xmlns:a16="http://schemas.microsoft.com/office/drawing/2014/main" id="{AF494EC0-95E0-38AD-B95D-AC397B2E532A}"/>
              </a:ext>
            </a:extLst>
          </p:cNvPr>
          <p:cNvSpPr/>
          <p:nvPr/>
        </p:nvSpPr>
        <p:spPr>
          <a:xfrm>
            <a:off x="4529323" y="3612456"/>
            <a:ext cx="3299114" cy="2341757"/>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PORTFOLIO_PERIOD_SECURITY_DASHBOARD_HIGH_RESOLUTION_TIMES</a:t>
            </a:r>
            <a:endParaRPr lang="en-US" sz="1600" dirty="0">
              <a:solidFill>
                <a:schemeClr val="bg1"/>
              </a:solidFill>
            </a:endParaRPr>
          </a:p>
        </p:txBody>
      </p:sp>
      <p:sp>
        <p:nvSpPr>
          <p:cNvPr id="14" name="Rectangle 13">
            <a:extLst>
              <a:ext uri="{FF2B5EF4-FFF2-40B4-BE49-F238E27FC236}">
                <a16:creationId xmlns:a16="http://schemas.microsoft.com/office/drawing/2014/main" id="{4F15C7FC-8B80-B350-A94C-7A5016D55121}"/>
              </a:ext>
            </a:extLst>
          </p:cNvPr>
          <p:cNvSpPr/>
          <p:nvPr/>
        </p:nvSpPr>
        <p:spPr>
          <a:xfrm>
            <a:off x="8290705" y="3612456"/>
            <a:ext cx="3299114" cy="2341757"/>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a:solidFill>
                  <a:schemeClr val="bg1"/>
                </a:solidFill>
              </a:rPr>
              <a:t>PORTFOLIO_PERIOD_SECURITY_DASHBOARD_MEDIUM_RESOLUTION_TIMES</a:t>
            </a:r>
            <a:endParaRPr lang="en-US" sz="1600" dirty="0">
              <a:solidFill>
                <a:schemeClr val="bg1"/>
              </a:solidFill>
            </a:endParaRPr>
          </a:p>
        </p:txBody>
      </p:sp>
    </p:spTree>
    <p:extLst>
      <p:ext uri="{BB962C8B-B14F-4D97-AF65-F5344CB8AC3E}">
        <p14:creationId xmlns:p14="http://schemas.microsoft.com/office/powerpoint/2010/main" val="161988163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7D3DA7-4649-9783-E3CE-1F0A112FE9F2}"/>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A1C5FE05-A02E-9F71-2665-1357CB1E93EC}"/>
              </a:ext>
            </a:extLst>
          </p:cNvPr>
          <p:cNvSpPr>
            <a:spLocks noGrp="1"/>
          </p:cNvSpPr>
          <p:nvPr>
            <p:ph type="body" sz="quarter" idx="12"/>
          </p:nvPr>
        </p:nvSpPr>
        <p:spPr>
          <a:xfrm>
            <a:off x="381600" y="129568"/>
            <a:ext cx="3518124" cy="228209"/>
          </a:xfrm>
        </p:spPr>
        <p:txBody>
          <a:bodyPr/>
          <a:lstStyle/>
          <a:p>
            <a:r>
              <a:rPr lang="en-US" dirty="0"/>
              <a:t>Findings – Test-to-Production Code Ratio</a:t>
            </a:r>
          </a:p>
        </p:txBody>
      </p:sp>
      <p:sp>
        <p:nvSpPr>
          <p:cNvPr id="3" name="Content Placeholder 2">
            <a:extLst>
              <a:ext uri="{FF2B5EF4-FFF2-40B4-BE49-F238E27FC236}">
                <a16:creationId xmlns:a16="http://schemas.microsoft.com/office/drawing/2014/main" id="{355C10AD-B615-1CDD-4EA5-860EEF2435C2}"/>
              </a:ext>
            </a:extLst>
          </p:cNvPr>
          <p:cNvSpPr>
            <a:spLocks noGrp="1"/>
          </p:cNvSpPr>
          <p:nvPr>
            <p:ph sz="quarter" idx="13"/>
          </p:nvPr>
        </p:nvSpPr>
        <p:spPr>
          <a:xfrm>
            <a:off x="154800" y="1411200"/>
            <a:ext cx="11880000" cy="1515384"/>
          </a:xfrm>
        </p:spPr>
        <p:txBody>
          <a:bodyPr/>
          <a:lstStyle/>
          <a:p>
            <a:r>
              <a:rPr lang="en-US" dirty="0"/>
              <a:t>@@</a:t>
            </a:r>
          </a:p>
        </p:txBody>
      </p:sp>
      <p:sp>
        <p:nvSpPr>
          <p:cNvPr id="4" name="Footer Placeholder 3">
            <a:extLst>
              <a:ext uri="{FF2B5EF4-FFF2-40B4-BE49-F238E27FC236}">
                <a16:creationId xmlns:a16="http://schemas.microsoft.com/office/drawing/2014/main" id="{2DE9AA03-2AF4-CF1F-24A9-E1676FF8D2DF}"/>
              </a:ext>
            </a:extLst>
          </p:cNvPr>
          <p:cNvSpPr>
            <a:spLocks noGrp="1"/>
          </p:cNvSpPr>
          <p:nvPr>
            <p:ph type="ftr" sz="quarter" idx="14"/>
          </p:nvPr>
        </p:nvSpPr>
        <p:spPr/>
        <p:txBody>
          <a:bodyPr/>
          <a:lstStyle/>
          <a:p>
            <a:r>
              <a:rPr lang="nl-NL"/>
              <a:t>Confidential</a:t>
            </a:r>
            <a:endParaRPr lang="nl-NL" dirty="0"/>
          </a:p>
        </p:txBody>
      </p:sp>
      <p:sp>
        <p:nvSpPr>
          <p:cNvPr id="5" name="Slide Number Placeholder 4">
            <a:extLst>
              <a:ext uri="{FF2B5EF4-FFF2-40B4-BE49-F238E27FC236}">
                <a16:creationId xmlns:a16="http://schemas.microsoft.com/office/drawing/2014/main" id="{BFC3B313-FEA6-7974-B72C-C2603D352886}"/>
              </a:ext>
            </a:extLst>
          </p:cNvPr>
          <p:cNvSpPr>
            <a:spLocks noGrp="1"/>
          </p:cNvSpPr>
          <p:nvPr>
            <p:ph type="sldNum" sz="quarter" idx="15"/>
          </p:nvPr>
        </p:nvSpPr>
        <p:spPr/>
        <p:txBody>
          <a:bodyPr/>
          <a:lstStyle/>
          <a:p>
            <a:fld id="{E242BD21-9B61-2246-BCB1-4BE5E1BEBE1C}" type="slidenum">
              <a:rPr lang="nl-NL" smtClean="0"/>
              <a:pPr/>
              <a:t>21</a:t>
            </a:fld>
            <a:endParaRPr lang="nl-NL"/>
          </a:p>
        </p:txBody>
      </p:sp>
      <p:sp>
        <p:nvSpPr>
          <p:cNvPr id="6" name="Title 5">
            <a:extLst>
              <a:ext uri="{FF2B5EF4-FFF2-40B4-BE49-F238E27FC236}">
                <a16:creationId xmlns:a16="http://schemas.microsoft.com/office/drawing/2014/main" id="{5C54AE5B-1EBC-D094-E9CF-8E3C60581E65}"/>
              </a:ext>
            </a:extLst>
          </p:cNvPr>
          <p:cNvSpPr>
            <a:spLocks noGrp="1"/>
          </p:cNvSpPr>
          <p:nvPr>
            <p:ph type="title"/>
          </p:nvPr>
        </p:nvSpPr>
        <p:spPr/>
        <p:txBody>
          <a:bodyPr/>
          <a:lstStyle/>
          <a:p>
            <a:r>
              <a:rPr lang="en-US" dirty="0"/>
              <a:t>@@</a:t>
            </a:r>
          </a:p>
        </p:txBody>
      </p:sp>
      <p:sp>
        <p:nvSpPr>
          <p:cNvPr id="7" name="Rectangle 6">
            <a:extLst>
              <a:ext uri="{FF2B5EF4-FFF2-40B4-BE49-F238E27FC236}">
                <a16:creationId xmlns:a16="http://schemas.microsoft.com/office/drawing/2014/main" id="{1D60550F-4651-AB29-E112-87CAACE14F22}"/>
              </a:ext>
            </a:extLst>
          </p:cNvPr>
          <p:cNvSpPr/>
          <p:nvPr/>
        </p:nvSpPr>
        <p:spPr>
          <a:xfrm>
            <a:off x="0" y="3154680"/>
            <a:ext cx="12192000" cy="3163320"/>
          </a:xfrm>
          <a:prstGeom prst="rect">
            <a:avLst/>
          </a:prstGeom>
          <a:solidFill>
            <a:schemeClr val="bg1"/>
          </a:solidFill>
          <a:ln>
            <a:noFill/>
          </a:ln>
          <a:effectLst>
            <a:outerShdw blurRad="190500" dist="38100" dir="2700000" algn="tl"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731520" tIns="72000" rIns="108000" bIns="72000" rtlCol="0" anchor="ctr"/>
          <a:lstStyle/>
          <a:p>
            <a:endParaRPr lang="nl-NL" sz="1200" b="1" noProof="0" dirty="0">
              <a:solidFill>
                <a:schemeClr val="accent1"/>
              </a:solidFill>
            </a:endParaRPr>
          </a:p>
        </p:txBody>
      </p:sp>
      <p:pic>
        <p:nvPicPr>
          <p:cNvPr id="8" name="Graphic 7">
            <a:extLst>
              <a:ext uri="{FF2B5EF4-FFF2-40B4-BE49-F238E27FC236}">
                <a16:creationId xmlns:a16="http://schemas.microsoft.com/office/drawing/2014/main" id="{2DAACE57-BA7C-34E9-8246-1F4D5244CAA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1374536" y="6071736"/>
            <a:ext cx="371130" cy="206558"/>
          </a:xfrm>
          <a:prstGeom prst="rect">
            <a:avLst/>
          </a:prstGeom>
        </p:spPr>
      </p:pic>
      <p:sp>
        <p:nvSpPr>
          <p:cNvPr id="9" name="Rectangle 8">
            <a:extLst>
              <a:ext uri="{FF2B5EF4-FFF2-40B4-BE49-F238E27FC236}">
                <a16:creationId xmlns:a16="http://schemas.microsoft.com/office/drawing/2014/main" id="{FFA47953-09B0-2AA9-48CF-7B097412D0D0}"/>
              </a:ext>
            </a:extLst>
          </p:cNvPr>
          <p:cNvSpPr/>
          <p:nvPr/>
        </p:nvSpPr>
        <p:spPr>
          <a:xfrm>
            <a:off x="512063" y="3200400"/>
            <a:ext cx="11233603" cy="2843784"/>
          </a:xfrm>
          <a:prstGeom prst="rect">
            <a:avLst/>
          </a:prstGeom>
          <a:solidFill>
            <a:srgbClr val="F0089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r>
              <a:rPr lang="en-US" sz="1600" dirty="0" err="1">
                <a:solidFill>
                  <a:schemeClr val="bg1"/>
                </a:solidFill>
              </a:rPr>
              <a:t>PORTFOLIO_PERIOD_TEST_CODE</a:t>
            </a:r>
            <a:endParaRPr lang="en-US" sz="1600" dirty="0">
              <a:solidFill>
                <a:schemeClr val="bg1"/>
              </a:solidFill>
            </a:endParaRPr>
          </a:p>
        </p:txBody>
      </p:sp>
      <p:sp>
        <p:nvSpPr>
          <p:cNvPr id="26" name="Triangle 25">
            <a:extLst>
              <a:ext uri="{FF2B5EF4-FFF2-40B4-BE49-F238E27FC236}">
                <a16:creationId xmlns:a16="http://schemas.microsoft.com/office/drawing/2014/main" id="{5EE3B366-71D3-7746-AC95-E366CE4F0C2F}"/>
              </a:ext>
            </a:extLst>
          </p:cNvPr>
          <p:cNvSpPr/>
          <p:nvPr/>
        </p:nvSpPr>
        <p:spPr>
          <a:xfrm rot="5400000">
            <a:off x="11223517" y="97630"/>
            <a:ext cx="113704" cy="91353"/>
          </a:xfrm>
          <a:prstGeom prst="triangl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a:solidFill>
                <a:schemeClr val="bg1"/>
              </a:solidFill>
            </a:endParaRPr>
          </a:p>
        </p:txBody>
      </p:sp>
      <p:pic>
        <p:nvPicPr>
          <p:cNvPr id="27" name="Picture 26">
            <a:extLst>
              <a:ext uri="{FF2B5EF4-FFF2-40B4-BE49-F238E27FC236}">
                <a16:creationId xmlns:a16="http://schemas.microsoft.com/office/drawing/2014/main" id="{596463C2-EBD6-C86C-BC9B-A349B70C8BC9}"/>
              </a:ext>
            </a:extLst>
          </p:cNvPr>
          <p:cNvPicPr>
            <a:picLocks noChangeAspect="1"/>
          </p:cNvPicPr>
          <p:nvPr/>
        </p:nvPicPr>
        <p:blipFill>
          <a:blip r:embed="rId4"/>
          <a:stretch>
            <a:fillRect/>
          </a:stretch>
        </p:blipFill>
        <p:spPr>
          <a:xfrm>
            <a:off x="10267839" y="52613"/>
            <a:ext cx="203103" cy="172639"/>
          </a:xfrm>
          <a:prstGeom prst="rect">
            <a:avLst/>
          </a:prstGeom>
        </p:spPr>
      </p:pic>
      <p:sp>
        <p:nvSpPr>
          <p:cNvPr id="28" name="TextBox 27">
            <a:extLst>
              <a:ext uri="{FF2B5EF4-FFF2-40B4-BE49-F238E27FC236}">
                <a16:creationId xmlns:a16="http://schemas.microsoft.com/office/drawing/2014/main" id="{6EE1A1D7-4AAB-A74F-7081-0FF7468A1D4F}"/>
              </a:ext>
            </a:extLst>
          </p:cNvPr>
          <p:cNvSpPr txBox="1"/>
          <p:nvPr/>
        </p:nvSpPr>
        <p:spPr>
          <a:xfrm>
            <a:off x="9145068" y="10898"/>
            <a:ext cx="2110021" cy="264816"/>
          </a:xfrm>
          <a:prstGeom prst="rect">
            <a:avLst/>
          </a:prstGeom>
          <a:noFill/>
        </p:spPr>
        <p:txBody>
          <a:bodyPr wrap="none" lIns="90000" rtlCol="0" anchor="t">
            <a:spAutoFit/>
          </a:bodyPr>
          <a:lstStyle/>
          <a:p>
            <a:pPr algn="r">
              <a:lnSpc>
                <a:spcPct val="113000"/>
              </a:lnSpc>
            </a:pPr>
            <a:r>
              <a:rPr lang="nl-NL" sz="1050" b="1" dirty="0" err="1">
                <a:solidFill>
                  <a:schemeClr val="bg1">
                    <a:lumMod val="75000"/>
                  </a:schemeClr>
                </a:solidFill>
              </a:rPr>
              <a:t>PORTFOLIO_PERIOD_START_DATE</a:t>
            </a:r>
            <a:endParaRPr lang="nl-NL" sz="1050" b="1" dirty="0">
              <a:solidFill>
                <a:schemeClr val="bg1">
                  <a:lumMod val="75000"/>
                </a:schemeClr>
              </a:solidFill>
            </a:endParaRPr>
          </a:p>
        </p:txBody>
      </p:sp>
      <p:sp>
        <p:nvSpPr>
          <p:cNvPr id="29" name="TextBox 28">
            <a:extLst>
              <a:ext uri="{FF2B5EF4-FFF2-40B4-BE49-F238E27FC236}">
                <a16:creationId xmlns:a16="http://schemas.microsoft.com/office/drawing/2014/main" id="{CAA19614-89DF-0BED-400D-24C33301A81D}"/>
              </a:ext>
            </a:extLst>
          </p:cNvPr>
          <p:cNvSpPr txBox="1"/>
          <p:nvPr/>
        </p:nvSpPr>
        <p:spPr>
          <a:xfrm>
            <a:off x="11305651" y="10898"/>
            <a:ext cx="1993003" cy="264816"/>
          </a:xfrm>
          <a:prstGeom prst="rect">
            <a:avLst/>
          </a:prstGeom>
          <a:noFill/>
        </p:spPr>
        <p:txBody>
          <a:bodyPr wrap="none" lIns="90000" rtlCol="0" anchor="t">
            <a:spAutoFit/>
          </a:bodyPr>
          <a:lstStyle/>
          <a:p>
            <a:pPr>
              <a:lnSpc>
                <a:spcPct val="113000"/>
              </a:lnSpc>
            </a:pPr>
            <a:r>
              <a:rPr lang="nl-NL" sz="1050" b="1" dirty="0" err="1">
                <a:solidFill>
                  <a:schemeClr val="tx2"/>
                </a:solidFill>
              </a:rPr>
              <a:t>PORTFOLIO_PERIOD_END_DATE</a:t>
            </a:r>
            <a:endParaRPr lang="nl-NL" sz="1050" b="1" noProof="0" dirty="0">
              <a:solidFill>
                <a:schemeClr val="tx2"/>
              </a:solidFill>
            </a:endParaRPr>
          </a:p>
        </p:txBody>
      </p:sp>
      <p:sp>
        <p:nvSpPr>
          <p:cNvPr id="30" name="TextBox 29">
            <a:extLst>
              <a:ext uri="{FF2B5EF4-FFF2-40B4-BE49-F238E27FC236}">
                <a16:creationId xmlns:a16="http://schemas.microsoft.com/office/drawing/2014/main" id="{A79D02A0-E570-B2DA-125F-0C022945C737}"/>
              </a:ext>
            </a:extLst>
          </p:cNvPr>
          <p:cNvSpPr txBox="1"/>
          <p:nvPr/>
        </p:nvSpPr>
        <p:spPr>
          <a:xfrm>
            <a:off x="2899580" y="6054740"/>
            <a:ext cx="1276460" cy="223844"/>
          </a:xfrm>
          <a:prstGeom prst="rect">
            <a:avLst/>
          </a:prstGeom>
          <a:noFill/>
        </p:spPr>
        <p:txBody>
          <a:bodyPr wrap="none" lIns="90000" rtlCol="0" anchor="t">
            <a:spAutoFit/>
          </a:bodyPr>
          <a:lstStyle/>
          <a:p>
            <a:pPr algn="l">
              <a:lnSpc>
                <a:spcPct val="113000"/>
              </a:lnSpc>
            </a:pPr>
            <a:r>
              <a:rPr lang="en-US" sz="800" dirty="0">
                <a:solidFill>
                  <a:schemeClr val="tx2"/>
                </a:solidFill>
              </a:rPr>
              <a:t>Systems grouped by </a:t>
            </a:r>
            <a:r>
              <a:rPr lang="en-US" sz="800" b="1" dirty="0">
                <a:solidFill>
                  <a:schemeClr val="tx2"/>
                </a:solidFill>
              </a:rPr>
              <a:t>Team</a:t>
            </a:r>
          </a:p>
        </p:txBody>
      </p:sp>
      <p:grpSp>
        <p:nvGrpSpPr>
          <p:cNvPr id="31" name="Group 30">
            <a:extLst>
              <a:ext uri="{FF2B5EF4-FFF2-40B4-BE49-F238E27FC236}">
                <a16:creationId xmlns:a16="http://schemas.microsoft.com/office/drawing/2014/main" id="{AEF4B8B4-772B-2E42-AAB0-01DCADDBA3E4}"/>
              </a:ext>
            </a:extLst>
          </p:cNvPr>
          <p:cNvGrpSpPr/>
          <p:nvPr/>
        </p:nvGrpSpPr>
        <p:grpSpPr>
          <a:xfrm>
            <a:off x="512064" y="6117354"/>
            <a:ext cx="273482" cy="98617"/>
            <a:chOff x="586253" y="6116391"/>
            <a:chExt cx="273482" cy="98617"/>
          </a:xfrm>
        </p:grpSpPr>
        <p:sp>
          <p:nvSpPr>
            <p:cNvPr id="32" name="TextBox 31">
              <a:extLst>
                <a:ext uri="{FF2B5EF4-FFF2-40B4-BE49-F238E27FC236}">
                  <a16:creationId xmlns:a16="http://schemas.microsoft.com/office/drawing/2014/main" id="{14614D20-C4D4-DB7D-F06C-36E7FFEC67B6}"/>
                </a:ext>
              </a:extLst>
            </p:cNvPr>
            <p:cNvSpPr txBox="1"/>
            <p:nvPr/>
          </p:nvSpPr>
          <p:spPr>
            <a:xfrm>
              <a:off x="710655" y="6116391"/>
              <a:ext cx="149080"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 1%</a:t>
              </a:r>
            </a:p>
          </p:txBody>
        </p:sp>
        <p:sp>
          <p:nvSpPr>
            <p:cNvPr id="33" name="Rounded Rectangle 32">
              <a:extLst>
                <a:ext uri="{FF2B5EF4-FFF2-40B4-BE49-F238E27FC236}">
                  <a16:creationId xmlns:a16="http://schemas.microsoft.com/office/drawing/2014/main" id="{01361030-B215-FA88-DE80-3DB5D945BCC7}"/>
                </a:ext>
              </a:extLst>
            </p:cNvPr>
            <p:cNvSpPr>
              <a:spLocks noChangeAspect="1"/>
            </p:cNvSpPr>
            <p:nvPr/>
          </p:nvSpPr>
          <p:spPr>
            <a:xfrm>
              <a:off x="586253" y="6119980"/>
              <a:ext cx="89812" cy="91440"/>
            </a:xfrm>
            <a:prstGeom prst="roundRect">
              <a:avLst/>
            </a:prstGeom>
            <a:solidFill>
              <a:srgbClr val="C04035"/>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34" name="Group 33">
            <a:extLst>
              <a:ext uri="{FF2B5EF4-FFF2-40B4-BE49-F238E27FC236}">
                <a16:creationId xmlns:a16="http://schemas.microsoft.com/office/drawing/2014/main" id="{D54E005F-CA14-B2EC-4D64-8D194AEC6723}"/>
              </a:ext>
            </a:extLst>
          </p:cNvPr>
          <p:cNvGrpSpPr/>
          <p:nvPr/>
        </p:nvGrpSpPr>
        <p:grpSpPr>
          <a:xfrm>
            <a:off x="877767" y="6117354"/>
            <a:ext cx="408134" cy="98617"/>
            <a:chOff x="961765" y="6117353"/>
            <a:chExt cx="408134" cy="98617"/>
          </a:xfrm>
        </p:grpSpPr>
        <p:sp>
          <p:nvSpPr>
            <p:cNvPr id="35" name="TextBox 34">
              <a:extLst>
                <a:ext uri="{FF2B5EF4-FFF2-40B4-BE49-F238E27FC236}">
                  <a16:creationId xmlns:a16="http://schemas.microsoft.com/office/drawing/2014/main" id="{68F553DD-1025-E750-8A8A-3AC1AB8E772A}"/>
                </a:ext>
              </a:extLst>
            </p:cNvPr>
            <p:cNvSpPr txBox="1"/>
            <p:nvPr/>
          </p:nvSpPr>
          <p:spPr>
            <a:xfrm>
              <a:off x="1086167" y="6117353"/>
              <a:ext cx="283732"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 - 15%</a:t>
              </a:r>
            </a:p>
          </p:txBody>
        </p:sp>
        <p:sp>
          <p:nvSpPr>
            <p:cNvPr id="36" name="Rounded Rectangle 35">
              <a:extLst>
                <a:ext uri="{FF2B5EF4-FFF2-40B4-BE49-F238E27FC236}">
                  <a16:creationId xmlns:a16="http://schemas.microsoft.com/office/drawing/2014/main" id="{2CA98FFC-0631-78E5-61E6-E07221624022}"/>
                </a:ext>
              </a:extLst>
            </p:cNvPr>
            <p:cNvSpPr>
              <a:spLocks noChangeAspect="1"/>
            </p:cNvSpPr>
            <p:nvPr/>
          </p:nvSpPr>
          <p:spPr>
            <a:xfrm>
              <a:off x="961765" y="6120942"/>
              <a:ext cx="89812" cy="91440"/>
            </a:xfrm>
            <a:prstGeom prst="roundRect">
              <a:avLst/>
            </a:prstGeom>
            <a:solidFill>
              <a:srgbClr val="EF9819"/>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37" name="Group 36">
            <a:extLst>
              <a:ext uri="{FF2B5EF4-FFF2-40B4-BE49-F238E27FC236}">
                <a16:creationId xmlns:a16="http://schemas.microsoft.com/office/drawing/2014/main" id="{304F682B-49FA-9F77-D0D9-FFF917995A5D}"/>
              </a:ext>
            </a:extLst>
          </p:cNvPr>
          <p:cNvGrpSpPr/>
          <p:nvPr/>
        </p:nvGrpSpPr>
        <p:grpSpPr>
          <a:xfrm>
            <a:off x="1378122" y="6117354"/>
            <a:ext cx="446606" cy="98617"/>
            <a:chOff x="1114165" y="6269753"/>
            <a:chExt cx="446606" cy="98617"/>
          </a:xfrm>
        </p:grpSpPr>
        <p:sp>
          <p:nvSpPr>
            <p:cNvPr id="38" name="TextBox 37">
              <a:extLst>
                <a:ext uri="{FF2B5EF4-FFF2-40B4-BE49-F238E27FC236}">
                  <a16:creationId xmlns:a16="http://schemas.microsoft.com/office/drawing/2014/main" id="{310DD8D6-2707-33D7-E43D-57A139B6F0F2}"/>
                </a:ext>
              </a:extLst>
            </p:cNvPr>
            <p:cNvSpPr txBox="1"/>
            <p:nvPr/>
          </p:nvSpPr>
          <p:spPr>
            <a:xfrm>
              <a:off x="1238567" y="6269753"/>
              <a:ext cx="322204"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15% - 50%</a:t>
              </a:r>
            </a:p>
          </p:txBody>
        </p:sp>
        <p:sp>
          <p:nvSpPr>
            <p:cNvPr id="39" name="Rounded Rectangle 38">
              <a:extLst>
                <a:ext uri="{FF2B5EF4-FFF2-40B4-BE49-F238E27FC236}">
                  <a16:creationId xmlns:a16="http://schemas.microsoft.com/office/drawing/2014/main" id="{02EA4878-1365-020B-578D-93E392FA0233}"/>
                </a:ext>
              </a:extLst>
            </p:cNvPr>
            <p:cNvSpPr>
              <a:spLocks noChangeAspect="1"/>
            </p:cNvSpPr>
            <p:nvPr/>
          </p:nvSpPr>
          <p:spPr>
            <a:xfrm>
              <a:off x="1114165" y="6273342"/>
              <a:ext cx="89812" cy="91440"/>
            </a:xfrm>
            <a:prstGeom prst="roundRect">
              <a:avLst/>
            </a:prstGeom>
            <a:solidFill>
              <a:srgbClr val="F9C640"/>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40" name="Group 39">
            <a:extLst>
              <a:ext uri="{FF2B5EF4-FFF2-40B4-BE49-F238E27FC236}">
                <a16:creationId xmlns:a16="http://schemas.microsoft.com/office/drawing/2014/main" id="{DBF42F7C-34ED-1F4A-113E-168257423E3D}"/>
              </a:ext>
            </a:extLst>
          </p:cNvPr>
          <p:cNvGrpSpPr/>
          <p:nvPr/>
        </p:nvGrpSpPr>
        <p:grpSpPr>
          <a:xfrm>
            <a:off x="1916949" y="6117354"/>
            <a:ext cx="485078" cy="98617"/>
            <a:chOff x="1114165" y="6269753"/>
            <a:chExt cx="485078" cy="98617"/>
          </a:xfrm>
        </p:grpSpPr>
        <p:sp>
          <p:nvSpPr>
            <p:cNvPr id="41" name="TextBox 40">
              <a:extLst>
                <a:ext uri="{FF2B5EF4-FFF2-40B4-BE49-F238E27FC236}">
                  <a16:creationId xmlns:a16="http://schemas.microsoft.com/office/drawing/2014/main" id="{64E55C7B-5B49-09C0-0D8B-0F0F29CFE5E0}"/>
                </a:ext>
              </a:extLst>
            </p:cNvPr>
            <p:cNvSpPr txBox="1"/>
            <p:nvPr/>
          </p:nvSpPr>
          <p:spPr>
            <a:xfrm>
              <a:off x="1238567" y="6269753"/>
              <a:ext cx="360676"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50% - 150%</a:t>
              </a:r>
            </a:p>
          </p:txBody>
        </p:sp>
        <p:sp>
          <p:nvSpPr>
            <p:cNvPr id="42" name="Rounded Rectangle 41">
              <a:extLst>
                <a:ext uri="{FF2B5EF4-FFF2-40B4-BE49-F238E27FC236}">
                  <a16:creationId xmlns:a16="http://schemas.microsoft.com/office/drawing/2014/main" id="{06A76F5B-0E28-B158-1B45-D7D418D3E428}"/>
                </a:ext>
              </a:extLst>
            </p:cNvPr>
            <p:cNvSpPr>
              <a:spLocks noChangeAspect="1"/>
            </p:cNvSpPr>
            <p:nvPr/>
          </p:nvSpPr>
          <p:spPr>
            <a:xfrm>
              <a:off x="1114165" y="6273342"/>
              <a:ext cx="89812" cy="91440"/>
            </a:xfrm>
            <a:prstGeom prst="roundRect">
              <a:avLst/>
            </a:prstGeom>
            <a:solidFill>
              <a:srgbClr val="57C968"/>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grpSp>
        <p:nvGrpSpPr>
          <p:cNvPr id="43" name="Group 42">
            <a:extLst>
              <a:ext uri="{FF2B5EF4-FFF2-40B4-BE49-F238E27FC236}">
                <a16:creationId xmlns:a16="http://schemas.microsoft.com/office/drawing/2014/main" id="{EB9AAA01-A270-7B52-E306-DC2E5ED3BAE3}"/>
              </a:ext>
            </a:extLst>
          </p:cNvPr>
          <p:cNvGrpSpPr/>
          <p:nvPr/>
        </p:nvGrpSpPr>
        <p:grpSpPr>
          <a:xfrm>
            <a:off x="2494246" y="6117354"/>
            <a:ext cx="350426" cy="98617"/>
            <a:chOff x="1114165" y="6269753"/>
            <a:chExt cx="350426" cy="98617"/>
          </a:xfrm>
        </p:grpSpPr>
        <p:sp>
          <p:nvSpPr>
            <p:cNvPr id="44" name="TextBox 43">
              <a:extLst>
                <a:ext uri="{FF2B5EF4-FFF2-40B4-BE49-F238E27FC236}">
                  <a16:creationId xmlns:a16="http://schemas.microsoft.com/office/drawing/2014/main" id="{1C886211-53DD-B402-DF89-60046EF05010}"/>
                </a:ext>
              </a:extLst>
            </p:cNvPr>
            <p:cNvSpPr txBox="1"/>
            <p:nvPr/>
          </p:nvSpPr>
          <p:spPr>
            <a:xfrm>
              <a:off x="1238567" y="6269753"/>
              <a:ext cx="226024" cy="98617"/>
            </a:xfrm>
            <a:prstGeom prst="rect">
              <a:avLst/>
            </a:prstGeom>
            <a:noFill/>
          </p:spPr>
          <p:txBody>
            <a:bodyPr wrap="none" lIns="0" tIns="0" rIns="0" bIns="0" rtlCol="0" anchor="t">
              <a:spAutoFit/>
            </a:bodyPr>
            <a:lstStyle/>
            <a:p>
              <a:pPr algn="l">
                <a:lnSpc>
                  <a:spcPct val="113000"/>
                </a:lnSpc>
              </a:pPr>
              <a:r>
                <a:rPr lang="en-US" sz="600" dirty="0">
                  <a:solidFill>
                    <a:schemeClr val="tx2"/>
                  </a:solidFill>
                </a:rPr>
                <a:t>&gt; 150%</a:t>
              </a:r>
            </a:p>
          </p:txBody>
        </p:sp>
        <p:sp>
          <p:nvSpPr>
            <p:cNvPr id="45" name="Rounded Rectangle 44">
              <a:extLst>
                <a:ext uri="{FF2B5EF4-FFF2-40B4-BE49-F238E27FC236}">
                  <a16:creationId xmlns:a16="http://schemas.microsoft.com/office/drawing/2014/main" id="{3D21833F-6F3A-DC9F-C886-3B8469911487}"/>
                </a:ext>
              </a:extLst>
            </p:cNvPr>
            <p:cNvSpPr>
              <a:spLocks noChangeAspect="1"/>
            </p:cNvSpPr>
            <p:nvPr/>
          </p:nvSpPr>
          <p:spPr>
            <a:xfrm>
              <a:off x="1114165" y="6273342"/>
              <a:ext cx="89812" cy="91440"/>
            </a:xfrm>
            <a:prstGeom prst="roundRect">
              <a:avLst/>
            </a:prstGeom>
            <a:solidFill>
              <a:srgbClr val="2C963F"/>
            </a:solidFill>
            <a:ln>
              <a:noFill/>
            </a:ln>
          </p:spPr>
          <p:style>
            <a:lnRef idx="2">
              <a:schemeClr val="accent1">
                <a:shade val="50000"/>
              </a:schemeClr>
            </a:lnRef>
            <a:fillRef idx="1">
              <a:schemeClr val="accent1"/>
            </a:fillRef>
            <a:effectRef idx="0">
              <a:schemeClr val="accent1"/>
            </a:effectRef>
            <a:fontRef idx="minor">
              <a:schemeClr val="lt1"/>
            </a:fontRef>
          </p:style>
          <p:txBody>
            <a:bodyPr lIns="108000" tIns="72000" rIns="108000" bIns="72000" rtlCol="0" anchor="ctr"/>
            <a:lstStyle/>
            <a:p>
              <a:pPr algn="ctr"/>
              <a:endParaRPr lang="en-US" sz="1600" dirty="0" err="1">
                <a:solidFill>
                  <a:schemeClr val="bg1"/>
                </a:solidFill>
              </a:endParaRPr>
            </a:p>
          </p:txBody>
        </p:sp>
      </p:grpSp>
    </p:spTree>
    <p:extLst>
      <p:ext uri="{BB962C8B-B14F-4D97-AF65-F5344CB8AC3E}">
        <p14:creationId xmlns:p14="http://schemas.microsoft.com/office/powerpoint/2010/main" val="1517366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2555034"/>
      </p:ext>
    </p:extLst>
  </p:cSld>
  <p:clrMapOvr>
    <a:masterClrMapping/>
  </p:clrMapOvr>
</p:sld>
</file>

<file path=ppt/theme/theme1.xml><?xml version="1.0" encoding="utf-8"?>
<a:theme xmlns:a="http://schemas.openxmlformats.org/drawingml/2006/main" name="Light theme (default)">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1764FF"/>
        </a:solidFill>
        <a:ln>
          <a:noFill/>
        </a:ln>
      </a:spPr>
      <a:bodyPr lIns="108000" tIns="72000" rIns="108000" bIns="72000" rtlCol="0" anchor="ctr"/>
      <a:lstStyle>
        <a:defPPr algn="ctr">
          <a:defRPr sz="1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Advice report template" id="{B9735D86-A7FC-B44C-820D-CAAC3A46EEE4}" vid="{7A49DE66-428D-5244-9D2C-B563C92B9C08}"/>
    </a:ext>
  </a:extLst>
</a:theme>
</file>

<file path=ppt/theme/theme2.xml><?xml version="1.0" encoding="utf-8"?>
<a:theme xmlns:a="http://schemas.openxmlformats.org/drawingml/2006/main" name="Dark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Advice report template" id="{B9735D86-A7FC-B44C-820D-CAAC3A46EEE4}" vid="{7B6E741B-5C94-5C4F-9A76-2A4BEAA81662}"/>
    </a:ext>
  </a:extLst>
</a:theme>
</file>

<file path=ppt/theme/theme3.xml><?xml version="1.0" encoding="utf-8"?>
<a:theme xmlns:a="http://schemas.openxmlformats.org/drawingml/2006/main" name="Dark focused theme">
  <a:themeElements>
    <a:clrScheme name="2025 SIG Powerpoint">
      <a:dk1>
        <a:srgbClr val="020202"/>
      </a:dk1>
      <a:lt1>
        <a:srgbClr val="FFFFFF"/>
      </a:lt1>
      <a:dk2>
        <a:srgbClr val="151632"/>
      </a:dk2>
      <a:lt2>
        <a:srgbClr val="EBEBEB"/>
      </a:lt2>
      <a:accent1>
        <a:srgbClr val="152F73"/>
      </a:accent1>
      <a:accent2>
        <a:srgbClr val="1763FF"/>
      </a:accent2>
      <a:accent3>
        <a:srgbClr val="88ADF5"/>
      </a:accent3>
      <a:accent4>
        <a:srgbClr val="F8C818"/>
      </a:accent4>
      <a:accent5>
        <a:srgbClr val="E88C35"/>
      </a:accent5>
      <a:accent6>
        <a:srgbClr val="DE6737"/>
      </a:accent6>
      <a:hlink>
        <a:srgbClr val="1864FF"/>
      </a:hlink>
      <a:folHlink>
        <a:srgbClr val="0857AB"/>
      </a:folHlink>
    </a:clrScheme>
    <a:fontScheme name="Calibri">
      <a:maj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panose="020F05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108000" tIns="72000" rIns="108000" bIns="72000" rtlCol="0" anchor="ctr"/>
      <a:lstStyle>
        <a:defPPr algn="ctr">
          <a:defRPr sz="1600" dirty="0" err="1">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bg1">
              <a:lumMod val="65000"/>
            </a:schemeClr>
          </a:solidFill>
          <a:prstDash val="sysDot"/>
        </a:ln>
      </a:spPr>
      <a:bodyPr/>
      <a:lstStyle/>
      <a:style>
        <a:lnRef idx="1">
          <a:schemeClr val="accent1"/>
        </a:lnRef>
        <a:fillRef idx="0">
          <a:schemeClr val="accent1"/>
        </a:fillRef>
        <a:effectRef idx="0">
          <a:schemeClr val="accent1"/>
        </a:effectRef>
        <a:fontRef idx="minor">
          <a:schemeClr val="tx1"/>
        </a:fontRef>
      </a:style>
    </a:lnDef>
    <a:txDef>
      <a:spPr>
        <a:noFill/>
      </a:spPr>
      <a:bodyPr wrap="none" lIns="90000" rtlCol="0" anchor="t">
        <a:spAutoFit/>
      </a:bodyPr>
      <a:lstStyle>
        <a:defPPr algn="l">
          <a:lnSpc>
            <a:spcPct val="113000"/>
          </a:lnSpc>
          <a:defRPr sz="1600" dirty="0" err="1" smtClean="0">
            <a:solidFill>
              <a:schemeClr val="tx1"/>
            </a:solidFill>
          </a:defRPr>
        </a:defPPr>
      </a:lstStyle>
    </a:txDef>
  </a:objectDefaults>
  <a:extraClrSchemeLst/>
  <a:extLst>
    <a:ext uri="{05A4C25C-085E-4340-85A3-A5531E510DB2}">
      <thm15:themeFamily xmlns:thm15="http://schemas.microsoft.com/office/thememl/2012/main" name="Advice report template" id="{B9735D86-A7FC-B44C-820D-CAAC3A46EEE4}" vid="{E79A8137-B063-A04A-ABF6-C6139332B8A6}"/>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4DEF897B6A9E5243A3BAB7B7BDA55B95" ma:contentTypeVersion="3" ma:contentTypeDescription="Een nieuw document maken." ma:contentTypeScope="" ma:versionID="0a97628efbdf127f23042160181f1d9a">
  <xsd:schema xmlns:xsd="http://www.w3.org/2001/XMLSchema" xmlns:xs="http://www.w3.org/2001/XMLSchema" xmlns:p="http://schemas.microsoft.com/office/2006/metadata/properties" xmlns:ns2="444ebd02-7183-4d1c-abe9-f175efe83725" targetNamespace="http://schemas.microsoft.com/office/2006/metadata/properties" ma:root="true" ma:fieldsID="44a7a3b93c857102c842f6fb1da07824" ns2:_="">
    <xsd:import namespace="444ebd02-7183-4d1c-abe9-f175efe83725"/>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44ebd02-7183-4d1c-abe9-f175efe8372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575A4A2-8818-4F4B-AD30-88D568004514}">
  <ds:schemaRefs>
    <ds:schemaRef ds:uri="http://schemas.microsoft.com/office/2006/metadata/properties"/>
    <ds:schemaRef ds:uri="http://purl.org/dc/elements/1.1/"/>
    <ds:schemaRef ds:uri="http://schemas.microsoft.com/office/2006/documentManagement/types"/>
    <ds:schemaRef ds:uri="http://purl.org/dc/terms/"/>
    <ds:schemaRef ds:uri="http://schemas.microsoft.com/office/infopath/2007/PartnerControls"/>
    <ds:schemaRef ds:uri="444ebd02-7183-4d1c-abe9-f175efe83725"/>
    <ds:schemaRef ds:uri="http://schemas.openxmlformats.org/package/2006/metadata/core-properties"/>
    <ds:schemaRef ds:uri="http://www.w3.org/XML/1998/namespace"/>
    <ds:schemaRef ds:uri="http://purl.org/dc/dcmitype/"/>
  </ds:schemaRefs>
</ds:datastoreItem>
</file>

<file path=customXml/itemProps2.xml><?xml version="1.0" encoding="utf-8"?>
<ds:datastoreItem xmlns:ds="http://schemas.openxmlformats.org/officeDocument/2006/customXml" ds:itemID="{3AFAF3E6-8A11-4BDC-9823-6F0ACEBB33D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444ebd02-7183-4d1c-abe9-f175efe8372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88AD9160-B56A-4FCD-857D-8AE63521E7F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Light theme (default)</Template>
  <TotalTime>6</TotalTime>
  <Words>694</Words>
  <Application>Microsoft Macintosh PowerPoint</Application>
  <PresentationFormat>Widescreen</PresentationFormat>
  <Paragraphs>181</Paragraphs>
  <Slides>22</Slides>
  <Notes>10</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22</vt:i4>
      </vt:variant>
    </vt:vector>
  </HeadingPairs>
  <TitlesOfParts>
    <vt:vector size="39" baseType="lpstr">
      <vt:lpstr>Arial</vt:lpstr>
      <vt:lpstr>Azeret Mono</vt:lpstr>
      <vt:lpstr>Azeret Mono Medium</vt:lpstr>
      <vt:lpstr>Calibri</vt:lpstr>
      <vt:lpstr>Calibri Bold</vt:lpstr>
      <vt:lpstr>Calibri Regular</vt:lpstr>
      <vt:lpstr>Helvetica</vt:lpstr>
      <vt:lpstr>Helvetica Neue Bold</vt:lpstr>
      <vt:lpstr>Noir Pro</vt:lpstr>
      <vt:lpstr>Noir Pro Medium</vt:lpstr>
      <vt:lpstr>Noir Pro Semi Bold</vt:lpstr>
      <vt:lpstr>Sigsterren</vt:lpstr>
      <vt:lpstr>TheSansMono M5</vt:lpstr>
      <vt:lpstr>Wingdings</vt:lpstr>
      <vt:lpstr>Light theme (default)</vt:lpstr>
      <vt:lpstr>Dark theme</vt:lpstr>
      <vt:lpstr>Dark focused theme</vt:lpstr>
      <vt:lpstr>PowerPoint Presentation</vt:lpstr>
      <vt:lpstr>PowerPoint Presentation</vt:lpstr>
      <vt:lpstr>Progress towards objectives between OBJECTIVES_PERIOD_START and OBJECTIVES_PERIOD_END</vt:lpstr>
      <vt:lpstr>Progress towards objectives per team between OBJECTIVES_PERIOD_START and OBJECTIVES_PERIOD_END</vt:lpstr>
      <vt:lpstr>Progress towards objectives per capability between OBJECTIVES_PERIOD_START and OBJECTIVES_PERIOD_END</vt:lpstr>
      <vt:lpstr>Progress towards objectives over time</vt:lpstr>
      <vt:lpstr>PowerPoint Presentation</vt:lpstr>
      <vt:lpstr>Progress towards objectives: Security</vt:lpstr>
      <vt:lpstr>Progress towards objectives: Open Source Health</vt:lpstr>
      <vt:lpstr>Progress towards objectives: Maintainability</vt:lpstr>
      <vt:lpstr>Progress towards objectives: Architecture</vt:lpstr>
      <vt:lpstr>PowerPoint Presentation</vt:lpstr>
      <vt:lpstr>PowerPoint Presentation</vt:lpstr>
      <vt:lpstr>PORTFOLIO_PERIOD_MAINT_SHORT_SUMMARY</vt:lpstr>
      <vt:lpstr>PORTFOLIO_PERIOD_MAINT_CHANGE_SHORT_SUMMARY</vt:lpstr>
      <vt:lpstr>@@</vt:lpstr>
      <vt:lpstr>@@</vt:lpstr>
      <vt:lpstr>@@</vt:lpstr>
      <vt:lpstr>@@</vt:lpstr>
      <vt:lpstr>@@</vt:lpstr>
      <vt:lpst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Thomas Kovac</dc:creator>
  <cp:lastModifiedBy>Thomas Kovac</cp:lastModifiedBy>
  <cp:revision>1</cp:revision>
  <cp:lastPrinted>2020-04-20T09:37:43Z</cp:lastPrinted>
  <dcterms:created xsi:type="dcterms:W3CDTF">2025-08-26T12:49:52Z</dcterms:created>
  <dcterms:modified xsi:type="dcterms:W3CDTF">2025-08-26T12:56:42Z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ediaServiceImageTags">
    <vt:lpwstr/>
  </property>
  <property fmtid="{D5CDD505-2E9C-101B-9397-08002B2CF9AE}" pid="3" name="ContentTypeId">
    <vt:lpwstr>0x0101004DEF897B6A9E5243A3BAB7B7BDA55B95</vt:lpwstr>
  </property>
</Properties>
</file>