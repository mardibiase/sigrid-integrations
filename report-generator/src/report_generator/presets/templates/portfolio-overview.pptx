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9.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22" r:id="rId5"/>
    <p:sldMasterId id="2147483743" r:id="rId6"/>
  </p:sldMasterIdLst>
  <p:notesMasterIdLst>
    <p:notesMasterId r:id="rId30"/>
  </p:notesMasterIdLst>
  <p:handoutMasterIdLst>
    <p:handoutMasterId r:id="rId31"/>
  </p:handoutMasterIdLst>
  <p:sldIdLst>
    <p:sldId id="1970" r:id="rId7"/>
    <p:sldId id="10724" r:id="rId8"/>
    <p:sldId id="598" r:id="rId9"/>
    <p:sldId id="605" r:id="rId10"/>
    <p:sldId id="606" r:id="rId11"/>
    <p:sldId id="604" r:id="rId12"/>
    <p:sldId id="599" r:id="rId13"/>
    <p:sldId id="600" r:id="rId14"/>
    <p:sldId id="603" r:id="rId15"/>
    <p:sldId id="602" r:id="rId16"/>
    <p:sldId id="601" r:id="rId17"/>
    <p:sldId id="10725" r:id="rId18"/>
    <p:sldId id="10726" r:id="rId19"/>
    <p:sldId id="10736" r:id="rId20"/>
    <p:sldId id="10728" r:id="rId21"/>
    <p:sldId id="10737" r:id="rId22"/>
    <p:sldId id="10738" r:id="rId23"/>
    <p:sldId id="10739" r:id="rId24"/>
    <p:sldId id="10742" r:id="rId25"/>
    <p:sldId id="10745" r:id="rId26"/>
    <p:sldId id="10740" r:id="rId27"/>
    <p:sldId id="10741" r:id="rId28"/>
    <p:sldId id="19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FE3E8"/>
    <a:srgbClr val="58B8CC"/>
    <a:srgbClr val="FAF1E1"/>
    <a:srgbClr val="EAF4F6"/>
    <a:srgbClr val="F69400"/>
    <a:srgbClr val="40C360"/>
    <a:srgbClr val="D4EFDB"/>
    <a:srgbClr val="F8DCD6"/>
    <a:srgbClr val="F16343"/>
    <a:srgbClr val="919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485"/>
  </p:normalViewPr>
  <p:slideViewPr>
    <p:cSldViewPr snapToGrid="0" snapToObjects="1" showGuides="1">
      <p:cViewPr varScale="1">
        <p:scale>
          <a:sx n="83" d="100"/>
          <a:sy n="83" d="100"/>
        </p:scale>
        <p:origin x="872"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c:f>
              <c:strCache>
                <c:ptCount val="1"/>
                <c:pt idx="0">
                  <c:v>Overall</c:v>
                </c:pt>
              </c:strCache>
            </c:strRef>
          </c:cat>
          <c:val>
            <c:numRef>
              <c:f>Sheet1!$B$2</c:f>
              <c:numCache>
                <c:formatCode>0.0</c:formatCode>
                <c:ptCount val="1"/>
                <c:pt idx="0">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c:f>
              <c:strCache>
                <c:ptCount val="1"/>
                <c:pt idx="0">
                  <c:v>Overall</c:v>
                </c:pt>
              </c:strCache>
            </c:strRef>
          </c:cat>
          <c:val>
            <c:numRef>
              <c:f>Sheet1!$F$2</c:f>
              <c:numCache>
                <c:formatCode>General</c:formatCode>
                <c:ptCount val="1"/>
                <c:pt idx="0">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Sheet1!$F$2:$F$11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Sheet1!$F$2:$F$11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10/16/25</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10/16/25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4408DED6-61EF-5240-95D8-926F20A98C89}" type="slidenum">
              <a:rPr lang="en-US" smtClean="0"/>
              <a:t>1</a:t>
            </a:fld>
            <a:endParaRPr lang="en-US" dirty="0"/>
          </a:p>
        </p:txBody>
      </p:sp>
    </p:spTree>
    <p:extLst>
      <p:ext uri="{BB962C8B-B14F-4D97-AF65-F5344CB8AC3E}">
        <p14:creationId xmlns:p14="http://schemas.microsoft.com/office/powerpoint/2010/main" val="3590720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63206-5A0F-6590-5CC2-8128E297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35E41-5775-0107-E6CF-D4AEE682D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D9C8D-B649-9612-CD2B-DCF6CEA0AA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4F1303-806E-A123-9657-CCEC8C32C759}"/>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479520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1DC2-F944-34DD-B764-85BED2F08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AABBC-4283-B289-4871-B4E7AF2C7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EA979-5454-3EEC-CBC8-37F698F314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55A1BD-6926-2626-8E5D-55F3DAC16D65}"/>
              </a:ext>
            </a:extLst>
          </p:cNvPr>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3792589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A897-55A7-2447-F783-128B0CFBB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104CF-C963-7F07-8CBB-81BC53752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76AC3-E364-BACE-9255-7FEDBC1065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8BDFFB-1DE8-A17E-1199-64339F16E5D0}"/>
              </a:ext>
            </a:extLst>
          </p:cNvPr>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1943894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2BE28-66CD-D44C-0C55-AC9782C0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A4409-553C-FD5A-DFB7-732380633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D879E-AF06-1362-CB5F-F90FA68657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AFB8AC-ED1E-0E2E-5AF2-507128B54A79}"/>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019492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3862A-F09F-91B5-B819-242958E8B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E31BB-F827-E21D-B159-D85EAFD8E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7BD65-F7D4-27E5-1285-CD1B365EC4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5E97A5-3B47-5DA4-12BE-7F0013740B5E}"/>
              </a:ext>
            </a:extLst>
          </p:cNvPr>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3468389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525A-77B9-4F45-8B5F-B3F774D89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55FC7-AD94-D9A7-D34B-DADFAE57C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22277-C214-6DF7-231D-6BEE9F1E0B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992DA4-1468-1278-5185-5DACC01D123C}"/>
              </a:ext>
            </a:extLst>
          </p:cNvPr>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590878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5"/>
          </p:nvPr>
        </p:nvSpPr>
        <p:spPr/>
        <p:txBody>
          <a:bodyPr/>
          <a:lstStyle/>
          <a:p>
            <a:fld id="{4408DED6-61EF-5240-95D8-926F20A98C89}" type="slidenum">
              <a:rPr lang="en-US" smtClean="0"/>
              <a:t>23</a:t>
            </a:fld>
            <a:endParaRPr lang="en-US"/>
          </a:p>
        </p:txBody>
      </p:sp>
    </p:spTree>
    <p:extLst>
      <p:ext uri="{BB962C8B-B14F-4D97-AF65-F5344CB8AC3E}">
        <p14:creationId xmlns:p14="http://schemas.microsoft.com/office/powerpoint/2010/main" val="1764980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5.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5.svg"/></Relationships>
</file>

<file path=ppt/slideLayouts/_rels/slideLayout29.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3" Type="http://schemas.microsoft.com/office/2007/relationships/hdphoto" Target="../media/hdphoto6.wdp"/><Relationship Id="rId7" Type="http://schemas.openxmlformats.org/officeDocument/2006/relationships/image" Target="../media/image25.svg"/><Relationship Id="rId12" Type="http://schemas.openxmlformats.org/officeDocument/2006/relationships/image" Target="../media/image30.png"/><Relationship Id="rId2" Type="http://schemas.openxmlformats.org/officeDocument/2006/relationships/image" Target="../media/image21.png"/><Relationship Id="rId1" Type="http://schemas.openxmlformats.org/officeDocument/2006/relationships/slideMaster" Target="../slideMasters/slideMaster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8.png"/><Relationship Id="rId1" Type="http://schemas.openxmlformats.org/officeDocument/2006/relationships/slideMaster" Target="../slideMasters/slideMaster3.xml"/><Relationship Id="rId4" Type="http://schemas.openxmlformats.org/officeDocument/2006/relationships/image" Target="../media/image3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Default">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6E94B9C-731B-A6C0-F38A-EC613D003E57}"/>
              </a:ext>
            </a:extLst>
          </p:cNvPr>
          <p:cNvSpPr/>
          <p:nvPr userDrawn="1"/>
        </p:nvSpPr>
        <p:spPr>
          <a:xfrm>
            <a:off x="0" y="0"/>
            <a:ext cx="12192000" cy="4184374"/>
          </a:xfrm>
          <a:prstGeom prst="rect">
            <a:avLst/>
          </a:prstGeom>
          <a:gradFill>
            <a:gsLst>
              <a:gs pos="0">
                <a:schemeClr val="tx1"/>
              </a:gs>
              <a:gs pos="99000">
                <a:srgbClr val="1764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5" name="Rechthoek 4">
            <a:extLst>
              <a:ext uri="{FF2B5EF4-FFF2-40B4-BE49-F238E27FC236}">
                <a16:creationId xmlns:a16="http://schemas.microsoft.com/office/drawing/2014/main" id="{9A117983-53B1-62CE-BC5F-B1B65FAC6A45}"/>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3E0F1A55-AB3F-0EE3-7864-3AEE7EED9AAE}"/>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31B15FB7-8A1B-6A4C-426D-CEFCA9B85A56}"/>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0991CD43-2A10-0FFF-842C-3A129B9E0A16}"/>
              </a:ext>
            </a:extLst>
          </p:cNvPr>
          <p:cNvCxnSpPr>
            <a:cxnSpLocks/>
          </p:cNvCxnSpPr>
          <p:nvPr userDrawn="1"/>
        </p:nvCxnSpPr>
        <p:spPr>
          <a:xfrm>
            <a:off x="3672841" y="6278577"/>
            <a:ext cx="7895435" cy="0"/>
          </a:xfrm>
          <a:prstGeom prst="line">
            <a:avLst/>
          </a:prstGeom>
          <a:ln w="9525">
            <a:solidFill>
              <a:srgbClr val="D3D3D3">
                <a:alpha val="59216"/>
              </a:srgbClr>
            </a:solidFill>
            <a:prstDash val="sysDot"/>
          </a:ln>
        </p:spPr>
        <p:style>
          <a:lnRef idx="1">
            <a:schemeClr val="accent1"/>
          </a:lnRef>
          <a:fillRef idx="0">
            <a:schemeClr val="accent1"/>
          </a:fillRef>
          <a:effectRef idx="0">
            <a:schemeClr val="accent1"/>
          </a:effectRef>
          <a:fontRef idx="minor">
            <a:schemeClr val="tx1"/>
          </a:fontRef>
        </p:style>
      </p:cxnSp>
      <p:pic>
        <p:nvPicPr>
          <p:cNvPr id="9" name="Picture 21">
            <a:extLst>
              <a:ext uri="{FF2B5EF4-FFF2-40B4-BE49-F238E27FC236}">
                <a16:creationId xmlns:a16="http://schemas.microsoft.com/office/drawing/2014/main" id="{718325A2-462B-E148-5749-834328CDDC43}"/>
              </a:ext>
            </a:extLst>
          </p:cNvPr>
          <p:cNvPicPr>
            <a:picLocks noChangeAspect="1"/>
          </p:cNvPicPr>
          <p:nvPr userDrawn="1"/>
        </p:nvPicPr>
        <p:blipFill>
          <a:blip r:embed="rId2"/>
          <a:stretch>
            <a:fillRect/>
          </a:stretch>
        </p:blipFill>
        <p:spPr>
          <a:xfrm>
            <a:off x="632091" y="565174"/>
            <a:ext cx="1567770" cy="464862"/>
          </a:xfrm>
          <a:prstGeom prst="rect">
            <a:avLst/>
          </a:prstGeom>
        </p:spPr>
      </p:pic>
      <p:pic>
        <p:nvPicPr>
          <p:cNvPr id="10" name="Graphic 9">
            <a:extLst>
              <a:ext uri="{FF2B5EF4-FFF2-40B4-BE49-F238E27FC236}">
                <a16:creationId xmlns:a16="http://schemas.microsoft.com/office/drawing/2014/main" id="{CEE2205B-5459-0FDE-92DD-08BE332E9D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492372" y="270105"/>
            <a:ext cx="1441556" cy="1282314"/>
          </a:xfrm>
          <a:prstGeom prst="rect">
            <a:avLst/>
          </a:prstGeom>
        </p:spPr>
      </p:pic>
      <p:sp>
        <p:nvSpPr>
          <p:cNvPr id="18" name="Text Placeholder 5">
            <a:extLst>
              <a:ext uri="{FF2B5EF4-FFF2-40B4-BE49-F238E27FC236}">
                <a16:creationId xmlns:a16="http://schemas.microsoft.com/office/drawing/2014/main" id="{5648C43D-9536-3244-A506-6A5A30871372}"/>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9" name="Text Placeholder 7">
            <a:extLst>
              <a:ext uri="{FF2B5EF4-FFF2-40B4-BE49-F238E27FC236}">
                <a16:creationId xmlns:a16="http://schemas.microsoft.com/office/drawing/2014/main" id="{29341155-439A-954C-9C3F-3CD221DB2628}"/>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0" name="Text Placeholder 9">
            <a:extLst>
              <a:ext uri="{FF2B5EF4-FFF2-40B4-BE49-F238E27FC236}">
                <a16:creationId xmlns:a16="http://schemas.microsoft.com/office/drawing/2014/main" id="{779D46CA-D77B-744F-8CB5-2D8D9F9D2191}"/>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3" name="Text Placeholder 11">
            <a:extLst>
              <a:ext uri="{FF2B5EF4-FFF2-40B4-BE49-F238E27FC236}">
                <a16:creationId xmlns:a16="http://schemas.microsoft.com/office/drawing/2014/main" id="{04561D11-806F-6D40-80EC-9ED0215E12E6}"/>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16" name="Text Placeholder 8">
            <a:extLst>
              <a:ext uri="{FF2B5EF4-FFF2-40B4-BE49-F238E27FC236}">
                <a16:creationId xmlns:a16="http://schemas.microsoft.com/office/drawing/2014/main" id="{586E0EA2-3155-D54F-90C0-1D3AD9238F51}"/>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11" name="Tijdelijke aanduiding voor voettekst 10">
            <a:extLst>
              <a:ext uri="{FF2B5EF4-FFF2-40B4-BE49-F238E27FC236}">
                <a16:creationId xmlns:a16="http://schemas.microsoft.com/office/drawing/2014/main" id="{46D77637-E026-4F76-C4E3-DEEFB34A004C}"/>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p>
        </p:txBody>
      </p:sp>
    </p:spTree>
    <p:extLst>
      <p:ext uri="{BB962C8B-B14F-4D97-AF65-F5344CB8AC3E}">
        <p14:creationId xmlns:p14="http://schemas.microsoft.com/office/powerpoint/2010/main" val="346815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9" name="Picture 21">
            <a:extLst>
              <a:ext uri="{FF2B5EF4-FFF2-40B4-BE49-F238E27FC236}">
                <a16:creationId xmlns:a16="http://schemas.microsoft.com/office/drawing/2014/main" id="{6CF357FC-33B2-3E70-BF03-1610A06F734C}"/>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10" name="Graphic 9">
            <a:extLst>
              <a:ext uri="{FF2B5EF4-FFF2-40B4-BE49-F238E27FC236}">
                <a16:creationId xmlns:a16="http://schemas.microsoft.com/office/drawing/2014/main" id="{13E1A4A9-C505-7479-7012-3F807BCFF4F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2" name="Text Placeholder 9">
            <a:extLst>
              <a:ext uri="{FF2B5EF4-FFF2-40B4-BE49-F238E27FC236}">
                <a16:creationId xmlns:a16="http://schemas.microsoft.com/office/drawing/2014/main" id="{76D8D5D2-5556-C988-863B-FEF6596D372E}"/>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6" name="Text Placeholder 11">
            <a:extLst>
              <a:ext uri="{FF2B5EF4-FFF2-40B4-BE49-F238E27FC236}">
                <a16:creationId xmlns:a16="http://schemas.microsoft.com/office/drawing/2014/main" id="{1C6B49C7-FC72-15CE-7B79-FA680860ADCB}"/>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A93ED98E-A35F-4458-542C-7C4AC54E55A6}"/>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ont cover Logistics">
    <p:bg>
      <p:bgPr>
        <a:solidFill>
          <a:schemeClr val="bg1"/>
        </a:solidFill>
        <a:effectLst/>
      </p:bgPr>
    </p:bg>
    <p:spTree>
      <p:nvGrpSpPr>
        <p:cNvPr id="1" name=""/>
        <p:cNvGrpSpPr/>
        <p:nvPr/>
      </p:nvGrpSpPr>
      <p:grpSpPr>
        <a:xfrm>
          <a:off x="0" y="0"/>
          <a:ext cx="0" cy="0"/>
          <a:chOff x="0" y="0"/>
          <a:chExt cx="0" cy="0"/>
        </a:xfrm>
      </p:grpSpPr>
      <p:pic>
        <p:nvPicPr>
          <p:cNvPr id="30" name="Picture 38">
            <a:extLst>
              <a:ext uri="{FF2B5EF4-FFF2-40B4-BE49-F238E27FC236}">
                <a16:creationId xmlns:a16="http://schemas.microsoft.com/office/drawing/2014/main" id="{DF3D568E-10C4-E195-E924-2D04E31381AA}"/>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46000" contrast="1000"/>
                    </a14:imgEffect>
                  </a14:imgLayer>
                </a14:imgProps>
              </a:ext>
              <a:ext uri="{28A0092B-C50C-407E-A947-70E740481C1C}">
                <a14:useLocalDpi xmlns:a14="http://schemas.microsoft.com/office/drawing/2010/main"/>
              </a:ext>
            </a:extLst>
          </a:blip>
          <a:srcRect/>
          <a:stretch/>
        </p:blipFill>
        <p:spPr>
          <a:xfrm>
            <a:off x="0" y="0"/>
            <a:ext cx="12192736" cy="4788650"/>
          </a:xfrm>
          <a:prstGeom prst="rect">
            <a:avLst/>
          </a:prstGeom>
          <a:noFill/>
        </p:spPr>
      </p:pic>
      <p:sp>
        <p:nvSpPr>
          <p:cNvPr id="2" name="Rechthoek 4">
            <a:extLst>
              <a:ext uri="{FF2B5EF4-FFF2-40B4-BE49-F238E27FC236}">
                <a16:creationId xmlns:a16="http://schemas.microsoft.com/office/drawing/2014/main" id="{AC32777C-550F-DBA1-B9CB-BCAF61BB9AA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97BD6947-E92D-BDBD-F509-253B9017D297}"/>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1" name="Rectangle 14">
            <a:extLst>
              <a:ext uri="{FF2B5EF4-FFF2-40B4-BE49-F238E27FC236}">
                <a16:creationId xmlns:a16="http://schemas.microsoft.com/office/drawing/2014/main" id="{6ECDE087-F9E2-2F82-309D-DFCC6ECB94B9}"/>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2" name="Straight Connector 16">
            <a:extLst>
              <a:ext uri="{FF2B5EF4-FFF2-40B4-BE49-F238E27FC236}">
                <a16:creationId xmlns:a16="http://schemas.microsoft.com/office/drawing/2014/main" id="{83C4210F-9C3E-B58D-B90D-118F18561F6A}"/>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21">
            <a:extLst>
              <a:ext uri="{FF2B5EF4-FFF2-40B4-BE49-F238E27FC236}">
                <a16:creationId xmlns:a16="http://schemas.microsoft.com/office/drawing/2014/main" id="{A83EB2F6-CE35-234A-857E-F01BE6C599E6}"/>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16" name="Graphic 15">
            <a:extLst>
              <a:ext uri="{FF2B5EF4-FFF2-40B4-BE49-F238E27FC236}">
                <a16:creationId xmlns:a16="http://schemas.microsoft.com/office/drawing/2014/main" id="{2B88601D-C149-904D-A85D-974F292FAB1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10" name="Text Placeholder 5">
            <a:extLst>
              <a:ext uri="{FF2B5EF4-FFF2-40B4-BE49-F238E27FC236}">
                <a16:creationId xmlns:a16="http://schemas.microsoft.com/office/drawing/2014/main" id="{E33D02E6-1CDE-24AC-3CA1-BEC40EC6D15D}"/>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4" name="Text Placeholder 7">
            <a:extLst>
              <a:ext uri="{FF2B5EF4-FFF2-40B4-BE49-F238E27FC236}">
                <a16:creationId xmlns:a16="http://schemas.microsoft.com/office/drawing/2014/main" id="{31E2C345-24FE-054F-93A6-50964E47A35D}"/>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5" name="Text Placeholder 9">
            <a:extLst>
              <a:ext uri="{FF2B5EF4-FFF2-40B4-BE49-F238E27FC236}">
                <a16:creationId xmlns:a16="http://schemas.microsoft.com/office/drawing/2014/main" id="{2AF5D91D-B03C-B557-5F4D-AB68E53AD4D2}"/>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3" name="Text Placeholder 11">
            <a:extLst>
              <a:ext uri="{FF2B5EF4-FFF2-40B4-BE49-F238E27FC236}">
                <a16:creationId xmlns:a16="http://schemas.microsoft.com/office/drawing/2014/main" id="{F6265FC2-BF98-50B3-10DB-50F8213EA4AB}"/>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3F7D77C3-B13F-CDB9-9D25-54B8D7D2D209}"/>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22D4DB1C-4E2E-402F-5EBE-D008C95298C8}"/>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109470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ont cover Energy">
    <p:bg>
      <p:bgPr>
        <a:solidFill>
          <a:schemeClr val="bg1"/>
        </a:solidFill>
        <a:effectLst/>
      </p:bgPr>
    </p:bg>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30B3004A-B5DC-D206-50F9-23849725B367}"/>
              </a:ext>
            </a:extLst>
          </p:cNvPr>
          <p:cNvPicPr>
            <a:picLocks noChangeAspect="1"/>
          </p:cNvPicPr>
          <p:nvPr userDrawn="1"/>
        </p:nvPicPr>
        <p:blipFill rotWithShape="1">
          <a:blip r:embed="rId2">
            <a:alphaModFix/>
          </a:blip>
          <a:srcRect l="1383" t="35004"/>
          <a:stretch/>
        </p:blipFill>
        <p:spPr>
          <a:xfrm>
            <a:off x="0" y="0"/>
            <a:ext cx="12192000" cy="4464486"/>
          </a:xfrm>
          <a:custGeom>
            <a:avLst/>
            <a:gdLst>
              <a:gd name="connsiteX0" fmla="*/ 0 w 12192000"/>
              <a:gd name="connsiteY0" fmla="*/ 0 h 4464486"/>
              <a:gd name="connsiteX1" fmla="*/ 12192000 w 12192000"/>
              <a:gd name="connsiteY1" fmla="*/ 0 h 4464486"/>
              <a:gd name="connsiteX2" fmla="*/ 12192000 w 12192000"/>
              <a:gd name="connsiteY2" fmla="*/ 4464486 h 4464486"/>
              <a:gd name="connsiteX3" fmla="*/ 0 w 12192000"/>
              <a:gd name="connsiteY3" fmla="*/ 4464486 h 4464486"/>
            </a:gdLst>
            <a:ahLst/>
            <a:cxnLst>
              <a:cxn ang="0">
                <a:pos x="connsiteX0" y="connsiteY0"/>
              </a:cxn>
              <a:cxn ang="0">
                <a:pos x="connsiteX1" y="connsiteY1"/>
              </a:cxn>
              <a:cxn ang="0">
                <a:pos x="connsiteX2" y="connsiteY2"/>
              </a:cxn>
              <a:cxn ang="0">
                <a:pos x="connsiteX3" y="connsiteY3"/>
              </a:cxn>
            </a:cxnLst>
            <a:rect l="l" t="t" r="r" b="b"/>
            <a:pathLst>
              <a:path w="12192000" h="4464486">
                <a:moveTo>
                  <a:pt x="0" y="0"/>
                </a:moveTo>
                <a:lnTo>
                  <a:pt x="12192000" y="0"/>
                </a:lnTo>
                <a:lnTo>
                  <a:pt x="12192000" y="4464486"/>
                </a:lnTo>
                <a:lnTo>
                  <a:pt x="0" y="4464486"/>
                </a:lnTo>
                <a:close/>
              </a:path>
            </a:pathLst>
          </a:custGeom>
        </p:spPr>
      </p:pic>
      <p:sp>
        <p:nvSpPr>
          <p:cNvPr id="2" name="Rechthoek 4">
            <a:extLst>
              <a:ext uri="{FF2B5EF4-FFF2-40B4-BE49-F238E27FC236}">
                <a16:creationId xmlns:a16="http://schemas.microsoft.com/office/drawing/2014/main" id="{858BEB1E-3742-29F8-9DD2-E78A1E6DBC13}"/>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355DEDE9-881D-0F0C-81E2-C88CFFA8620E}"/>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1" name="Rectangle 14">
            <a:extLst>
              <a:ext uri="{FF2B5EF4-FFF2-40B4-BE49-F238E27FC236}">
                <a16:creationId xmlns:a16="http://schemas.microsoft.com/office/drawing/2014/main" id="{368FE41F-D0FE-7D34-D928-1CC490D3CB34}"/>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2" name="Straight Connector 16">
            <a:extLst>
              <a:ext uri="{FF2B5EF4-FFF2-40B4-BE49-F238E27FC236}">
                <a16:creationId xmlns:a16="http://schemas.microsoft.com/office/drawing/2014/main" id="{73CABF8C-944F-433F-2945-FEFF2C8C6CBE}"/>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21">
            <a:extLst>
              <a:ext uri="{FF2B5EF4-FFF2-40B4-BE49-F238E27FC236}">
                <a16:creationId xmlns:a16="http://schemas.microsoft.com/office/drawing/2014/main" id="{B65F8E61-36E1-5890-E1A3-FD803BCC3ACC}"/>
              </a:ext>
            </a:extLst>
          </p:cNvPr>
          <p:cNvPicPr>
            <a:picLocks noChangeAspect="1"/>
          </p:cNvPicPr>
          <p:nvPr userDrawn="1"/>
        </p:nvPicPr>
        <p:blipFill>
          <a:blip r:embed="rId3"/>
          <a:stretch>
            <a:fillRect/>
          </a:stretch>
        </p:blipFill>
        <p:spPr>
          <a:xfrm>
            <a:off x="632091" y="565174"/>
            <a:ext cx="1567770" cy="464862"/>
          </a:xfrm>
          <a:prstGeom prst="rect">
            <a:avLst/>
          </a:prstGeom>
        </p:spPr>
      </p:pic>
      <p:pic>
        <p:nvPicPr>
          <p:cNvPr id="16" name="Graphic 15">
            <a:extLst>
              <a:ext uri="{FF2B5EF4-FFF2-40B4-BE49-F238E27FC236}">
                <a16:creationId xmlns:a16="http://schemas.microsoft.com/office/drawing/2014/main" id="{8C2F9EA7-134E-00FC-D3BC-0CB6641EB67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92372" y="270105"/>
            <a:ext cx="1441556" cy="1282314"/>
          </a:xfrm>
          <a:prstGeom prst="rect">
            <a:avLst/>
          </a:prstGeom>
        </p:spPr>
      </p:pic>
      <p:sp>
        <p:nvSpPr>
          <p:cNvPr id="10" name="Text Placeholder 5">
            <a:extLst>
              <a:ext uri="{FF2B5EF4-FFF2-40B4-BE49-F238E27FC236}">
                <a16:creationId xmlns:a16="http://schemas.microsoft.com/office/drawing/2014/main" id="{4074295F-EB2D-11DE-C6C2-62BA79FC8C4E}"/>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4" name="Text Placeholder 7">
            <a:extLst>
              <a:ext uri="{FF2B5EF4-FFF2-40B4-BE49-F238E27FC236}">
                <a16:creationId xmlns:a16="http://schemas.microsoft.com/office/drawing/2014/main" id="{85FA8EAD-A27D-4833-85DC-635D7A5B9C8D}"/>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5" name="Text Placeholder 9">
            <a:extLst>
              <a:ext uri="{FF2B5EF4-FFF2-40B4-BE49-F238E27FC236}">
                <a16:creationId xmlns:a16="http://schemas.microsoft.com/office/drawing/2014/main" id="{90A52219-2C0F-DE89-B16B-1802A2A92F93}"/>
              </a:ext>
            </a:extLst>
          </p:cNvPr>
          <p:cNvSpPr>
            <a:spLocks noGrp="1"/>
          </p:cNvSpPr>
          <p:nvPr>
            <p:ph type="body" sz="quarter" idx="15" hasCustomPrompt="1"/>
          </p:nvPr>
        </p:nvSpPr>
        <p:spPr>
          <a:xfrm>
            <a:off x="3034800" y="3697200"/>
            <a:ext cx="9158400" cy="349200"/>
          </a:xfrm>
          <a:prstGeom prst="rect">
            <a:avLst/>
          </a:prstGeom>
          <a:gradFill>
            <a:gsLst>
              <a:gs pos="14000">
                <a:srgbClr val="DE6737"/>
              </a:gs>
              <a:gs pos="98000">
                <a:srgbClr val="F8C818"/>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3" name="Text Placeholder 11">
            <a:extLst>
              <a:ext uri="{FF2B5EF4-FFF2-40B4-BE49-F238E27FC236}">
                <a16:creationId xmlns:a16="http://schemas.microsoft.com/office/drawing/2014/main" id="{914EEEBD-D0A0-D060-948A-FBB205DE3957}"/>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BB830284-0C97-D989-BC07-B8D8279BAEAF}"/>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AD8780E5-7187-019D-AAB5-589CC830A46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768431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ront cover Public">
    <p:bg>
      <p:bgPr>
        <a:solidFill>
          <a:schemeClr val="bg1"/>
        </a:solidFill>
        <a:effectLst/>
      </p:bgPr>
    </p:bg>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785903F5-6242-2586-CF0E-4FA3226CE913}"/>
              </a:ext>
            </a:extLst>
          </p:cNvPr>
          <p:cNvPicPr>
            <a:picLocks noChangeAspect="1"/>
          </p:cNvPicPr>
          <p:nvPr userDrawn="1"/>
        </p:nvPicPr>
        <p:blipFill rotWithShape="1">
          <a:blip r:embed="rId2">
            <a:alphaModFix/>
          </a:blip>
          <a:srcRect l="1409" t="2936" b="31677"/>
          <a:stretch/>
        </p:blipFill>
        <p:spPr>
          <a:xfrm>
            <a:off x="0" y="0"/>
            <a:ext cx="12192000" cy="4491318"/>
          </a:xfrm>
          <a:custGeom>
            <a:avLst/>
            <a:gdLst>
              <a:gd name="connsiteX0" fmla="*/ 0 w 12192000"/>
              <a:gd name="connsiteY0" fmla="*/ 0 h 4491318"/>
              <a:gd name="connsiteX1" fmla="*/ 12192000 w 12192000"/>
              <a:gd name="connsiteY1" fmla="*/ 0 h 4491318"/>
              <a:gd name="connsiteX2" fmla="*/ 12192000 w 12192000"/>
              <a:gd name="connsiteY2" fmla="*/ 4491318 h 4491318"/>
              <a:gd name="connsiteX3" fmla="*/ 0 w 12192000"/>
              <a:gd name="connsiteY3" fmla="*/ 4491318 h 4491318"/>
            </a:gdLst>
            <a:ahLst/>
            <a:cxnLst>
              <a:cxn ang="0">
                <a:pos x="connsiteX0" y="connsiteY0"/>
              </a:cxn>
              <a:cxn ang="0">
                <a:pos x="connsiteX1" y="connsiteY1"/>
              </a:cxn>
              <a:cxn ang="0">
                <a:pos x="connsiteX2" y="connsiteY2"/>
              </a:cxn>
              <a:cxn ang="0">
                <a:pos x="connsiteX3" y="connsiteY3"/>
              </a:cxn>
            </a:cxnLst>
            <a:rect l="l" t="t" r="r" b="b"/>
            <a:pathLst>
              <a:path w="12192000" h="4491318">
                <a:moveTo>
                  <a:pt x="0" y="0"/>
                </a:moveTo>
                <a:lnTo>
                  <a:pt x="12192000" y="0"/>
                </a:lnTo>
                <a:lnTo>
                  <a:pt x="12192000" y="4491318"/>
                </a:lnTo>
                <a:lnTo>
                  <a:pt x="0" y="4491318"/>
                </a:lnTo>
                <a:close/>
              </a:path>
            </a:pathLst>
          </a:custGeom>
        </p:spPr>
      </p:pic>
      <p:sp>
        <p:nvSpPr>
          <p:cNvPr id="2" name="Rechthoek 4">
            <a:extLst>
              <a:ext uri="{FF2B5EF4-FFF2-40B4-BE49-F238E27FC236}">
                <a16:creationId xmlns:a16="http://schemas.microsoft.com/office/drawing/2014/main" id="{8248C83A-84D9-8BFA-B25E-E7B10A79D69D}"/>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BEFBB23D-08CC-03E8-F6FA-3360B1B0CDF3}"/>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1" name="Rectangle 14">
            <a:extLst>
              <a:ext uri="{FF2B5EF4-FFF2-40B4-BE49-F238E27FC236}">
                <a16:creationId xmlns:a16="http://schemas.microsoft.com/office/drawing/2014/main" id="{7AB28C65-85C9-BD3C-50B7-D04492BE14C5}"/>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2" name="Straight Connector 16">
            <a:extLst>
              <a:ext uri="{FF2B5EF4-FFF2-40B4-BE49-F238E27FC236}">
                <a16:creationId xmlns:a16="http://schemas.microsoft.com/office/drawing/2014/main" id="{92E98578-DA00-33E3-4FA3-09C56D5E5A7A}"/>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21">
            <a:extLst>
              <a:ext uri="{FF2B5EF4-FFF2-40B4-BE49-F238E27FC236}">
                <a16:creationId xmlns:a16="http://schemas.microsoft.com/office/drawing/2014/main" id="{8846BD21-3312-D5E0-815C-EC8C80737DD4}"/>
              </a:ext>
            </a:extLst>
          </p:cNvPr>
          <p:cNvPicPr>
            <a:picLocks noChangeAspect="1"/>
          </p:cNvPicPr>
          <p:nvPr userDrawn="1"/>
        </p:nvPicPr>
        <p:blipFill>
          <a:blip r:embed="rId3"/>
          <a:stretch>
            <a:fillRect/>
          </a:stretch>
        </p:blipFill>
        <p:spPr>
          <a:xfrm>
            <a:off x="632091" y="565174"/>
            <a:ext cx="1567770" cy="464862"/>
          </a:xfrm>
          <a:prstGeom prst="rect">
            <a:avLst/>
          </a:prstGeom>
        </p:spPr>
      </p:pic>
      <p:pic>
        <p:nvPicPr>
          <p:cNvPr id="15" name="Graphic 14">
            <a:extLst>
              <a:ext uri="{FF2B5EF4-FFF2-40B4-BE49-F238E27FC236}">
                <a16:creationId xmlns:a16="http://schemas.microsoft.com/office/drawing/2014/main" id="{58F8F442-837A-793E-7BA8-1AAF616B7F1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92372" y="270105"/>
            <a:ext cx="1441556" cy="1282314"/>
          </a:xfrm>
          <a:prstGeom prst="rect">
            <a:avLst/>
          </a:prstGeom>
        </p:spPr>
      </p:pic>
      <p:sp>
        <p:nvSpPr>
          <p:cNvPr id="10" name="Text Placeholder 5">
            <a:extLst>
              <a:ext uri="{FF2B5EF4-FFF2-40B4-BE49-F238E27FC236}">
                <a16:creationId xmlns:a16="http://schemas.microsoft.com/office/drawing/2014/main" id="{64C2A121-56A2-8302-D8E9-A7E7FA876C5F}"/>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4" name="Text Placeholder 7">
            <a:extLst>
              <a:ext uri="{FF2B5EF4-FFF2-40B4-BE49-F238E27FC236}">
                <a16:creationId xmlns:a16="http://schemas.microsoft.com/office/drawing/2014/main" id="{8CF074D3-9357-22C0-A851-424B518245E1}"/>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3" name="Text Placeholder 9">
            <a:extLst>
              <a:ext uri="{FF2B5EF4-FFF2-40B4-BE49-F238E27FC236}">
                <a16:creationId xmlns:a16="http://schemas.microsoft.com/office/drawing/2014/main" id="{D3717693-CA3E-051A-3D09-51BF4F59EE89}"/>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6" name="Text Placeholder 11">
            <a:extLst>
              <a:ext uri="{FF2B5EF4-FFF2-40B4-BE49-F238E27FC236}">
                <a16:creationId xmlns:a16="http://schemas.microsoft.com/office/drawing/2014/main" id="{F85D7EF2-FADC-DA0F-0ADA-5E364D92C13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86A5E938-155A-7321-47AE-4FCA6F3EA0FF}"/>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C4A594D3-C1A9-AB89-936E-4BDE86A9A8EE}"/>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137560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ront cover Offices">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3C3CF80A-0EA5-665B-5247-AA4855DF0FAC}"/>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5948"/>
                    </a14:imgEffect>
                    <a14:imgEffect>
                      <a14:saturation sat="89000"/>
                    </a14:imgEffect>
                    <a14:imgEffect>
                      <a14:brightnessContrast bright="-30000" contrast="13000"/>
                    </a14:imgEffect>
                  </a14:imgLayer>
                </a14:imgProps>
              </a:ext>
              <a:ext uri="{28A0092B-C50C-407E-A947-70E740481C1C}">
                <a14:useLocalDpi xmlns:a14="http://schemas.microsoft.com/office/drawing/2010/main"/>
              </a:ext>
            </a:extLst>
          </a:blip>
          <a:srcRect/>
          <a:stretch/>
        </p:blipFill>
        <p:spPr>
          <a:xfrm flipH="1">
            <a:off x="-368" y="1"/>
            <a:ext cx="12192736" cy="4788650"/>
          </a:xfrm>
          <a:prstGeom prst="rect">
            <a:avLst/>
          </a:prstGeom>
        </p:spPr>
      </p:pic>
      <p:sp>
        <p:nvSpPr>
          <p:cNvPr id="2" name="Rechthoek 4">
            <a:extLst>
              <a:ext uri="{FF2B5EF4-FFF2-40B4-BE49-F238E27FC236}">
                <a16:creationId xmlns:a16="http://schemas.microsoft.com/office/drawing/2014/main" id="{7ECB1F26-C705-8BB8-E02E-A2C35B9F8B5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AAEB1E13-8FD5-84E6-2301-FEF453AFF96A}"/>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5" name="Rectangle 14">
            <a:extLst>
              <a:ext uri="{FF2B5EF4-FFF2-40B4-BE49-F238E27FC236}">
                <a16:creationId xmlns:a16="http://schemas.microsoft.com/office/drawing/2014/main" id="{24F0ED9A-BBC7-C3AF-5407-F9FF5897DB08}"/>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1" name="Straight Connector 16">
            <a:extLst>
              <a:ext uri="{FF2B5EF4-FFF2-40B4-BE49-F238E27FC236}">
                <a16:creationId xmlns:a16="http://schemas.microsoft.com/office/drawing/2014/main" id="{8D8868F2-247E-E2A7-0110-33181B58CA6E}"/>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2" name="Picture 21">
            <a:extLst>
              <a:ext uri="{FF2B5EF4-FFF2-40B4-BE49-F238E27FC236}">
                <a16:creationId xmlns:a16="http://schemas.microsoft.com/office/drawing/2014/main" id="{496B2807-8E0B-4E10-EC4D-96A42A140AD6}"/>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13" name="Graphic 12">
            <a:extLst>
              <a:ext uri="{FF2B5EF4-FFF2-40B4-BE49-F238E27FC236}">
                <a16:creationId xmlns:a16="http://schemas.microsoft.com/office/drawing/2014/main" id="{FAA4BB50-0F61-180C-3FFC-E3B525C66E7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14" name="Text Placeholder 5">
            <a:extLst>
              <a:ext uri="{FF2B5EF4-FFF2-40B4-BE49-F238E27FC236}">
                <a16:creationId xmlns:a16="http://schemas.microsoft.com/office/drawing/2014/main" id="{207B0C43-A168-0971-498F-1F84CA6CA2FF}"/>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545E56F7-E270-3132-5A24-1BDDC748858A}"/>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2" name="Text Placeholder 9">
            <a:extLst>
              <a:ext uri="{FF2B5EF4-FFF2-40B4-BE49-F238E27FC236}">
                <a16:creationId xmlns:a16="http://schemas.microsoft.com/office/drawing/2014/main" id="{C4D30FC2-3FCA-822C-4DB0-38927C9018A8}"/>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6" name="Text Placeholder 11">
            <a:extLst>
              <a:ext uri="{FF2B5EF4-FFF2-40B4-BE49-F238E27FC236}">
                <a16:creationId xmlns:a16="http://schemas.microsoft.com/office/drawing/2014/main" id="{D1321534-00C3-B9E6-9BE2-7A897FB26F32}"/>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B13CE576-E339-A6A1-4EAE-49CBEEF6050B}"/>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A5EDBA28-F987-4EDE-950A-9299C38A553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p>
        </p:txBody>
      </p:sp>
    </p:spTree>
    <p:extLst>
      <p:ext uri="{BB962C8B-B14F-4D97-AF65-F5344CB8AC3E}">
        <p14:creationId xmlns:p14="http://schemas.microsoft.com/office/powerpoint/2010/main" val="1796390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ront cover Telecom">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DE808754-551D-ABB0-9762-2E1ACF8D271C}"/>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3876"/>
                    </a14:imgEffect>
                    <a14:imgEffect>
                      <a14:brightnessContrast bright="-39000" contrast="2000"/>
                    </a14:imgEffect>
                  </a14:imgLayer>
                </a14:imgProps>
              </a:ext>
              <a:ext uri="{28A0092B-C50C-407E-A947-70E740481C1C}">
                <a14:useLocalDpi xmlns:a14="http://schemas.microsoft.com/office/drawing/2010/main"/>
              </a:ext>
            </a:extLst>
          </a:blip>
          <a:srcRect/>
          <a:stretch/>
        </p:blipFill>
        <p:spPr>
          <a:xfrm>
            <a:off x="-369" y="1"/>
            <a:ext cx="12192736" cy="4788650"/>
          </a:xfrm>
          <a:prstGeom prst="rect">
            <a:avLst/>
          </a:prstGeom>
        </p:spPr>
      </p:pic>
      <p:sp>
        <p:nvSpPr>
          <p:cNvPr id="17" name="Rechthoek 4">
            <a:extLst>
              <a:ext uri="{FF2B5EF4-FFF2-40B4-BE49-F238E27FC236}">
                <a16:creationId xmlns:a16="http://schemas.microsoft.com/office/drawing/2014/main" id="{7DB411C2-84A8-555C-434E-1765035FBDED}"/>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3">
            <a:extLst>
              <a:ext uri="{FF2B5EF4-FFF2-40B4-BE49-F238E27FC236}">
                <a16:creationId xmlns:a16="http://schemas.microsoft.com/office/drawing/2014/main" id="{A1854AE8-E7BF-3156-683D-EBF45C5B5061}"/>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9" name="Rectangle 14">
            <a:extLst>
              <a:ext uri="{FF2B5EF4-FFF2-40B4-BE49-F238E27FC236}">
                <a16:creationId xmlns:a16="http://schemas.microsoft.com/office/drawing/2014/main" id="{4CEA8E79-7418-AC05-FC5D-1C1106F69BDE}"/>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20" name="Straight Connector 16">
            <a:extLst>
              <a:ext uri="{FF2B5EF4-FFF2-40B4-BE49-F238E27FC236}">
                <a16:creationId xmlns:a16="http://schemas.microsoft.com/office/drawing/2014/main" id="{B5DE2478-8666-FB34-F504-54E856BD71BA}"/>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21" name="Picture 21">
            <a:extLst>
              <a:ext uri="{FF2B5EF4-FFF2-40B4-BE49-F238E27FC236}">
                <a16:creationId xmlns:a16="http://schemas.microsoft.com/office/drawing/2014/main" id="{326D8536-9539-9F9B-DCF6-865D1CD8830E}"/>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23" name="Graphic 22">
            <a:extLst>
              <a:ext uri="{FF2B5EF4-FFF2-40B4-BE49-F238E27FC236}">
                <a16:creationId xmlns:a16="http://schemas.microsoft.com/office/drawing/2014/main" id="{E53AC99C-D583-B5CB-A165-4C61511459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9" name="Text Placeholder 5">
            <a:extLst>
              <a:ext uri="{FF2B5EF4-FFF2-40B4-BE49-F238E27FC236}">
                <a16:creationId xmlns:a16="http://schemas.microsoft.com/office/drawing/2014/main" id="{6A5B5A35-0ADF-6BD3-2874-1C0CC4831500}"/>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0" name="Text Placeholder 7">
            <a:extLst>
              <a:ext uri="{FF2B5EF4-FFF2-40B4-BE49-F238E27FC236}">
                <a16:creationId xmlns:a16="http://schemas.microsoft.com/office/drawing/2014/main" id="{E3388418-3187-D47B-266B-D8BECC93B640}"/>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4" name="Text Placeholder 9">
            <a:extLst>
              <a:ext uri="{FF2B5EF4-FFF2-40B4-BE49-F238E27FC236}">
                <a16:creationId xmlns:a16="http://schemas.microsoft.com/office/drawing/2014/main" id="{F8A5F429-BDB4-ECFA-5DB5-BE82BDE12201}"/>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2" name="Text Placeholder 11">
            <a:extLst>
              <a:ext uri="{FF2B5EF4-FFF2-40B4-BE49-F238E27FC236}">
                <a16:creationId xmlns:a16="http://schemas.microsoft.com/office/drawing/2014/main" id="{5E0B1CC0-4619-8400-3C27-07F414FF2A76}"/>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91EC8C09-D4A8-BA9F-41EF-13EDE8E729FF}"/>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2913503F-54BF-BF5B-F9EE-9059FB428027}"/>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418236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ounded Rectangle 11">
            <a:extLst>
              <a:ext uri="{FF2B5EF4-FFF2-40B4-BE49-F238E27FC236}">
                <a16:creationId xmlns:a16="http://schemas.microsoft.com/office/drawing/2014/main" id="{9697A4FE-2004-288A-38E2-D3C6A3D27B8D}"/>
              </a:ext>
            </a:extLst>
          </p:cNvPr>
          <p:cNvSpPr/>
          <p:nvPr userDrawn="1"/>
        </p:nvSpPr>
        <p:spPr>
          <a:xfrm>
            <a:off x="158400" y="6255515"/>
            <a:ext cx="3927438" cy="522162"/>
          </a:xfrm>
          <a:prstGeom prst="roundRect">
            <a:avLst>
              <a:gd name="adj" fmla="val 25380"/>
            </a:avLst>
          </a:prstGeom>
          <a:gradFill>
            <a:gsLst>
              <a:gs pos="0">
                <a:srgbClr val="1864FF">
                  <a:alpha val="67843"/>
                </a:srgbClr>
              </a:gs>
              <a:gs pos="19000">
                <a:srgbClr val="1864F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7" name="Graphic 16">
            <a:extLst>
              <a:ext uri="{FF2B5EF4-FFF2-40B4-BE49-F238E27FC236}">
                <a16:creationId xmlns:a16="http://schemas.microsoft.com/office/drawing/2014/main" id="{1FEB58FD-BA90-97DE-007F-894009F72B6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663" y="6471870"/>
            <a:ext cx="325232" cy="216821"/>
          </a:xfrm>
          <a:prstGeom prst="rect">
            <a:avLst/>
          </a:prstGeom>
        </p:spPr>
      </p:pic>
      <p:sp>
        <p:nvSpPr>
          <p:cNvPr id="18" name="Rounded Rectangle 22">
            <a:extLst>
              <a:ext uri="{FF2B5EF4-FFF2-40B4-BE49-F238E27FC236}">
                <a16:creationId xmlns:a16="http://schemas.microsoft.com/office/drawing/2014/main" id="{1874D254-A955-E9A7-E82C-B778BABA2283}"/>
              </a:ext>
            </a:extLst>
          </p:cNvPr>
          <p:cNvSpPr/>
          <p:nvPr userDrawn="1"/>
        </p:nvSpPr>
        <p:spPr>
          <a:xfrm>
            <a:off x="154317" y="130173"/>
            <a:ext cx="7998165" cy="6125341"/>
          </a:xfrm>
          <a:prstGeom prst="roundRect">
            <a:avLst>
              <a:gd name="adj" fmla="val 3106"/>
            </a:avLst>
          </a:prstGeom>
          <a:gradFill flip="none" rotWithShape="1">
            <a:gsLst>
              <a:gs pos="18000">
                <a:srgbClr val="1663FF">
                  <a:alpha val="0"/>
                </a:srgbClr>
              </a:gs>
              <a:gs pos="37000">
                <a:srgbClr val="1663FF">
                  <a:alpha val="0"/>
                </a:srgbClr>
              </a:gs>
              <a:gs pos="5000">
                <a:srgbClr val="1764FF">
                  <a:alpha val="53000"/>
                </a:srgbClr>
              </a:gs>
              <a:gs pos="48000">
                <a:srgbClr val="1663FF">
                  <a:alpha val="18000"/>
                </a:srgbClr>
              </a:gs>
              <a:gs pos="58000">
                <a:srgbClr val="1764FF">
                  <a:alpha val="0"/>
                </a:srgbClr>
              </a:gs>
            </a:gsLst>
            <a:lin ang="4200000" scaled="0"/>
            <a:tileRect/>
          </a:gradFill>
          <a:ln>
            <a:noFill/>
          </a:ln>
          <a:effectLst>
            <a:outerShdw blurRad="810119" dist="424344" dir="2700000" algn="tl" rotWithShape="0">
              <a:srgbClr val="F9C816">
                <a:alpha val="15616"/>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0" name="Vrije vorm 19">
            <a:extLst>
              <a:ext uri="{FF2B5EF4-FFF2-40B4-BE49-F238E27FC236}">
                <a16:creationId xmlns:a16="http://schemas.microsoft.com/office/drawing/2014/main" id="{A5642A5C-52C9-D296-D7B8-2757BDAD49FD}"/>
              </a:ext>
            </a:extLst>
          </p:cNvPr>
          <p:cNvSpPr/>
          <p:nvPr userDrawn="1"/>
        </p:nvSpPr>
        <p:spPr>
          <a:xfrm>
            <a:off x="160978" y="136357"/>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6000">
                <a:srgbClr val="F9C816">
                  <a:alpha val="46000"/>
                </a:srgbClr>
              </a:gs>
              <a:gs pos="41000">
                <a:srgbClr val="F9C816">
                  <a:alpha val="0"/>
                </a:srgbClr>
              </a:gs>
              <a:gs pos="30000">
                <a:srgbClr val="F9C816">
                  <a:alpha val="17000"/>
                </a:srgbClr>
              </a:gs>
            </a:gsLst>
            <a:lin ang="4200000" scaled="0"/>
          </a:gradFill>
          <a:ln w="9525">
            <a:gradFill>
              <a:gsLst>
                <a:gs pos="6000">
                  <a:srgbClr val="E88B36"/>
                </a:gs>
                <a:gs pos="46000">
                  <a:srgbClr val="F9C816">
                    <a:alpha val="0"/>
                  </a:srgbClr>
                </a:gs>
                <a:gs pos="23000">
                  <a:srgbClr val="F9C816"/>
                </a:gs>
              </a:gsLst>
              <a:lin ang="468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pic>
        <p:nvPicPr>
          <p:cNvPr id="21" name="Graphic 20">
            <a:extLst>
              <a:ext uri="{FF2B5EF4-FFF2-40B4-BE49-F238E27FC236}">
                <a16:creationId xmlns:a16="http://schemas.microsoft.com/office/drawing/2014/main" id="{253155A7-FBFB-7857-39F4-B154332A83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42109" y="3377887"/>
            <a:ext cx="2638288" cy="2346849"/>
          </a:xfrm>
          <a:prstGeom prst="rect">
            <a:avLst/>
          </a:prstGeom>
        </p:spPr>
      </p:pic>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intro page">
    <p:spTree>
      <p:nvGrpSpPr>
        <p:cNvPr id="1" name=""/>
        <p:cNvGrpSpPr/>
        <p:nvPr/>
      </p:nvGrpSpPr>
      <p:grpSpPr>
        <a:xfrm>
          <a:off x="0" y="0"/>
          <a:ext cx="0" cy="0"/>
          <a:chOff x="0" y="0"/>
          <a:chExt cx="0" cy="0"/>
        </a:xfrm>
      </p:grpSpPr>
      <p:sp>
        <p:nvSpPr>
          <p:cNvPr id="80" name="Rechthoek 79">
            <a:extLst>
              <a:ext uri="{FF2B5EF4-FFF2-40B4-BE49-F238E27FC236}">
                <a16:creationId xmlns:a16="http://schemas.microsoft.com/office/drawing/2014/main" id="{433E1BA8-E8A2-3CAD-E0FD-57DEED7404CF}"/>
              </a:ext>
            </a:extLst>
          </p:cNvPr>
          <p:cNvSpPr/>
          <p:nvPr userDrawn="1"/>
        </p:nvSpPr>
        <p:spPr>
          <a:xfrm>
            <a:off x="0" y="0"/>
            <a:ext cx="12192000" cy="6858000"/>
          </a:xfrm>
          <a:prstGeom prst="rect">
            <a:avLst/>
          </a:prstGeom>
          <a:gradFill>
            <a:gsLst>
              <a:gs pos="10000">
                <a:srgbClr val="09204F"/>
              </a:gs>
              <a:gs pos="92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1" name="Rechthoek 120">
            <a:extLst>
              <a:ext uri="{FF2B5EF4-FFF2-40B4-BE49-F238E27FC236}">
                <a16:creationId xmlns:a16="http://schemas.microsoft.com/office/drawing/2014/main" id="{7FF3DE78-E5E2-666E-09A4-F1DD384F4761}"/>
              </a:ext>
            </a:extLst>
          </p:cNvPr>
          <p:cNvSpPr/>
          <p:nvPr userDrawn="1"/>
        </p:nvSpPr>
        <p:spPr>
          <a:xfrm>
            <a:off x="4354691" y="0"/>
            <a:ext cx="7837308" cy="6858000"/>
          </a:xfrm>
          <a:prstGeom prst="rect">
            <a:avLst/>
          </a:prstGeom>
          <a:gradFill>
            <a:gsLst>
              <a:gs pos="0">
                <a:srgbClr val="09204F"/>
              </a:gs>
              <a:gs pos="100000">
                <a:srgbClr val="1964FF"/>
              </a:gs>
              <a:gs pos="61000">
                <a:srgbClr val="1250CA"/>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2">
            <a:extLst>
              <a:ext uri="{FF2B5EF4-FFF2-40B4-BE49-F238E27FC236}">
                <a16:creationId xmlns:a16="http://schemas.microsoft.com/office/drawing/2014/main" id="{83B7B6F9-D091-0851-026F-C9AC3544347B}"/>
              </a:ext>
            </a:extLst>
          </p:cNvPr>
          <p:cNvSpPr/>
          <p:nvPr userDrawn="1"/>
        </p:nvSpPr>
        <p:spPr>
          <a:xfrm>
            <a:off x="0" y="1"/>
            <a:ext cx="1381059" cy="358202"/>
          </a:xfrm>
          <a:prstGeom prst="rect">
            <a:avLst/>
          </a:prstGeom>
          <a:gradFill>
            <a:gsLst>
              <a:gs pos="0">
                <a:srgbClr val="F8C716">
                  <a:alpha val="49529"/>
                </a:srgbClr>
              </a:gs>
              <a:gs pos="18000">
                <a:srgbClr val="F8C716">
                  <a:alpha val="21357"/>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24" name="Rounded Rectangle 11">
            <a:extLst>
              <a:ext uri="{FF2B5EF4-FFF2-40B4-BE49-F238E27FC236}">
                <a16:creationId xmlns:a16="http://schemas.microsoft.com/office/drawing/2014/main" id="{8C7786E7-9850-928F-CE8F-A60038656162}"/>
              </a:ext>
            </a:extLst>
          </p:cNvPr>
          <p:cNvSpPr/>
          <p:nvPr userDrawn="1"/>
        </p:nvSpPr>
        <p:spPr>
          <a:xfrm>
            <a:off x="154800" y="6255515"/>
            <a:ext cx="3927438" cy="522162"/>
          </a:xfrm>
          <a:prstGeom prst="roundRect">
            <a:avLst>
              <a:gd name="adj" fmla="val 25380"/>
            </a:avLst>
          </a:prstGeom>
          <a:gradFill>
            <a:gsLst>
              <a:gs pos="0">
                <a:srgbClr val="1764FF">
                  <a:alpha val="56000"/>
                </a:srgbClr>
              </a:gs>
              <a:gs pos="19000">
                <a:srgbClr val="084ED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32" name="Graphic 31">
            <a:extLst>
              <a:ext uri="{FF2B5EF4-FFF2-40B4-BE49-F238E27FC236}">
                <a16:creationId xmlns:a16="http://schemas.microsoft.com/office/drawing/2014/main" id="{1990862F-EC1A-9359-8F48-5E42474356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663" y="6471870"/>
            <a:ext cx="325232" cy="216821"/>
          </a:xfrm>
          <a:prstGeom prst="rect">
            <a:avLst/>
          </a:prstGeom>
        </p:spPr>
      </p:pic>
      <p:sp>
        <p:nvSpPr>
          <p:cNvPr id="15" name="Rounded Rectangle 11">
            <a:extLst>
              <a:ext uri="{FF2B5EF4-FFF2-40B4-BE49-F238E27FC236}">
                <a16:creationId xmlns:a16="http://schemas.microsoft.com/office/drawing/2014/main" id="{E946E871-1F65-9509-BCA1-E0E7543295CB}"/>
              </a:ext>
            </a:extLst>
          </p:cNvPr>
          <p:cNvSpPr/>
          <p:nvPr userDrawn="1"/>
        </p:nvSpPr>
        <p:spPr>
          <a:xfrm>
            <a:off x="154318" y="6255515"/>
            <a:ext cx="3927438" cy="522162"/>
          </a:xfrm>
          <a:prstGeom prst="roundRect">
            <a:avLst>
              <a:gd name="adj" fmla="val 20951"/>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chemeClr val="bg1"/>
                </a:solidFill>
              </a:defRPr>
            </a:lvl1pPr>
          </a:lstStyle>
          <a:p>
            <a:r>
              <a:rPr lang="nl-NL"/>
              <a:t>Confidential</a:t>
            </a:r>
            <a:endParaRPr lang="nl-NL" dirty="0"/>
          </a:p>
        </p:txBody>
      </p:sp>
      <p:sp>
        <p:nvSpPr>
          <p:cNvPr id="14" name="Rounded Rectangle 22">
            <a:extLst>
              <a:ext uri="{FF2B5EF4-FFF2-40B4-BE49-F238E27FC236}">
                <a16:creationId xmlns:a16="http://schemas.microsoft.com/office/drawing/2014/main" id="{FB45DAA8-FD07-71AD-5E49-117634C548B1}"/>
              </a:ext>
            </a:extLst>
          </p:cNvPr>
          <p:cNvSpPr/>
          <p:nvPr userDrawn="1"/>
        </p:nvSpPr>
        <p:spPr>
          <a:xfrm>
            <a:off x="154317" y="130173"/>
            <a:ext cx="7998165" cy="6125341"/>
          </a:xfrm>
          <a:prstGeom prst="roundRect">
            <a:avLst>
              <a:gd name="adj" fmla="val 3106"/>
            </a:avLst>
          </a:prstGeom>
          <a:gradFill flip="none" rotWithShape="1">
            <a:gsLst>
              <a:gs pos="31000">
                <a:srgbClr val="F9C816">
                  <a:alpha val="15387"/>
                </a:srgbClr>
              </a:gs>
              <a:gs pos="0">
                <a:srgbClr val="DE7849"/>
              </a:gs>
              <a:gs pos="6000">
                <a:srgbClr val="F9B116">
                  <a:alpha val="87059"/>
                </a:srgbClr>
              </a:gs>
              <a:gs pos="15000">
                <a:srgbClr val="F9C816">
                  <a:alpha val="57000"/>
                </a:srgbClr>
              </a:gs>
              <a:gs pos="44000">
                <a:srgbClr val="F9C816">
                  <a:alpha val="0"/>
                </a:srgbClr>
              </a:gs>
            </a:gsLst>
            <a:lin ang="3600000" scaled="0"/>
            <a:tileRect/>
          </a:gradFill>
          <a:ln>
            <a:noFill/>
          </a:ln>
          <a:effectLst>
            <a:outerShdw blurRad="810119" dist="424344" dir="2700000" algn="tl" rotWithShape="0">
              <a:srgbClr val="F9C816">
                <a:alpha val="15616"/>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Vrije vorm 15">
            <a:extLst>
              <a:ext uri="{FF2B5EF4-FFF2-40B4-BE49-F238E27FC236}">
                <a16:creationId xmlns:a16="http://schemas.microsoft.com/office/drawing/2014/main" id="{5A3C7DD3-FE60-10D8-CDC7-9D72C2414BDE}"/>
              </a:ext>
            </a:extLst>
          </p:cNvPr>
          <p:cNvSpPr/>
          <p:nvPr userDrawn="1"/>
        </p:nvSpPr>
        <p:spPr>
          <a:xfrm>
            <a:off x="154800" y="129600"/>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10000">
                <a:srgbClr val="E88C36"/>
              </a:gs>
              <a:gs pos="27000">
                <a:srgbClr val="F8C716"/>
              </a:gs>
              <a:gs pos="68000">
                <a:srgbClr val="F8C716">
                  <a:alpha val="54000"/>
                </a:srgbClr>
              </a:gs>
              <a:gs pos="83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lvl1pPr>
              <a:defRPr>
                <a:solidFill>
                  <a:srgbClr val="FFFFFF"/>
                </a:solidFill>
              </a:defRPr>
            </a:lvl1pPr>
          </a:lstStyle>
          <a:p>
            <a:fld id="{E242BD21-9B61-2246-BCB1-4BE5E1BEBE1C}" type="slidenum">
              <a:rPr lang="nl-NL" smtClean="0"/>
              <a:pPr/>
              <a:t>‹#›</a:t>
            </a:fld>
            <a:endParaRPr lang="nl-NL"/>
          </a:p>
        </p:txBody>
      </p:sp>
      <p:sp>
        <p:nvSpPr>
          <p:cNvPr id="27" name="Titel 3">
            <a:extLst>
              <a:ext uri="{FF2B5EF4-FFF2-40B4-BE49-F238E27FC236}">
                <a16:creationId xmlns:a16="http://schemas.microsoft.com/office/drawing/2014/main" id="{1E8D3563-C039-DE28-A895-96FC282EE2ED}"/>
              </a:ext>
            </a:extLst>
          </p:cNvPr>
          <p:cNvSpPr txBox="1">
            <a:spLocks/>
          </p:cNvSpPr>
          <p:nvPr userDrawn="1"/>
        </p:nvSpPr>
        <p:spPr>
          <a:xfrm>
            <a:off x="716990" y="2067286"/>
            <a:ext cx="1827691" cy="221599"/>
          </a:xfrm>
          <a:prstGeom prst="rect">
            <a:avLst/>
          </a:prstGeom>
        </p:spPr>
        <p:txBody>
          <a:bodyPr wrap="square" lIns="216000" tIns="0" rIns="0" bIns="0" anchor="ctr" anchorCtr="0">
            <a:spAutoFit/>
          </a:bodyPr>
          <a:lstStyle>
            <a:lvl1pPr marL="0" indent="0" algn="l" defTabSz="914400" rtl="0" eaLnBrk="1" latinLnBrk="0" hangingPunct="1">
              <a:lnSpc>
                <a:spcPct val="90000"/>
              </a:lnSpc>
              <a:spcBef>
                <a:spcPts val="0"/>
              </a:spcBef>
              <a:buNone/>
              <a:defRPr lang="en-US" sz="4400" b="1" i="0" kern="1200" spc="0">
                <a:solidFill>
                  <a:schemeClr val="tx1"/>
                </a:solidFill>
                <a:latin typeface="Noir Pro Semi Bold" pitchFamily="2" charset="0"/>
                <a:ea typeface="+mn-ea"/>
                <a:cs typeface="+mn-cs"/>
              </a:defRPr>
            </a:lvl1pPr>
          </a:lstStyle>
          <a:p>
            <a:r>
              <a:rPr lang="en-US" sz="1600" b="0" i="0" noProof="0" dirty="0">
                <a:solidFill>
                  <a:srgbClr val="F9C816"/>
                </a:solidFill>
                <a:latin typeface="Noir Pro Medium" pitchFamily="2" charset="0"/>
              </a:rPr>
              <a:t>Up next</a:t>
            </a:r>
            <a:endParaRPr lang="nl-NL" sz="1600" b="0" i="0" dirty="0">
              <a:solidFill>
                <a:srgbClr val="F9C816"/>
              </a:solidFill>
              <a:latin typeface="Noir Pro Medium" pitchFamily="2" charset="0"/>
            </a:endParaRPr>
          </a:p>
        </p:txBody>
      </p:sp>
      <p:sp>
        <p:nvSpPr>
          <p:cNvPr id="88" name="Rounded Rectangle 22">
            <a:extLst>
              <a:ext uri="{FF2B5EF4-FFF2-40B4-BE49-F238E27FC236}">
                <a16:creationId xmlns:a16="http://schemas.microsoft.com/office/drawing/2014/main" id="{876CBDB7-9907-8B65-CC94-0DEDB13E7BBF}"/>
              </a:ext>
            </a:extLst>
          </p:cNvPr>
          <p:cNvSpPr/>
          <p:nvPr userDrawn="1"/>
        </p:nvSpPr>
        <p:spPr>
          <a:xfrm>
            <a:off x="4872667" y="130173"/>
            <a:ext cx="7177374" cy="4171623"/>
          </a:xfrm>
          <a:prstGeom prst="roundRect">
            <a:avLst>
              <a:gd name="adj" fmla="val 3457"/>
            </a:avLst>
          </a:prstGeom>
          <a:gradFill flip="none" rotWithShape="1">
            <a:gsLst>
              <a:gs pos="0">
                <a:srgbClr val="73A1FF">
                  <a:alpha val="40421"/>
                </a:srgbClr>
              </a:gs>
              <a:gs pos="23000">
                <a:srgbClr val="73A1FF">
                  <a:alpha val="0"/>
                </a:srgbClr>
              </a:gs>
            </a:gsLst>
            <a:lin ang="7800000" scaled="0"/>
            <a:tileRect/>
          </a:gradFill>
          <a:ln>
            <a:noFill/>
          </a:ln>
          <a:effectLst>
            <a:outerShdw blurRad="810119" dist="424344" dir="2700000" algn="tl" rotWithShape="0">
              <a:srgbClr val="F9C816">
                <a:alpha val="15616"/>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905632" y="3186818"/>
            <a:ext cx="6579458" cy="2234270"/>
          </a:xfrm>
          <a:noFill/>
        </p:spPr>
        <p:txBody>
          <a:bodyPr wrap="square" lIns="216000" tIns="72000" rIns="288000" bIns="216000">
            <a:noAutofit/>
          </a:bodyPr>
          <a:lstStyle>
            <a:lvl1pPr marL="0" indent="0">
              <a:lnSpc>
                <a:spcPct val="114000"/>
              </a:lnSpc>
              <a:spcAft>
                <a:spcPts val="600"/>
              </a:spcAft>
              <a:buClr>
                <a:schemeClr val="bg1"/>
              </a:buClr>
              <a:buSzPct val="120000"/>
              <a:buFont typeface="+mj-lt"/>
              <a:buNone/>
              <a:defRPr sz="1800" b="0" i="0">
                <a:solidFill>
                  <a:schemeClr val="bg1">
                    <a:alpha val="80000"/>
                  </a:schemeClr>
                </a:solidFill>
                <a:latin typeface="Noir Pro" pitchFamily="2" charset="0"/>
              </a:defRPr>
            </a:lvl1pPr>
          </a:lstStyle>
          <a:p>
            <a:pPr lvl="0"/>
            <a:r>
              <a:rPr lang="nl-NL" dirty="0" err="1"/>
              <a:t>Insert</a:t>
            </a:r>
            <a:r>
              <a:rPr lang="nl-NL" dirty="0"/>
              <a:t> </a:t>
            </a:r>
            <a:r>
              <a:rPr lang="nl-NL" dirty="0" err="1"/>
              <a:t>section</a:t>
            </a:r>
            <a:r>
              <a:rPr lang="nl-NL" dirty="0"/>
              <a:t> </a:t>
            </a:r>
            <a:r>
              <a:rPr lang="nl-NL" dirty="0" err="1"/>
              <a:t>description</a:t>
            </a:r>
            <a:r>
              <a:rPr lang="nl-NL" dirty="0"/>
              <a:t> (</a:t>
            </a:r>
            <a:r>
              <a:rPr lang="nl-NL" dirty="0" err="1"/>
              <a:t>optional</a:t>
            </a:r>
            <a:r>
              <a:rPr lang="nl-NL" dirty="0"/>
              <a:t>)</a:t>
            </a:r>
            <a:endParaRPr lang="en-US" dirty="0"/>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4905632" y="1854709"/>
            <a:ext cx="6579458" cy="609398"/>
          </a:xfrm>
        </p:spPr>
        <p:txBody>
          <a:bodyPr lIns="216000" tIns="0" bIns="0" anchor="ctr"/>
          <a:lstStyle>
            <a:lvl1pPr>
              <a:lnSpc>
                <a:spcPct val="90000"/>
              </a:lnSpc>
              <a:defRPr sz="4400" b="1" i="0">
                <a:solidFill>
                  <a:schemeClr val="bg1"/>
                </a:solidFill>
                <a:latin typeface="Noir Pro Semi Bold" pitchFamily="2" charset="0"/>
              </a:defRPr>
            </a:lvl1pPr>
          </a:lstStyle>
          <a:p>
            <a:r>
              <a:rPr lang="nl-NL" dirty="0" err="1"/>
              <a:t>Insert</a:t>
            </a:r>
            <a:r>
              <a:rPr lang="nl-NL" dirty="0"/>
              <a:t> </a:t>
            </a:r>
            <a:r>
              <a:rPr lang="nl-NL" dirty="0" err="1"/>
              <a:t>section</a:t>
            </a:r>
            <a:r>
              <a:rPr lang="nl-NL" dirty="0"/>
              <a:t> </a:t>
            </a:r>
            <a:r>
              <a:rPr lang="nl-NL" dirty="0" err="1"/>
              <a:t>title</a:t>
            </a:r>
            <a:endParaRPr lang="en-US" dirty="0"/>
          </a:p>
        </p:txBody>
      </p:sp>
      <p:pic>
        <p:nvPicPr>
          <p:cNvPr id="10" name="Afbeelding 9">
            <a:extLst>
              <a:ext uri="{FF2B5EF4-FFF2-40B4-BE49-F238E27FC236}">
                <a16:creationId xmlns:a16="http://schemas.microsoft.com/office/drawing/2014/main" id="{30EF23CB-9D58-3CEF-CCF6-F8FE9FA94255}"/>
              </a:ext>
            </a:extLst>
          </p:cNvPr>
          <p:cNvPicPr>
            <a:picLocks noChangeAspect="1"/>
          </p:cNvPicPr>
          <p:nvPr userDrawn="1"/>
        </p:nvPicPr>
        <p:blipFill>
          <a:blip r:embed="rId4">
            <a:alphaModFix amt="25000"/>
          </a:blip>
          <a:srcRect/>
          <a:stretch>
            <a:fillRect/>
          </a:stretch>
        </p:blipFill>
        <p:spPr>
          <a:xfrm>
            <a:off x="154317" y="1421482"/>
            <a:ext cx="952500" cy="1993900"/>
          </a:xfrm>
          <a:custGeom>
            <a:avLst/>
            <a:gdLst>
              <a:gd name="connsiteX0" fmla="*/ 0 w 952500"/>
              <a:gd name="connsiteY0" fmla="*/ 0 h 1993900"/>
              <a:gd name="connsiteX1" fmla="*/ 952500 w 952500"/>
              <a:gd name="connsiteY1" fmla="*/ 0 h 1993900"/>
              <a:gd name="connsiteX2" fmla="*/ 952500 w 952500"/>
              <a:gd name="connsiteY2" fmla="*/ 1488727 h 1993900"/>
              <a:gd name="connsiteX3" fmla="*/ 815688 w 952500"/>
              <a:gd name="connsiteY3" fmla="*/ 1488727 h 1993900"/>
              <a:gd name="connsiteX4" fmla="*/ 815688 w 952500"/>
              <a:gd name="connsiteY4" fmla="*/ 1993900 h 1993900"/>
              <a:gd name="connsiteX5" fmla="*/ 0 w 952500"/>
              <a:gd name="connsiteY5" fmla="*/ 199390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993900">
                <a:moveTo>
                  <a:pt x="0" y="0"/>
                </a:moveTo>
                <a:lnTo>
                  <a:pt x="952500" y="0"/>
                </a:lnTo>
                <a:lnTo>
                  <a:pt x="952500" y="1488727"/>
                </a:lnTo>
                <a:lnTo>
                  <a:pt x="815688" y="1488727"/>
                </a:lnTo>
                <a:lnTo>
                  <a:pt x="815688" y="1993900"/>
                </a:lnTo>
                <a:lnTo>
                  <a:pt x="0" y="1993900"/>
                </a:lnTo>
                <a:close/>
              </a:path>
            </a:pathLst>
          </a:custGeom>
        </p:spPr>
      </p:pic>
      <p:pic>
        <p:nvPicPr>
          <p:cNvPr id="8" name="Afbeelding 7">
            <a:extLst>
              <a:ext uri="{FF2B5EF4-FFF2-40B4-BE49-F238E27FC236}">
                <a16:creationId xmlns:a16="http://schemas.microsoft.com/office/drawing/2014/main" id="{B46C1064-3CE1-21A2-671B-AF529075F6AE}"/>
              </a:ext>
            </a:extLst>
          </p:cNvPr>
          <p:cNvPicPr>
            <a:picLocks noChangeAspect="1"/>
          </p:cNvPicPr>
          <p:nvPr userDrawn="1"/>
        </p:nvPicPr>
        <p:blipFill>
          <a:blip r:embed="rId4">
            <a:alphaModFix amt="15000"/>
          </a:blip>
          <a:srcRect/>
          <a:stretch>
            <a:fillRect/>
          </a:stretch>
        </p:blipFill>
        <p:spPr>
          <a:xfrm rot="10800000" flipV="1">
            <a:off x="55464" y="3776257"/>
            <a:ext cx="952500" cy="1993900"/>
          </a:xfrm>
          <a:custGeom>
            <a:avLst/>
            <a:gdLst>
              <a:gd name="connsiteX0" fmla="*/ 952500 w 952500"/>
              <a:gd name="connsiteY0" fmla="*/ 0 h 1993900"/>
              <a:gd name="connsiteX1" fmla="*/ 0 w 952500"/>
              <a:gd name="connsiteY1" fmla="*/ 0 h 1993900"/>
              <a:gd name="connsiteX2" fmla="*/ 0 w 952500"/>
              <a:gd name="connsiteY2" fmla="*/ 1993900 h 1993900"/>
              <a:gd name="connsiteX3" fmla="*/ 853647 w 952500"/>
              <a:gd name="connsiteY3" fmla="*/ 1993900 h 1993900"/>
              <a:gd name="connsiteX4" fmla="*/ 853647 w 952500"/>
              <a:gd name="connsiteY4" fmla="*/ 956381 h 1993900"/>
              <a:gd name="connsiteX5" fmla="*/ 952500 w 952500"/>
              <a:gd name="connsiteY5" fmla="*/ 956381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993900">
                <a:moveTo>
                  <a:pt x="952500" y="0"/>
                </a:moveTo>
                <a:lnTo>
                  <a:pt x="0" y="0"/>
                </a:lnTo>
                <a:lnTo>
                  <a:pt x="0" y="1993900"/>
                </a:lnTo>
                <a:lnTo>
                  <a:pt x="853647" y="1993900"/>
                </a:lnTo>
                <a:lnTo>
                  <a:pt x="853647" y="956381"/>
                </a:lnTo>
                <a:lnTo>
                  <a:pt x="952500" y="956381"/>
                </a:lnTo>
                <a:close/>
              </a:path>
            </a:pathLst>
          </a:custGeom>
        </p:spPr>
      </p:pic>
      <p:sp>
        <p:nvSpPr>
          <p:cNvPr id="119" name="Rechthoek 118">
            <a:extLst>
              <a:ext uri="{FF2B5EF4-FFF2-40B4-BE49-F238E27FC236}">
                <a16:creationId xmlns:a16="http://schemas.microsoft.com/office/drawing/2014/main" id="{60C8B18E-D3BD-4F74-CBF6-F087C98DDB18}"/>
              </a:ext>
            </a:extLst>
          </p:cNvPr>
          <p:cNvSpPr/>
          <p:nvPr userDrawn="1"/>
        </p:nvSpPr>
        <p:spPr>
          <a:xfrm>
            <a:off x="111125" y="5732934"/>
            <a:ext cx="519442" cy="126742"/>
          </a:xfrm>
          <a:prstGeom prst="rect">
            <a:avLst/>
          </a:prstGeom>
          <a:gradFill>
            <a:gsLst>
              <a:gs pos="13000">
                <a:srgbClr val="0A2356"/>
              </a:gs>
              <a:gs pos="71000">
                <a:srgbClr val="0A2356">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pic>
        <p:nvPicPr>
          <p:cNvPr id="18" name="Graphic 17">
            <a:extLst>
              <a:ext uri="{FF2B5EF4-FFF2-40B4-BE49-F238E27FC236}">
                <a16:creationId xmlns:a16="http://schemas.microsoft.com/office/drawing/2014/main" id="{2DD97A54-367D-1DB6-6EEB-227747994E8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42109" y="3377887"/>
            <a:ext cx="2638288" cy="2346849"/>
          </a:xfrm>
          <a:prstGeom prst="rect">
            <a:avLst/>
          </a:prstGeom>
        </p:spPr>
      </p:pic>
    </p:spTree>
    <p:extLst>
      <p:ext uri="{BB962C8B-B14F-4D97-AF65-F5344CB8AC3E}">
        <p14:creationId xmlns:p14="http://schemas.microsoft.com/office/powerpoint/2010/main" val="2884765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3381798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5864400"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177600" y="1411200"/>
            <a:ext cx="5864400" cy="4842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990561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426594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4131265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spaciou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7" name="Tijdelijke aanduiding voor inhoud 6">
            <a:extLst>
              <a:ext uri="{FF2B5EF4-FFF2-40B4-BE49-F238E27FC236}">
                <a16:creationId xmlns:a16="http://schemas.microsoft.com/office/drawing/2014/main" id="{E5B70D0A-6B25-D122-63B1-F4D26DF1EDE3}"/>
              </a:ext>
            </a:extLst>
          </p:cNvPr>
          <p:cNvSpPr>
            <a:spLocks noGrp="1"/>
          </p:cNvSpPr>
          <p:nvPr>
            <p:ph sz="quarter" idx="22" hasCustomPrompt="1"/>
          </p:nvPr>
        </p:nvSpPr>
        <p:spPr>
          <a:xfrm>
            <a:off x="380010" y="1644733"/>
            <a:ext cx="3485408" cy="4352307"/>
          </a:xfrm>
          <a:prstGeom prst="roundRect">
            <a:avLst>
              <a:gd name="adj" fmla="val 3389"/>
            </a:avLst>
          </a:prstGeom>
          <a:solidFill>
            <a:schemeClr val="bg1"/>
          </a:solidFill>
          <a:effectLst>
            <a:outerShdw blurRad="292100" sx="102000" sy="102000" algn="ctr" rotWithShape="0">
              <a:prstClr val="black">
                <a:alpha val="13000"/>
              </a:prstClr>
            </a:outerShdw>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0" name="Tijdelijke aanduiding voor inhoud 9">
            <a:extLst>
              <a:ext uri="{FF2B5EF4-FFF2-40B4-BE49-F238E27FC236}">
                <a16:creationId xmlns:a16="http://schemas.microsoft.com/office/drawing/2014/main" id="{1CAAD66A-A11C-CB72-9834-C00EA7B90F9A}"/>
              </a:ext>
            </a:extLst>
          </p:cNvPr>
          <p:cNvSpPr>
            <a:spLocks noGrp="1"/>
          </p:cNvSpPr>
          <p:nvPr>
            <p:ph sz="quarter" idx="23" hasCustomPrompt="1"/>
          </p:nvPr>
        </p:nvSpPr>
        <p:spPr>
          <a:xfrm>
            <a:off x="4349165" y="1644733"/>
            <a:ext cx="3485408" cy="4352307"/>
          </a:xfrm>
          <a:prstGeom prst="roundRect">
            <a:avLst>
              <a:gd name="adj" fmla="val 3456"/>
            </a:avLst>
          </a:prstGeom>
          <a:solidFill>
            <a:schemeClr val="bg1"/>
          </a:solidFill>
          <a:effectLst>
            <a:outerShdw blurRad="292100" sx="102000" sy="102000" algn="ctr" rotWithShape="0">
              <a:prstClr val="black">
                <a:alpha val="13000"/>
              </a:prstClr>
            </a:outerShdw>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1" name="Tijdelijke aanduiding voor inhoud 10">
            <a:extLst>
              <a:ext uri="{FF2B5EF4-FFF2-40B4-BE49-F238E27FC236}">
                <a16:creationId xmlns:a16="http://schemas.microsoft.com/office/drawing/2014/main" id="{940C39F7-DAAA-DFC7-161F-DFDBF0B4AB9F}"/>
              </a:ext>
            </a:extLst>
          </p:cNvPr>
          <p:cNvSpPr>
            <a:spLocks noGrp="1"/>
          </p:cNvSpPr>
          <p:nvPr>
            <p:ph sz="quarter" idx="24" hasCustomPrompt="1"/>
          </p:nvPr>
        </p:nvSpPr>
        <p:spPr>
          <a:xfrm>
            <a:off x="8318320" y="1644733"/>
            <a:ext cx="3485408" cy="4352307"/>
          </a:xfrm>
          <a:prstGeom prst="roundRect">
            <a:avLst>
              <a:gd name="adj" fmla="val 3271"/>
            </a:avLst>
          </a:prstGeom>
          <a:solidFill>
            <a:schemeClr val="bg1"/>
          </a:solidFill>
          <a:effectLst>
            <a:outerShdw blurRad="292100" sx="102000" sy="102000" algn="ctr" rotWithShape="0">
              <a:prstClr val="black">
                <a:alpha val="13000"/>
              </a:prstClr>
            </a:outerShdw>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11922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orizontal image with three text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4324864"/>
            <a:ext cx="3884399" cy="1931473"/>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4324864"/>
            <a:ext cx="3884399" cy="1931473"/>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4324864"/>
            <a:ext cx="3884399" cy="1931473"/>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7" name="Tijdelijke aanduiding voor afbeelding 6">
            <a:extLst>
              <a:ext uri="{FF2B5EF4-FFF2-40B4-BE49-F238E27FC236}">
                <a16:creationId xmlns:a16="http://schemas.microsoft.com/office/drawing/2014/main" id="{39D17671-375B-F8EA-B52B-CEC6C09B566A}"/>
              </a:ext>
            </a:extLst>
          </p:cNvPr>
          <p:cNvSpPr>
            <a:spLocks noGrp="1"/>
          </p:cNvSpPr>
          <p:nvPr>
            <p:ph type="pic" sz="quarter" idx="27" hasCustomPrompt="1"/>
          </p:nvPr>
        </p:nvSpPr>
        <p:spPr>
          <a:xfrm>
            <a:off x="155575" y="1411200"/>
            <a:ext cx="11879263" cy="2755900"/>
          </a:xfrm>
        </p:spPr>
        <p:txBody>
          <a:bodyPr/>
          <a:lstStyle>
            <a:lvl1pPr marL="0" indent="0" algn="ctr">
              <a:buFont typeface="Arial" panose="020B0604020202020204" pitchFamily="34" charset="0"/>
              <a:buNone/>
              <a:defRPr/>
            </a:lvl1pPr>
          </a:lstStyle>
          <a:p>
            <a:br>
              <a:rPr lang="en-US"/>
            </a:br>
            <a:r>
              <a:rPr lang="en-US"/>
              <a:t>Insert an image. The inserted image will be cropped to this placeholder.</a:t>
            </a:r>
          </a:p>
        </p:txBody>
      </p:sp>
    </p:spTree>
    <p:extLst>
      <p:ext uri="{BB962C8B-B14F-4D97-AF65-F5344CB8AC3E}">
        <p14:creationId xmlns:p14="http://schemas.microsoft.com/office/powerpoint/2010/main" val="1807351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row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11880000" cy="2358276"/>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154799" y="3898062"/>
            <a:ext cx="11880000" cy="2358276"/>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051994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with description and text">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5473700"/>
            <a:ext cx="6578932" cy="782638"/>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7137400" y="1540934"/>
            <a:ext cx="4896000" cy="4715404"/>
          </a:xfrm>
        </p:spPr>
        <p:txBody>
          <a:bodyPr vert="horz" lIns="216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6578933" cy="3700139"/>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1001315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images with description">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4861368"/>
            <a:ext cx="5522420" cy="1394970"/>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288911" y="4861366"/>
            <a:ext cx="5522421" cy="1394971"/>
          </a:xfrm>
        </p:spPr>
        <p:txBody>
          <a:bodyPr vert="horz" lIns="216000" tIns="46800" rIns="0" bIns="46800" rtlCol="0" anchor="t">
            <a:noAutofit/>
          </a:bodyPr>
          <a:lstStyle>
            <a:lvl1pPr marL="0" indent="0" algn="l">
              <a:buNone/>
              <a:defRPr lang="en-US" sz="1600" b="0" i="0" dirty="0">
                <a:latin typeface="+mn-lt"/>
              </a:defRPr>
            </a:lvl1pPr>
          </a:lstStyle>
          <a:p>
            <a:pPr lvl="0"/>
            <a:r>
              <a:rPr lang="en-US" dirty="0"/>
              <a:t>Insert image description or content text</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11" name="Tijdelijke aanduiding voor afbeelding 10">
            <a:extLst>
              <a:ext uri="{FF2B5EF4-FFF2-40B4-BE49-F238E27FC236}">
                <a16:creationId xmlns:a16="http://schemas.microsoft.com/office/drawing/2014/main" id="{3278BC24-FF8A-184E-4F1C-1879F1DF8FB4}"/>
              </a:ext>
            </a:extLst>
          </p:cNvPr>
          <p:cNvSpPr>
            <a:spLocks noGrp="1"/>
          </p:cNvSpPr>
          <p:nvPr>
            <p:ph type="pic" sz="quarter" idx="23" hasCustomPrompt="1"/>
          </p:nvPr>
        </p:nvSpPr>
        <p:spPr>
          <a:xfrm>
            <a:off x="6288914"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3624384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3841200" y="1411200"/>
            <a:ext cx="8197200" cy="4842000"/>
          </a:xfrm>
        </p:spPr>
        <p:txBody>
          <a:bodyPr lIns="144000" tIns="468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7402BAE-74C3-47FF-26E5-85804D2479C9}"/>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voettekst 5">
            <a:extLst>
              <a:ext uri="{FF2B5EF4-FFF2-40B4-BE49-F238E27FC236}">
                <a16:creationId xmlns:a16="http://schemas.microsoft.com/office/drawing/2014/main" id="{64753EB1-39C2-2103-0BD7-A79D2E955EC3}"/>
              </a:ext>
            </a:extLst>
          </p:cNvPr>
          <p:cNvSpPr>
            <a:spLocks noGrp="1"/>
          </p:cNvSpPr>
          <p:nvPr>
            <p:ph type="ftr" sz="quarter" idx="19"/>
          </p:nvPr>
        </p:nvSpPr>
        <p:spPr>
          <a:xfrm>
            <a:off x="849600" y="6462000"/>
            <a:ext cx="1085851" cy="231923"/>
          </a:xfrm>
          <a:prstGeom prst="rect">
            <a:avLst/>
          </a:prstGeom>
        </p:spPr>
        <p:txBody>
          <a:bodyPr/>
          <a:lstStyle/>
          <a:p>
            <a:r>
              <a:rPr lang="nl-NL"/>
              <a:t>Confidential</a:t>
            </a:r>
          </a:p>
        </p:txBody>
      </p:sp>
      <p:sp>
        <p:nvSpPr>
          <p:cNvPr id="7" name="Tijdelijke aanduiding voor dianummer 6">
            <a:extLst>
              <a:ext uri="{FF2B5EF4-FFF2-40B4-BE49-F238E27FC236}">
                <a16:creationId xmlns:a16="http://schemas.microsoft.com/office/drawing/2014/main" id="{F2512AA9-D444-999E-DA43-12DD9D181E4C}"/>
              </a:ext>
            </a:extLst>
          </p:cNvPr>
          <p:cNvSpPr>
            <a:spLocks noGrp="1"/>
          </p:cNvSpPr>
          <p:nvPr>
            <p:ph type="sldNum" sz="quarter" idx="20"/>
          </p:nvPr>
        </p:nvSpPr>
        <p:spPr/>
        <p:txBody>
          <a:bodyPr/>
          <a:lstStyle/>
          <a:p>
            <a:fld id="{E242BD21-9B61-2246-BCB1-4BE5E1BEBE1C}" type="slidenum">
              <a:rPr lang="nl-NL" smtClean="0"/>
              <a:pPr/>
              <a:t>‹#›</a:t>
            </a:fld>
            <a:endParaRPr lang="nl-NL"/>
          </a:p>
        </p:txBody>
      </p:sp>
      <p:sp>
        <p:nvSpPr>
          <p:cNvPr id="11" name="Rechthoek 10">
            <a:extLst>
              <a:ext uri="{FF2B5EF4-FFF2-40B4-BE49-F238E27FC236}">
                <a16:creationId xmlns:a16="http://schemas.microsoft.com/office/drawing/2014/main" id="{43EF2BE2-8B2F-A0A7-A984-085D7AF64A1C}"/>
              </a:ext>
            </a:extLst>
          </p:cNvPr>
          <p:cNvSpPr/>
          <p:nvPr userDrawn="1"/>
        </p:nvSpPr>
        <p:spPr>
          <a:xfrm>
            <a:off x="0" y="1103086"/>
            <a:ext cx="3817257" cy="4862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ijdelijke aanduiding voor afbeelding 8">
            <a:extLst>
              <a:ext uri="{FF2B5EF4-FFF2-40B4-BE49-F238E27FC236}">
                <a16:creationId xmlns:a16="http://schemas.microsoft.com/office/drawing/2014/main" id="{6E6A480A-9A54-14B7-E249-59D9FB6D0704}"/>
              </a:ext>
            </a:extLst>
          </p:cNvPr>
          <p:cNvSpPr>
            <a:spLocks noGrp="1"/>
          </p:cNvSpPr>
          <p:nvPr>
            <p:ph type="pic" sz="quarter" idx="17" hasCustomPrompt="1"/>
          </p:nvPr>
        </p:nvSpPr>
        <p:spPr>
          <a:xfrm>
            <a:off x="154800" y="1275616"/>
            <a:ext cx="3539433" cy="4977584"/>
          </a:xfrm>
          <a:custGeom>
            <a:avLst/>
            <a:gdLst>
              <a:gd name="connsiteX0" fmla="*/ 0 w 3539433"/>
              <a:gd name="connsiteY0" fmla="*/ 0 h 4977584"/>
              <a:gd name="connsiteX1" fmla="*/ 89123 w 3539433"/>
              <a:gd name="connsiteY1" fmla="*/ 0 h 4977584"/>
              <a:gd name="connsiteX2" fmla="*/ 1389600 w 3539433"/>
              <a:gd name="connsiteY2" fmla="*/ 0 h 4977584"/>
              <a:gd name="connsiteX3" fmla="*/ 3450310 w 3539433"/>
              <a:gd name="connsiteY3" fmla="*/ 0 h 4977584"/>
              <a:gd name="connsiteX4" fmla="*/ 3539433 w 3539433"/>
              <a:gd name="connsiteY4" fmla="*/ 89123 h 4977584"/>
              <a:gd name="connsiteX5" fmla="*/ 3539433 w 3539433"/>
              <a:gd name="connsiteY5" fmla="*/ 4888461 h 4977584"/>
              <a:gd name="connsiteX6" fmla="*/ 3450310 w 3539433"/>
              <a:gd name="connsiteY6" fmla="*/ 4977584 h 4977584"/>
              <a:gd name="connsiteX7" fmla="*/ 1389600 w 3539433"/>
              <a:gd name="connsiteY7" fmla="*/ 4977584 h 4977584"/>
              <a:gd name="connsiteX8" fmla="*/ 89123 w 3539433"/>
              <a:gd name="connsiteY8" fmla="*/ 4977584 h 4977584"/>
              <a:gd name="connsiteX9" fmla="*/ 0 w 3539433"/>
              <a:gd name="connsiteY9" fmla="*/ 4977584 h 4977584"/>
              <a:gd name="connsiteX10" fmla="*/ 0 w 3539433"/>
              <a:gd name="connsiteY10" fmla="*/ 2630384 h 4977584"/>
              <a:gd name="connsiteX11" fmla="*/ 0 w 3539433"/>
              <a:gd name="connsiteY11" fmla="*/ 2347200 h 4977584"/>
              <a:gd name="connsiteX12" fmla="*/ 0 w 3539433"/>
              <a:gd name="connsiteY12" fmla="*/ 89123 h 4977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9433" h="4977584">
                <a:moveTo>
                  <a:pt x="0" y="0"/>
                </a:moveTo>
                <a:lnTo>
                  <a:pt x="89123" y="0"/>
                </a:lnTo>
                <a:lnTo>
                  <a:pt x="1389600" y="0"/>
                </a:lnTo>
                <a:lnTo>
                  <a:pt x="3450310" y="0"/>
                </a:lnTo>
                <a:cubicBezTo>
                  <a:pt x="3499531" y="0"/>
                  <a:pt x="3539433" y="39902"/>
                  <a:pt x="3539433" y="89123"/>
                </a:cubicBezTo>
                <a:lnTo>
                  <a:pt x="3539433" y="4888461"/>
                </a:lnTo>
                <a:cubicBezTo>
                  <a:pt x="3539433" y="4937682"/>
                  <a:pt x="3499531" y="4977584"/>
                  <a:pt x="3450310" y="4977584"/>
                </a:cubicBezTo>
                <a:lnTo>
                  <a:pt x="1389600" y="4977584"/>
                </a:lnTo>
                <a:lnTo>
                  <a:pt x="89123" y="4977584"/>
                </a:lnTo>
                <a:lnTo>
                  <a:pt x="0" y="4977584"/>
                </a:lnTo>
                <a:lnTo>
                  <a:pt x="0" y="2630384"/>
                </a:lnTo>
                <a:lnTo>
                  <a:pt x="0" y="2347200"/>
                </a:lnTo>
                <a:lnTo>
                  <a:pt x="0" y="89123"/>
                </a:lnTo>
                <a:close/>
              </a:path>
            </a:pathLst>
          </a:custGeom>
        </p:spPr>
        <p:txBody>
          <a:bodyPr wrap="square" anchor="ctr">
            <a:noAutofit/>
          </a:bodyPr>
          <a:lstStyle>
            <a:lvl1pPr marL="0" indent="0" algn="ctr">
              <a:lnSpc>
                <a:spcPct val="100000"/>
              </a:lnSpc>
              <a:buNone/>
              <a:defRPr sz="1400" b="0" i="0">
                <a:solidFill>
                  <a:schemeClr val="tx1">
                    <a:lumMod val="50000"/>
                    <a:lumOff val="50000"/>
                  </a:schemeClr>
                </a:solidFill>
              </a:defRPr>
            </a:lvl1pPr>
          </a:lstStyle>
          <a:p>
            <a:r>
              <a:rPr lang="en-US"/>
              <a:t>Click the icon to add a picture. The picture will be cropped to the placeholder shape.</a:t>
            </a:r>
          </a:p>
          <a:p>
            <a:endParaRPr lang="en-US"/>
          </a:p>
          <a:p>
            <a:endParaRPr lang="en-US"/>
          </a:p>
          <a:p>
            <a:endParaRPr lang="en-US"/>
          </a:p>
          <a:p>
            <a:endParaRPr lang="en-US"/>
          </a:p>
          <a:p>
            <a:endParaRPr lang="en-US"/>
          </a:p>
          <a:p>
            <a:r>
              <a:rPr lang="en-US"/>
              <a:t> </a:t>
            </a:r>
          </a:p>
        </p:txBody>
      </p:sp>
    </p:spTree>
    <p:extLst>
      <p:ext uri="{BB962C8B-B14F-4D97-AF65-F5344CB8AC3E}">
        <p14:creationId xmlns:p14="http://schemas.microsoft.com/office/powerpoint/2010/main" val="6117839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blocks">
    <p:spTree>
      <p:nvGrpSpPr>
        <p:cNvPr id="1" name=""/>
        <p:cNvGrpSpPr/>
        <p:nvPr/>
      </p:nvGrpSpPr>
      <p:grpSpPr>
        <a:xfrm>
          <a:off x="0" y="0"/>
          <a:ext cx="0" cy="0"/>
          <a:chOff x="0" y="0"/>
          <a:chExt cx="0" cy="0"/>
        </a:xfrm>
      </p:grpSpPr>
      <p:grpSp>
        <p:nvGrpSpPr>
          <p:cNvPr id="100" name="Group 99">
            <a:extLst>
              <a:ext uri="{FF2B5EF4-FFF2-40B4-BE49-F238E27FC236}">
                <a16:creationId xmlns:a16="http://schemas.microsoft.com/office/drawing/2014/main" id="{77D5684E-5501-A3B9-EAD4-66768110BFFD}"/>
              </a:ext>
            </a:extLst>
          </p:cNvPr>
          <p:cNvGrpSpPr/>
          <p:nvPr userDrawn="1"/>
        </p:nvGrpSpPr>
        <p:grpSpPr>
          <a:xfrm flipV="1">
            <a:off x="8801158" y="2844042"/>
            <a:ext cx="1218978" cy="1981838"/>
            <a:chOff x="2276371" y="2725684"/>
            <a:chExt cx="1218978" cy="1981838"/>
          </a:xfrm>
        </p:grpSpPr>
        <p:sp>
          <p:nvSpPr>
            <p:cNvPr id="101" name="Arc 100">
              <a:extLst>
                <a:ext uri="{FF2B5EF4-FFF2-40B4-BE49-F238E27FC236}">
                  <a16:creationId xmlns:a16="http://schemas.microsoft.com/office/drawing/2014/main" id="{E5ADA783-7CEC-6F06-3A64-E66D19EAF987}"/>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4247DFE5-12BF-BDAC-F651-9D18BBCB3CAD}"/>
                </a:ext>
              </a:extLst>
            </p:cNvPr>
            <p:cNvCxnSpPr>
              <a:cxnSpLocks/>
              <a:endCxn id="101"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417D8B6-98B1-116D-9327-16915022800E}"/>
                </a:ext>
              </a:extLst>
            </p:cNvPr>
            <p:cNvCxnSpPr>
              <a:cxnSpLocks/>
              <a:stCxn id="101"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104" name="Arc 103">
              <a:extLst>
                <a:ext uri="{FF2B5EF4-FFF2-40B4-BE49-F238E27FC236}">
                  <a16:creationId xmlns:a16="http://schemas.microsoft.com/office/drawing/2014/main" id="{D88DCE86-6CB3-DC20-F3B9-15E81F8493DC}"/>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D010A37-AC91-BE50-6162-5E0A798C88B1}"/>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4390776" y="2844042"/>
            <a:ext cx="1218978" cy="1981838"/>
            <a:chOff x="2276371" y="2725684"/>
            <a:chExt cx="121897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6578743" y="2844042"/>
            <a:ext cx="1218978" cy="1981838"/>
            <a:chOff x="2276371" y="2725684"/>
            <a:chExt cx="1218978"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168098" y="2844042"/>
            <a:ext cx="1218978" cy="1981838"/>
            <a:chOff x="2276371" y="2725684"/>
            <a:chExt cx="1218978"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274405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270470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7151789"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077029"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5283200"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748937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695543"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496558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492914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8" name="Oval 37">
            <a:extLst>
              <a:ext uri="{FF2B5EF4-FFF2-40B4-BE49-F238E27FC236}">
                <a16:creationId xmlns:a16="http://schemas.microsoft.com/office/drawing/2014/main" id="{B80569E7-0092-2448-EFF5-24105687D197}"/>
              </a:ext>
            </a:extLst>
          </p:cNvPr>
          <p:cNvSpPr/>
          <p:nvPr userDrawn="1"/>
        </p:nvSpPr>
        <p:spPr>
          <a:xfrm>
            <a:off x="9385737"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9" name="Oval 38">
            <a:extLst>
              <a:ext uri="{FF2B5EF4-FFF2-40B4-BE49-F238E27FC236}">
                <a16:creationId xmlns:a16="http://schemas.microsoft.com/office/drawing/2014/main" id="{EF7395FC-AF46-692C-B96C-2622A03AF050}"/>
              </a:ext>
            </a:extLst>
          </p:cNvPr>
          <p:cNvSpPr/>
          <p:nvPr userDrawn="1"/>
        </p:nvSpPr>
        <p:spPr>
          <a:xfrm>
            <a:off x="9374021"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0" name="Oval 39">
            <a:extLst>
              <a:ext uri="{FF2B5EF4-FFF2-40B4-BE49-F238E27FC236}">
                <a16:creationId xmlns:a16="http://schemas.microsoft.com/office/drawing/2014/main" id="{DAF55B6C-F7EF-739A-D823-6A04A08172A1}"/>
              </a:ext>
            </a:extLst>
          </p:cNvPr>
          <p:cNvSpPr/>
          <p:nvPr userDrawn="1"/>
        </p:nvSpPr>
        <p:spPr>
          <a:xfrm>
            <a:off x="9356553"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149805"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5361375"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7565158"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149805"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4" name="Text Placeholder 40">
            <a:extLst>
              <a:ext uri="{FF2B5EF4-FFF2-40B4-BE49-F238E27FC236}">
                <a16:creationId xmlns:a16="http://schemas.microsoft.com/office/drawing/2014/main" id="{4DDE102C-0FF4-211F-C9E5-84EE6C4C7303}"/>
              </a:ext>
            </a:extLst>
          </p:cNvPr>
          <p:cNvSpPr>
            <a:spLocks noGrp="1"/>
          </p:cNvSpPr>
          <p:nvPr>
            <p:ph type="body" sz="quarter" idx="32" hasCustomPrompt="1"/>
          </p:nvPr>
        </p:nvSpPr>
        <p:spPr>
          <a:xfrm>
            <a:off x="9776728" y="3705313"/>
            <a:ext cx="1468772" cy="1986771"/>
          </a:xfrm>
          <a:noFill/>
        </p:spPr>
        <p:txBody>
          <a:bodyPr wrap="square" lIns="36000" rIns="0" bIns="0" rtlCol="0" anchor="t">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536137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7565158"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9" name="Content Placeholder 4">
            <a:extLst>
              <a:ext uri="{FF2B5EF4-FFF2-40B4-BE49-F238E27FC236}">
                <a16:creationId xmlns:a16="http://schemas.microsoft.com/office/drawing/2014/main" id="{7F1008AB-F209-275B-629D-4AF00EC8E079}"/>
              </a:ext>
            </a:extLst>
          </p:cNvPr>
          <p:cNvSpPr>
            <a:spLocks noGrp="1"/>
          </p:cNvSpPr>
          <p:nvPr>
            <p:ph sz="quarter" idx="35" hasCustomPrompt="1"/>
          </p:nvPr>
        </p:nvSpPr>
        <p:spPr>
          <a:xfrm>
            <a:off x="9776728"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3" name="Tijdelijke aanduiding voor tekst 12">
            <a:extLst>
              <a:ext uri="{FF2B5EF4-FFF2-40B4-BE49-F238E27FC236}">
                <a16:creationId xmlns:a16="http://schemas.microsoft.com/office/drawing/2014/main" id="{0ECF876C-5868-265B-CE50-852DD046E88B}"/>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15" name="Tijdelijke aanduiding voor tekst 12">
            <a:extLst>
              <a:ext uri="{FF2B5EF4-FFF2-40B4-BE49-F238E27FC236}">
                <a16:creationId xmlns:a16="http://schemas.microsoft.com/office/drawing/2014/main" id="{2C5EBCB8-9B8B-E3B6-1AFE-1A5EC9C6C608}"/>
              </a:ext>
            </a:extLst>
          </p:cNvPr>
          <p:cNvSpPr>
            <a:spLocks noGrp="1"/>
          </p:cNvSpPr>
          <p:nvPr>
            <p:ph type="body" sz="quarter" idx="42" hasCustomPrompt="1"/>
          </p:nvPr>
        </p:nvSpPr>
        <p:spPr>
          <a:xfrm>
            <a:off x="314572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2" name="Tijdelijke aanduiding voor tekst 12">
            <a:extLst>
              <a:ext uri="{FF2B5EF4-FFF2-40B4-BE49-F238E27FC236}">
                <a16:creationId xmlns:a16="http://schemas.microsoft.com/office/drawing/2014/main" id="{E47BEE7B-7D0F-DD43-825C-3CD93DB0D651}"/>
              </a:ext>
            </a:extLst>
          </p:cNvPr>
          <p:cNvSpPr>
            <a:spLocks noGrp="1"/>
          </p:cNvSpPr>
          <p:nvPr>
            <p:ph type="body" sz="quarter" idx="43" hasCustomPrompt="1"/>
          </p:nvPr>
        </p:nvSpPr>
        <p:spPr>
          <a:xfrm>
            <a:off x="5363805"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4" name="Tijdelijke aanduiding voor tekst 12">
            <a:extLst>
              <a:ext uri="{FF2B5EF4-FFF2-40B4-BE49-F238E27FC236}">
                <a16:creationId xmlns:a16="http://schemas.microsoft.com/office/drawing/2014/main" id="{875F2A78-8D2A-DF58-0B78-CF29787C1C0C}"/>
              </a:ext>
            </a:extLst>
          </p:cNvPr>
          <p:cNvSpPr>
            <a:spLocks noGrp="1"/>
          </p:cNvSpPr>
          <p:nvPr>
            <p:ph type="body" sz="quarter" idx="44" hasCustomPrompt="1"/>
          </p:nvPr>
        </p:nvSpPr>
        <p:spPr>
          <a:xfrm>
            <a:off x="7565158"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6" name="Tijdelijke aanduiding voor tekst 12">
            <a:extLst>
              <a:ext uri="{FF2B5EF4-FFF2-40B4-BE49-F238E27FC236}">
                <a16:creationId xmlns:a16="http://schemas.microsoft.com/office/drawing/2014/main" id="{FD43409F-6B9F-4BC2-4F1D-5CB63A2E1CBC}"/>
              </a:ext>
            </a:extLst>
          </p:cNvPr>
          <p:cNvSpPr>
            <a:spLocks noGrp="1"/>
          </p:cNvSpPr>
          <p:nvPr>
            <p:ph type="body" sz="quarter" idx="45" hasCustomPrompt="1"/>
          </p:nvPr>
        </p:nvSpPr>
        <p:spPr>
          <a:xfrm>
            <a:off x="9772650"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853028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5081551" y="2844042"/>
            <a:ext cx="1747470" cy="1981838"/>
            <a:chOff x="1872611" y="2725684"/>
            <a:chExt cx="1747470"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872611" y="2725684"/>
              <a:ext cx="91958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644783"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8180739" y="2844042"/>
            <a:ext cx="1720907" cy="1981838"/>
            <a:chOff x="2029569" y="2725684"/>
            <a:chExt cx="1720907"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029569" y="2725684"/>
              <a:ext cx="76262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77517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240629" y="2844042"/>
            <a:ext cx="1856721" cy="1981838"/>
            <a:chOff x="1978486" y="2725684"/>
            <a:chExt cx="185672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978486" y="2725684"/>
              <a:ext cx="81371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85990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311337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07402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9001531"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812420"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675398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9695543"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89012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6833099"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9772189"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890129"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6833099"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977218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2" name="Oval 11">
            <a:extLst>
              <a:ext uri="{FF2B5EF4-FFF2-40B4-BE49-F238E27FC236}">
                <a16:creationId xmlns:a16="http://schemas.microsoft.com/office/drawing/2014/main" id="{1B943A2C-7940-A7F9-9651-0B1C185E6240}"/>
              </a:ext>
            </a:extLst>
          </p:cNvPr>
          <p:cNvSpPr/>
          <p:nvPr userDrawn="1"/>
        </p:nvSpPr>
        <p:spPr>
          <a:xfrm>
            <a:off x="6076526"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Oval 12">
            <a:extLst>
              <a:ext uri="{FF2B5EF4-FFF2-40B4-BE49-F238E27FC236}">
                <a16:creationId xmlns:a16="http://schemas.microsoft.com/office/drawing/2014/main" id="{56649D49-AF5A-CE13-2D52-35F23D2033F0}"/>
              </a:ext>
            </a:extLst>
          </p:cNvPr>
          <p:cNvSpPr/>
          <p:nvPr userDrawn="1"/>
        </p:nvSpPr>
        <p:spPr>
          <a:xfrm>
            <a:off x="6064810"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Oval 13">
            <a:extLst>
              <a:ext uri="{FF2B5EF4-FFF2-40B4-BE49-F238E27FC236}">
                <a16:creationId xmlns:a16="http://schemas.microsoft.com/office/drawing/2014/main" id="{F5F77568-02A4-5403-F949-7E604A41346F}"/>
              </a:ext>
            </a:extLst>
          </p:cNvPr>
          <p:cNvSpPr/>
          <p:nvPr userDrawn="1"/>
        </p:nvSpPr>
        <p:spPr>
          <a:xfrm>
            <a:off x="6047342"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Tijdelijke aanduiding voor tekst 12">
            <a:extLst>
              <a:ext uri="{FF2B5EF4-FFF2-40B4-BE49-F238E27FC236}">
                <a16:creationId xmlns:a16="http://schemas.microsoft.com/office/drawing/2014/main" id="{71574408-55C5-B8DE-2ABA-ABAB0FA0012E}"/>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F5908121-D435-CC66-491A-8E6688DC5D43}"/>
              </a:ext>
            </a:extLst>
          </p:cNvPr>
          <p:cNvSpPr>
            <a:spLocks noGrp="1"/>
          </p:cNvSpPr>
          <p:nvPr>
            <p:ph type="body" sz="quarter" idx="42" hasCustomPrompt="1"/>
          </p:nvPr>
        </p:nvSpPr>
        <p:spPr>
          <a:xfrm>
            <a:off x="388605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947ED0DE-17DD-F6B4-D2E2-B6622C021A19}"/>
              </a:ext>
            </a:extLst>
          </p:cNvPr>
          <p:cNvSpPr>
            <a:spLocks noGrp="1"/>
          </p:cNvSpPr>
          <p:nvPr>
            <p:ph type="body" sz="quarter" idx="43" hasCustomPrompt="1"/>
          </p:nvPr>
        </p:nvSpPr>
        <p:spPr>
          <a:xfrm>
            <a:off x="6829021"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9" name="Tijdelijke aanduiding voor tekst 12">
            <a:extLst>
              <a:ext uri="{FF2B5EF4-FFF2-40B4-BE49-F238E27FC236}">
                <a16:creationId xmlns:a16="http://schemas.microsoft.com/office/drawing/2014/main" id="{1FB5E721-FD4D-844F-338C-5700E45205BA}"/>
              </a:ext>
            </a:extLst>
          </p:cNvPr>
          <p:cNvSpPr>
            <a:spLocks noGrp="1"/>
          </p:cNvSpPr>
          <p:nvPr>
            <p:ph type="body" sz="quarter" idx="44" hasCustomPrompt="1"/>
          </p:nvPr>
        </p:nvSpPr>
        <p:spPr>
          <a:xfrm>
            <a:off x="976811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18866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6673026" y="2844042"/>
            <a:ext cx="3127108" cy="1981838"/>
            <a:chOff x="1429061" y="2725684"/>
            <a:chExt cx="312710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429061" y="2725684"/>
              <a:ext cx="136313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15808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575676" y="2844042"/>
            <a:ext cx="3252751" cy="1981838"/>
            <a:chOff x="1395618" y="2725684"/>
            <a:chExt cx="325275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395618" y="2725684"/>
              <a:ext cx="139657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16730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4032387"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993032"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1190339"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528320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37606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809514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805870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270094"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5361614"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9453132"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381600"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4473118" y="1991731"/>
            <a:ext cx="3245764" cy="1922340"/>
          </a:xfrm>
          <a:noFill/>
        </p:spPr>
        <p:txBody>
          <a:bodyPr wrap="square" lIns="0" rIns="0" bIns="0" rtlCol="0" anchor="b">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8564636"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1266016"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535753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1DFA58BC-375C-5035-6C88-846DEC183955}"/>
              </a:ext>
            </a:extLst>
          </p:cNvPr>
          <p:cNvSpPr>
            <a:spLocks noGrp="1"/>
          </p:cNvSpPr>
          <p:nvPr>
            <p:ph type="body" sz="quarter" idx="43" hasCustomPrompt="1"/>
          </p:nvPr>
        </p:nvSpPr>
        <p:spPr>
          <a:xfrm>
            <a:off x="9449054"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647519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block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381600" y="1658296"/>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6318947" y="1652072"/>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61355" y="2217940"/>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6397360" y="2210611"/>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2081535" y="1710767"/>
            <a:ext cx="3791518" cy="4412447"/>
          </a:xfrm>
          <a:noFill/>
        </p:spPr>
        <p:txBody>
          <a:bodyPr wrap="square" lIns="125999" rIns="0" bIns="0" rtlCol="0">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8018882" y="1715801"/>
            <a:ext cx="3791518" cy="4269351"/>
          </a:xfrm>
          <a:noFill/>
        </p:spPr>
        <p:txBody>
          <a:bodyPr wrap="square" lIns="125999" rIns="0" bIns="0" rtlCol="0" anchor="t">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457277" y="172910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6393282" y="1715802"/>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3425085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commendati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1CEBE7-B52C-9140-A467-08CD0B43DF99}"/>
              </a:ext>
            </a:extLst>
          </p:cNvPr>
          <p:cNvSpPr>
            <a:spLocks noGrp="1"/>
          </p:cNvSpPr>
          <p:nvPr>
            <p:ph type="body" sz="quarter" idx="26" hasCustomPrompt="1"/>
          </p:nvPr>
        </p:nvSpPr>
        <p:spPr>
          <a:xfrm>
            <a:off x="381600" y="1641474"/>
            <a:ext cx="2615781" cy="977110"/>
          </a:xfrm>
          <a:prstGeom prst="roundRect">
            <a:avLst>
              <a:gd name="adj" fmla="val 3283"/>
            </a:avLst>
          </a:prstGeom>
          <a:gradFill>
            <a:gsLst>
              <a:gs pos="0">
                <a:srgbClr val="1864FF">
                  <a:alpha val="40000"/>
                </a:srgbClr>
              </a:gs>
              <a:gs pos="30000">
                <a:srgbClr val="1864FF">
                  <a:alpha val="20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marL="185738" indent="-185738">
              <a:lnSpc>
                <a:spcPct val="100000"/>
              </a:lnSpc>
              <a:buClr>
                <a:srgbClr val="1764FF"/>
              </a:buClr>
              <a:tabLst/>
              <a:defRPr lang="en-US" sz="1400" dirty="0">
                <a:solidFill>
                  <a:schemeClr val="tx1"/>
                </a:solidFill>
              </a:defRPr>
            </a:lvl1pPr>
          </a:lstStyle>
          <a:p>
            <a:pPr marL="285750" lvl="0" indent="-285750"/>
            <a:r>
              <a:rPr lang="en-US" dirty="0"/>
              <a:t>Insert recommendations</a:t>
            </a:r>
          </a:p>
        </p:txBody>
      </p:sp>
      <p:sp>
        <p:nvSpPr>
          <p:cNvPr id="6" name="Text Placeholder 5">
            <a:extLst>
              <a:ext uri="{FF2B5EF4-FFF2-40B4-BE49-F238E27FC236}">
                <a16:creationId xmlns:a16="http://schemas.microsoft.com/office/drawing/2014/main" id="{FF76378E-55D1-2F47-B6DF-5B5DAA1F7D10}"/>
              </a:ext>
            </a:extLst>
          </p:cNvPr>
          <p:cNvSpPr>
            <a:spLocks noGrp="1"/>
          </p:cNvSpPr>
          <p:nvPr>
            <p:ph type="body" sz="quarter" idx="30" hasCustomPrompt="1"/>
          </p:nvPr>
        </p:nvSpPr>
        <p:spPr>
          <a:xfrm>
            <a:off x="536034" y="1797926"/>
            <a:ext cx="2306912" cy="320292"/>
          </a:xfrm>
          <a:prstGeom prst="roundRect">
            <a:avLst/>
          </a:prstGeom>
          <a:solidFill>
            <a:srgbClr val="1864FF"/>
          </a:soli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FFFFFF"/>
                </a:solidFill>
                <a:latin typeface="Noir Pro Medium" pitchFamily="2" charset="0"/>
              </a:defRPr>
            </a:lvl1pPr>
          </a:lstStyle>
          <a:p>
            <a:pPr lvl="0"/>
            <a:r>
              <a:rPr lang="en-US" dirty="0"/>
              <a:t>Category (e.g. “Continuous”)</a:t>
            </a:r>
          </a:p>
        </p:txBody>
      </p:sp>
      <p:sp>
        <p:nvSpPr>
          <p:cNvPr id="42" name="Text Placeholder 2">
            <a:extLst>
              <a:ext uri="{FF2B5EF4-FFF2-40B4-BE49-F238E27FC236}">
                <a16:creationId xmlns:a16="http://schemas.microsoft.com/office/drawing/2014/main" id="{036FAA5D-52AA-F340-B536-4A266D8133AB}"/>
              </a:ext>
            </a:extLst>
          </p:cNvPr>
          <p:cNvSpPr>
            <a:spLocks noGrp="1"/>
          </p:cNvSpPr>
          <p:nvPr>
            <p:ph type="body" sz="quarter" idx="31" hasCustomPrompt="1"/>
          </p:nvPr>
        </p:nvSpPr>
        <p:spPr>
          <a:xfrm>
            <a:off x="3319273" y="1641474"/>
            <a:ext cx="2615781" cy="977110"/>
          </a:xfrm>
          <a:prstGeom prst="roundRect">
            <a:avLst>
              <a:gd name="adj" fmla="val 3283"/>
            </a:avLst>
          </a:prstGeom>
          <a:solidFill>
            <a:schemeClr val="bg1"/>
          </a:solidFill>
          <a:ln>
            <a:noFill/>
          </a:ln>
          <a:effectLst>
            <a:outerShdw blurRad="2286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lnSpc>
                <a:spcPct val="100000"/>
              </a:lnSpc>
              <a:buClr>
                <a:schemeClr val="bg1">
                  <a:lumMod val="65000"/>
                </a:schemeClr>
              </a:buClr>
              <a:defRPr lang="en-US" sz="1400" dirty="0">
                <a:solidFill>
                  <a:srgbClr val="000000"/>
                </a:solidFill>
              </a:defRPr>
            </a:lvl1pPr>
          </a:lstStyle>
          <a:p>
            <a:pPr marL="285750" lvl="0" indent="-285750"/>
            <a:r>
              <a:rPr lang="en-US" dirty="0"/>
              <a:t>Insert recommendations</a:t>
            </a:r>
          </a:p>
        </p:txBody>
      </p:sp>
      <p:sp>
        <p:nvSpPr>
          <p:cNvPr id="43" name="Text Placeholder 5">
            <a:extLst>
              <a:ext uri="{FF2B5EF4-FFF2-40B4-BE49-F238E27FC236}">
                <a16:creationId xmlns:a16="http://schemas.microsoft.com/office/drawing/2014/main" id="{BA8AC742-76A2-7D49-A610-B2D848237738}"/>
              </a:ext>
            </a:extLst>
          </p:cNvPr>
          <p:cNvSpPr>
            <a:spLocks noGrp="1"/>
          </p:cNvSpPr>
          <p:nvPr>
            <p:ph type="body" sz="quarter" idx="32" hasCustomPrompt="1"/>
          </p:nvPr>
        </p:nvSpPr>
        <p:spPr>
          <a:xfrm>
            <a:off x="3473707"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“Start now”)</a:t>
            </a:r>
          </a:p>
        </p:txBody>
      </p:sp>
      <p:sp>
        <p:nvSpPr>
          <p:cNvPr id="44" name="Text Placeholder 2">
            <a:extLst>
              <a:ext uri="{FF2B5EF4-FFF2-40B4-BE49-F238E27FC236}">
                <a16:creationId xmlns:a16="http://schemas.microsoft.com/office/drawing/2014/main" id="{70E27DA8-2B5F-5245-892C-C815639ECE8C}"/>
              </a:ext>
            </a:extLst>
          </p:cNvPr>
          <p:cNvSpPr>
            <a:spLocks noGrp="1"/>
          </p:cNvSpPr>
          <p:nvPr>
            <p:ph type="body" sz="quarter" idx="33" hasCustomPrompt="1"/>
          </p:nvPr>
        </p:nvSpPr>
        <p:spPr>
          <a:xfrm>
            <a:off x="6256946" y="1641474"/>
            <a:ext cx="2615781" cy="977110"/>
          </a:xfrm>
          <a:prstGeom prst="roundRect">
            <a:avLst>
              <a:gd name="adj" fmla="val 3283"/>
            </a:avLst>
          </a:prstGeom>
          <a:solidFill>
            <a:schemeClr val="bg1"/>
          </a:solidFill>
          <a:ln>
            <a:noFill/>
          </a:ln>
          <a:effectLst>
            <a:outerShdw blurRad="2286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lnSpc>
                <a:spcPct val="100000"/>
              </a:lnSpc>
              <a:buClr>
                <a:schemeClr val="bg1">
                  <a:lumMod val="65000"/>
                </a:schemeClr>
              </a:buClr>
              <a:defRPr lang="en-US" sz="1400" dirty="0">
                <a:solidFill>
                  <a:srgbClr val="000000"/>
                </a:solidFill>
              </a:defRPr>
            </a:lvl1pPr>
          </a:lstStyle>
          <a:p>
            <a:pPr marL="285750" lvl="0" indent="-285750"/>
            <a:r>
              <a:rPr lang="en-US" dirty="0"/>
              <a:t>Insert recommendations</a:t>
            </a:r>
          </a:p>
        </p:txBody>
      </p:sp>
      <p:sp>
        <p:nvSpPr>
          <p:cNvPr id="45" name="Text Placeholder 5">
            <a:extLst>
              <a:ext uri="{FF2B5EF4-FFF2-40B4-BE49-F238E27FC236}">
                <a16:creationId xmlns:a16="http://schemas.microsoft.com/office/drawing/2014/main" id="{C58A5155-7003-364C-AB1F-7635E0445B5B}"/>
              </a:ext>
            </a:extLst>
          </p:cNvPr>
          <p:cNvSpPr>
            <a:spLocks noGrp="1"/>
          </p:cNvSpPr>
          <p:nvPr>
            <p:ph type="body" sz="quarter" idx="34" hasCustomPrompt="1"/>
          </p:nvPr>
        </p:nvSpPr>
        <p:spPr>
          <a:xfrm>
            <a:off x="6411380"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“In 6 months”)</a:t>
            </a:r>
          </a:p>
        </p:txBody>
      </p:sp>
      <p:sp>
        <p:nvSpPr>
          <p:cNvPr id="46" name="Text Placeholder 2">
            <a:extLst>
              <a:ext uri="{FF2B5EF4-FFF2-40B4-BE49-F238E27FC236}">
                <a16:creationId xmlns:a16="http://schemas.microsoft.com/office/drawing/2014/main" id="{9F987089-40FA-EA45-964C-0F32CB5870D2}"/>
              </a:ext>
            </a:extLst>
          </p:cNvPr>
          <p:cNvSpPr>
            <a:spLocks noGrp="1"/>
          </p:cNvSpPr>
          <p:nvPr>
            <p:ph type="body" sz="quarter" idx="35" hasCustomPrompt="1"/>
          </p:nvPr>
        </p:nvSpPr>
        <p:spPr>
          <a:xfrm>
            <a:off x="9194619" y="1641474"/>
            <a:ext cx="2615781" cy="977110"/>
          </a:xfrm>
          <a:prstGeom prst="roundRect">
            <a:avLst>
              <a:gd name="adj" fmla="val 3283"/>
            </a:avLst>
          </a:prstGeom>
          <a:solidFill>
            <a:schemeClr val="bg1"/>
          </a:solidFill>
          <a:ln>
            <a:noFill/>
          </a:ln>
          <a:effectLst>
            <a:outerShdw blurRad="2286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lnSpc>
                <a:spcPct val="100000"/>
              </a:lnSpc>
              <a:buClr>
                <a:schemeClr val="bg1">
                  <a:lumMod val="65000"/>
                </a:schemeClr>
              </a:buClr>
              <a:defRPr lang="en-US" sz="1400" dirty="0">
                <a:solidFill>
                  <a:srgbClr val="000000"/>
                </a:solidFill>
              </a:defRPr>
            </a:lvl1pPr>
          </a:lstStyle>
          <a:p>
            <a:pPr marL="285750" lvl="0" indent="-285750"/>
            <a:r>
              <a:rPr lang="en-US" dirty="0"/>
              <a:t>Insert recommendations</a:t>
            </a:r>
          </a:p>
        </p:txBody>
      </p:sp>
      <p:sp>
        <p:nvSpPr>
          <p:cNvPr id="47" name="Text Placeholder 5">
            <a:extLst>
              <a:ext uri="{FF2B5EF4-FFF2-40B4-BE49-F238E27FC236}">
                <a16:creationId xmlns:a16="http://schemas.microsoft.com/office/drawing/2014/main" id="{B1D7A30C-B11F-4D42-9FFF-925CBD1076E2}"/>
              </a:ext>
            </a:extLst>
          </p:cNvPr>
          <p:cNvSpPr>
            <a:spLocks noGrp="1"/>
          </p:cNvSpPr>
          <p:nvPr>
            <p:ph type="body" sz="quarter" idx="36" hasCustomPrompt="1"/>
          </p:nvPr>
        </p:nvSpPr>
        <p:spPr>
          <a:xfrm>
            <a:off x="9349053"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“Continue”)</a:t>
            </a:r>
          </a:p>
        </p:txBody>
      </p:sp>
      <p:sp>
        <p:nvSpPr>
          <p:cNvPr id="2" name="Titel 1">
            <a:extLst>
              <a:ext uri="{FF2B5EF4-FFF2-40B4-BE49-F238E27FC236}">
                <a16:creationId xmlns:a16="http://schemas.microsoft.com/office/drawing/2014/main" id="{3BB94BC7-5E87-B222-4026-C592561D54CE}"/>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0F41211C-20AE-A9F4-5BE9-6490A0E56EC6}"/>
              </a:ext>
            </a:extLst>
          </p:cNvPr>
          <p:cNvSpPr>
            <a:spLocks noGrp="1"/>
          </p:cNvSpPr>
          <p:nvPr>
            <p:ph type="ftr" sz="quarter" idx="37"/>
          </p:nvPr>
        </p:nvSpPr>
        <p:spPr>
          <a:xfrm>
            <a:off x="849600" y="6462000"/>
            <a:ext cx="1085851" cy="231923"/>
          </a:xfrm>
          <a:prstGeom prst="rect">
            <a:avLst/>
          </a:prstGeom>
        </p:spPr>
        <p:txBody>
          <a:bodyPr/>
          <a:lstStyle/>
          <a:p>
            <a:r>
              <a:rPr lang="nl-NL"/>
              <a:t>Confidential</a:t>
            </a:r>
          </a:p>
        </p:txBody>
      </p:sp>
      <p:sp>
        <p:nvSpPr>
          <p:cNvPr id="5" name="Tijdelijke aanduiding voor dianummer 4">
            <a:extLst>
              <a:ext uri="{FF2B5EF4-FFF2-40B4-BE49-F238E27FC236}">
                <a16:creationId xmlns:a16="http://schemas.microsoft.com/office/drawing/2014/main" id="{28A25497-5B35-13C6-33C1-C230605235A8}"/>
              </a:ext>
            </a:extLst>
          </p:cNvPr>
          <p:cNvSpPr>
            <a:spLocks noGrp="1"/>
          </p:cNvSpPr>
          <p:nvPr>
            <p:ph type="sldNum" sz="quarter" idx="38"/>
          </p:nvPr>
        </p:nvSpPr>
        <p:spPr/>
        <p:txBody>
          <a:bodyPr/>
          <a:lstStyle/>
          <a:p>
            <a:fld id="{E242BD21-9B61-2246-BCB1-4BE5E1BEBE1C}" type="slidenum">
              <a:rPr lang="nl-NL" smtClean="0"/>
              <a:pPr/>
              <a:t>‹#›</a:t>
            </a:fld>
            <a:endParaRPr lang="nl-NL"/>
          </a:p>
        </p:txBody>
      </p:sp>
      <p:sp>
        <p:nvSpPr>
          <p:cNvPr id="7" name="Text Placeholder 4">
            <a:extLst>
              <a:ext uri="{FF2B5EF4-FFF2-40B4-BE49-F238E27FC236}">
                <a16:creationId xmlns:a16="http://schemas.microsoft.com/office/drawing/2014/main" id="{D264420C-28D5-2ED9-E019-A5959141FB61}"/>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Tree>
    <p:extLst>
      <p:ext uri="{BB962C8B-B14F-4D97-AF65-F5344CB8AC3E}">
        <p14:creationId xmlns:p14="http://schemas.microsoft.com/office/powerpoint/2010/main" val="18808171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37" name="Afgeronde rechthoek 33">
            <a:extLst>
              <a:ext uri="{FF2B5EF4-FFF2-40B4-BE49-F238E27FC236}">
                <a16:creationId xmlns:a16="http://schemas.microsoft.com/office/drawing/2014/main" id="{9CF0A9CD-AB3A-D1A9-B7F0-17AF9635A5F8}"/>
              </a:ext>
            </a:extLst>
          </p:cNvPr>
          <p:cNvSpPr/>
          <p:nvPr userDrawn="1"/>
        </p:nvSpPr>
        <p:spPr>
          <a:xfrm>
            <a:off x="165968" y="4469787"/>
            <a:ext cx="11868832" cy="1921778"/>
          </a:xfrm>
          <a:prstGeom prst="roundRect">
            <a:avLst>
              <a:gd name="adj" fmla="val 6915"/>
            </a:avLst>
          </a:prstGeom>
          <a:gradFill>
            <a:gsLst>
              <a:gs pos="36000">
                <a:srgbClr val="1864FF">
                  <a:alpha val="0"/>
                </a:srgbClr>
              </a:gs>
              <a:gs pos="11000">
                <a:srgbClr val="1864FF">
                  <a:alpha val="7059"/>
                </a:srgbClr>
              </a:gs>
              <a:gs pos="0">
                <a:srgbClr val="1864FF">
                  <a:alpha val="30588"/>
                </a:srgbClr>
              </a:gs>
            </a:gsLst>
            <a:lin ang="45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a:solidFill>
                  <a:srgbClr val="002E8B"/>
                </a:solidFill>
                <a:latin typeface="Noir Pro Medium" pitchFamily="2" charset="0"/>
                <a:cs typeface="Calibri" panose="020F0502020204030204" pitchFamily="34" charset="0"/>
              </a:rPr>
              <a:t>Activities</a:t>
            </a:r>
          </a:p>
        </p:txBody>
      </p:sp>
      <p:sp>
        <p:nvSpPr>
          <p:cNvPr id="2" name="Title 1">
            <a:extLst>
              <a:ext uri="{FF2B5EF4-FFF2-40B4-BE49-F238E27FC236}">
                <a16:creationId xmlns:a16="http://schemas.microsoft.com/office/drawing/2014/main" id="{19BF52F5-EEDC-F6F5-613A-426261703BF1}"/>
              </a:ext>
            </a:extLst>
          </p:cNvPr>
          <p:cNvSpPr>
            <a:spLocks noGrp="1"/>
          </p:cNvSpPr>
          <p:nvPr>
            <p:ph type="title" hasCustomPrompt="1"/>
          </p:nvPr>
        </p:nvSpPr>
        <p:spPr/>
        <p:txBody>
          <a:bodyPr/>
          <a:lstStyle/>
          <a:p>
            <a:r>
              <a:rPr lang="en-US" dirty="0"/>
              <a:t>Insert key slide message (title)</a:t>
            </a:r>
          </a:p>
        </p:txBody>
      </p:sp>
      <p:sp>
        <p:nvSpPr>
          <p:cNvPr id="3" name="Slide Number Placeholder 2">
            <a:extLst>
              <a:ext uri="{FF2B5EF4-FFF2-40B4-BE49-F238E27FC236}">
                <a16:creationId xmlns:a16="http://schemas.microsoft.com/office/drawing/2014/main" id="{F7A471AE-9AF5-5C13-DFFB-EF305426B66F}"/>
              </a:ext>
            </a:extLst>
          </p:cNvPr>
          <p:cNvSpPr>
            <a:spLocks noGrp="1"/>
          </p:cNvSpPr>
          <p:nvPr>
            <p:ph type="sldNum" sz="quarter" idx="10"/>
          </p:nvPr>
        </p:nvSpPr>
        <p:spPr/>
        <p:txBody>
          <a:bodyPr/>
          <a:lstStyle/>
          <a:p>
            <a:fld id="{E242BD21-9B61-2246-BCB1-4BE5E1BEBE1C}" type="slidenum">
              <a:rPr lang="nl-NL" smtClean="0"/>
              <a:pPr/>
              <a:t>‹#›</a:t>
            </a:fld>
            <a:endParaRPr lang="nl-NL"/>
          </a:p>
        </p:txBody>
      </p:sp>
      <p:sp>
        <p:nvSpPr>
          <p:cNvPr id="4" name="Footer Placeholder 3">
            <a:extLst>
              <a:ext uri="{FF2B5EF4-FFF2-40B4-BE49-F238E27FC236}">
                <a16:creationId xmlns:a16="http://schemas.microsoft.com/office/drawing/2014/main" id="{B67C997E-DBF8-7A1B-5BC5-AD640A6F8DC5}"/>
              </a:ext>
            </a:extLst>
          </p:cNvPr>
          <p:cNvSpPr>
            <a:spLocks noGrp="1"/>
          </p:cNvSpPr>
          <p:nvPr>
            <p:ph type="ftr" sz="quarter" idx="11"/>
          </p:nvPr>
        </p:nvSpPr>
        <p:spPr>
          <a:xfrm>
            <a:off x="849600" y="6462000"/>
            <a:ext cx="1085851" cy="231923"/>
          </a:xfrm>
          <a:prstGeom prst="rect">
            <a:avLst/>
          </a:prstGeom>
        </p:spPr>
        <p:txBody>
          <a:bodyPr/>
          <a:lstStyle/>
          <a:p>
            <a:r>
              <a:rPr lang="nl-NL" err="1"/>
              <a:t>Confidential</a:t>
            </a:r>
            <a:endParaRPr lang="nl-NL"/>
          </a:p>
        </p:txBody>
      </p:sp>
      <p:cxnSp>
        <p:nvCxnSpPr>
          <p:cNvPr id="5" name="Rechte verbindingslijn 16">
            <a:extLst>
              <a:ext uri="{FF2B5EF4-FFF2-40B4-BE49-F238E27FC236}">
                <a16:creationId xmlns:a16="http://schemas.microsoft.com/office/drawing/2014/main" id="{A8595287-BE8A-9A27-31FB-AA691212F803}"/>
              </a:ext>
            </a:extLst>
          </p:cNvPr>
          <p:cNvCxnSpPr/>
          <p:nvPr userDrawn="1"/>
        </p:nvCxnSpPr>
        <p:spPr>
          <a:xfrm>
            <a:off x="154800" y="2073093"/>
            <a:ext cx="11832207" cy="0"/>
          </a:xfrm>
          <a:prstGeom prst="line">
            <a:avLst/>
          </a:prstGeom>
          <a:ln w="101600">
            <a:solidFill>
              <a:srgbClr val="A6A6A6">
                <a:alpha val="15294"/>
              </a:srgbClr>
            </a:solidFill>
            <a:prstDash val="solid"/>
          </a:ln>
        </p:spPr>
        <p:style>
          <a:lnRef idx="1">
            <a:schemeClr val="accent1"/>
          </a:lnRef>
          <a:fillRef idx="0">
            <a:schemeClr val="accent1"/>
          </a:fillRef>
          <a:effectRef idx="0">
            <a:schemeClr val="accent1"/>
          </a:effectRef>
          <a:fontRef idx="minor">
            <a:schemeClr val="tx1"/>
          </a:fontRef>
        </p:style>
      </p:cxnSp>
      <p:sp>
        <p:nvSpPr>
          <p:cNvPr id="10" name="Tekstvak 27">
            <a:extLst>
              <a:ext uri="{FF2B5EF4-FFF2-40B4-BE49-F238E27FC236}">
                <a16:creationId xmlns:a16="http://schemas.microsoft.com/office/drawing/2014/main" id="{088DE6B7-1968-5D18-E6BC-521A7652E26D}"/>
              </a:ext>
            </a:extLst>
          </p:cNvPr>
          <p:cNvSpPr txBox="1"/>
          <p:nvPr userDrawn="1"/>
        </p:nvSpPr>
        <p:spPr>
          <a:xfrm>
            <a:off x="10992425" y="1654806"/>
            <a:ext cx="1107309" cy="365091"/>
          </a:xfrm>
          <a:prstGeom prst="rect">
            <a:avLst/>
          </a:prstGeom>
          <a:solidFill>
            <a:schemeClr val="bg1"/>
          </a:solidFill>
          <a:effectLst>
            <a:outerShdw dist="101600" dir="5400000" algn="t" rotWithShape="0">
              <a:srgbClr val="D1E0FF"/>
            </a:outerShdw>
          </a:effectLst>
        </p:spPr>
        <p:txBody>
          <a:bodyPr wrap="none" lIns="144000" rIns="216000" bIns="72000" rtlCol="0" anchor="b">
            <a:spAutoFit/>
          </a:bodyPr>
          <a:lstStyle/>
          <a:p>
            <a:pPr algn="l"/>
            <a:r>
              <a:rPr lang="en-US" sz="1600" b="1" dirty="0">
                <a:solidFill>
                  <a:srgbClr val="C0C0C0"/>
                </a:solidFill>
                <a:latin typeface="Noir Pro Semi Bold" pitchFamily="2" charset="0"/>
              </a:rPr>
              <a:t>Beyond</a:t>
            </a:r>
          </a:p>
        </p:txBody>
      </p:sp>
      <p:sp>
        <p:nvSpPr>
          <p:cNvPr id="14" name="Afgeronde rechthoek 34">
            <a:extLst>
              <a:ext uri="{FF2B5EF4-FFF2-40B4-BE49-F238E27FC236}">
                <a16:creationId xmlns:a16="http://schemas.microsoft.com/office/drawing/2014/main" id="{6D188119-7583-97F8-D4A7-3A3B8B8BB7DE}"/>
              </a:ext>
            </a:extLst>
          </p:cNvPr>
          <p:cNvSpPr/>
          <p:nvPr userDrawn="1"/>
        </p:nvSpPr>
        <p:spPr>
          <a:xfrm>
            <a:off x="165968" y="2123231"/>
            <a:ext cx="11868832" cy="1254345"/>
          </a:xfrm>
          <a:prstGeom prst="roundRect">
            <a:avLst>
              <a:gd name="adj" fmla="val 12806"/>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dirty="0">
                <a:solidFill>
                  <a:srgbClr val="000000"/>
                </a:solidFill>
                <a:latin typeface="Noir Pro Medium" pitchFamily="2" charset="0"/>
                <a:cs typeface="Calibri" panose="020F0502020204030204" pitchFamily="34" charset="0"/>
              </a:rPr>
              <a:t>Sessions</a:t>
            </a:r>
          </a:p>
        </p:txBody>
      </p:sp>
      <p:sp>
        <p:nvSpPr>
          <p:cNvPr id="23" name="Rechthoek 1">
            <a:extLst>
              <a:ext uri="{FF2B5EF4-FFF2-40B4-BE49-F238E27FC236}">
                <a16:creationId xmlns:a16="http://schemas.microsoft.com/office/drawing/2014/main" id="{AE49D331-55A0-2A2A-7AD4-CE34EB1C3445}"/>
              </a:ext>
            </a:extLst>
          </p:cNvPr>
          <p:cNvSpPr/>
          <p:nvPr userDrawn="1"/>
        </p:nvSpPr>
        <p:spPr>
          <a:xfrm>
            <a:off x="11485302" y="1955801"/>
            <a:ext cx="683632" cy="231924"/>
          </a:xfrm>
          <a:prstGeom prst="rect">
            <a:avLst/>
          </a:prstGeom>
          <a:gradFill>
            <a:gsLst>
              <a:gs pos="5000">
                <a:schemeClr val="bg1">
                  <a:alpha val="0"/>
                </a:schemeClr>
              </a:gs>
              <a:gs pos="85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30" name="Text Placeholder 4">
            <a:extLst>
              <a:ext uri="{FF2B5EF4-FFF2-40B4-BE49-F238E27FC236}">
                <a16:creationId xmlns:a16="http://schemas.microsoft.com/office/drawing/2014/main" id="{3F0945A4-1770-AF3E-2D64-0726376829B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1" name="Text Placeholder 2">
            <a:extLst>
              <a:ext uri="{FF2B5EF4-FFF2-40B4-BE49-F238E27FC236}">
                <a16:creationId xmlns:a16="http://schemas.microsoft.com/office/drawing/2014/main" id="{61C638AF-23D5-31B4-9340-0CDDB46DCA5C}"/>
              </a:ext>
            </a:extLst>
          </p:cNvPr>
          <p:cNvSpPr>
            <a:spLocks noGrp="1"/>
          </p:cNvSpPr>
          <p:nvPr>
            <p:ph type="body" sz="quarter" idx="26" hasCustomPrompt="1"/>
          </p:nvPr>
        </p:nvSpPr>
        <p:spPr>
          <a:xfrm>
            <a:off x="1781418" y="1637942"/>
            <a:ext cx="2156400" cy="381955"/>
          </a:xfrm>
          <a:prstGeom prst="rect">
            <a:avLst/>
          </a:prstGeom>
          <a:solidFill>
            <a:schemeClr val="bg1"/>
          </a:solidFill>
          <a:effectLst>
            <a:outerShdw dist="101600" dir="5400000" algn="t" rotWithShape="0">
              <a:srgbClr val="F8C716"/>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000000"/>
                </a:solidFill>
                <a:latin typeface="Noir Pro Semi Bold" pitchFamily="2" charset="0"/>
              </a:defRPr>
            </a:lvl1pPr>
          </a:lstStyle>
          <a:p>
            <a:pPr lvl="0"/>
            <a:r>
              <a:rPr lang="en-US" dirty="0"/>
              <a:t>Insert phase name</a:t>
            </a:r>
          </a:p>
        </p:txBody>
      </p:sp>
      <p:sp>
        <p:nvSpPr>
          <p:cNvPr id="32" name="Text Placeholder 2">
            <a:extLst>
              <a:ext uri="{FF2B5EF4-FFF2-40B4-BE49-F238E27FC236}">
                <a16:creationId xmlns:a16="http://schemas.microsoft.com/office/drawing/2014/main" id="{FDA4BF5A-F150-6009-1629-CBF6C0CF0509}"/>
              </a:ext>
            </a:extLst>
          </p:cNvPr>
          <p:cNvSpPr>
            <a:spLocks noGrp="1"/>
          </p:cNvSpPr>
          <p:nvPr>
            <p:ph type="body" sz="quarter" idx="31" hasCustomPrompt="1"/>
          </p:nvPr>
        </p:nvSpPr>
        <p:spPr>
          <a:xfrm>
            <a:off x="4084169" y="1637942"/>
            <a:ext cx="2156400" cy="381955"/>
          </a:xfrm>
          <a:prstGeom prst="rect">
            <a:avLst/>
          </a:prstGeom>
          <a:solidFill>
            <a:schemeClr val="bg1"/>
          </a:solidFill>
          <a:effectLst>
            <a:outerShdw dist="101600" dir="5400000" algn="t" rotWithShape="0">
              <a:srgbClr val="E99E1B"/>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000000"/>
                </a:solidFill>
                <a:latin typeface="Noir Pro Semi Bold" pitchFamily="2" charset="0"/>
              </a:defRPr>
            </a:lvl1pPr>
          </a:lstStyle>
          <a:p>
            <a:pPr lvl="0"/>
            <a:r>
              <a:rPr lang="en-US" dirty="0"/>
              <a:t>Insert phase name</a:t>
            </a:r>
          </a:p>
        </p:txBody>
      </p:sp>
      <p:sp>
        <p:nvSpPr>
          <p:cNvPr id="33" name="Text Placeholder 2">
            <a:extLst>
              <a:ext uri="{FF2B5EF4-FFF2-40B4-BE49-F238E27FC236}">
                <a16:creationId xmlns:a16="http://schemas.microsoft.com/office/drawing/2014/main" id="{C83F4B11-4346-F8F3-4F81-916E4D05DE17}"/>
              </a:ext>
            </a:extLst>
          </p:cNvPr>
          <p:cNvSpPr>
            <a:spLocks noGrp="1"/>
          </p:cNvSpPr>
          <p:nvPr>
            <p:ph type="body" sz="quarter" idx="33" hasCustomPrompt="1"/>
          </p:nvPr>
        </p:nvSpPr>
        <p:spPr>
          <a:xfrm>
            <a:off x="6386921" y="1637942"/>
            <a:ext cx="2156400" cy="381955"/>
          </a:xfrm>
          <a:prstGeom prst="rect">
            <a:avLst/>
          </a:prstGeom>
          <a:solidFill>
            <a:schemeClr val="bg1"/>
          </a:solidFill>
          <a:effectLst>
            <a:outerShdw dist="101600" dir="5400000" algn="t" rotWithShape="0">
              <a:srgbClr val="E98425"/>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000000"/>
                </a:solidFill>
                <a:latin typeface="Noir Pro Semi Bold" pitchFamily="2" charset="0"/>
              </a:defRPr>
            </a:lvl1pPr>
          </a:lstStyle>
          <a:p>
            <a:pPr lvl="0"/>
            <a:r>
              <a:rPr lang="en-US" dirty="0"/>
              <a:t>Insert phase name</a:t>
            </a:r>
          </a:p>
        </p:txBody>
      </p:sp>
      <p:sp>
        <p:nvSpPr>
          <p:cNvPr id="34" name="Text Placeholder 2">
            <a:extLst>
              <a:ext uri="{FF2B5EF4-FFF2-40B4-BE49-F238E27FC236}">
                <a16:creationId xmlns:a16="http://schemas.microsoft.com/office/drawing/2014/main" id="{691994D4-EA70-9B12-7EEA-AEC182BD0195}"/>
              </a:ext>
            </a:extLst>
          </p:cNvPr>
          <p:cNvSpPr>
            <a:spLocks noGrp="1"/>
          </p:cNvSpPr>
          <p:nvPr>
            <p:ph type="body" sz="quarter" idx="35" hasCustomPrompt="1"/>
          </p:nvPr>
        </p:nvSpPr>
        <p:spPr>
          <a:xfrm>
            <a:off x="8689673" y="1637942"/>
            <a:ext cx="2156400" cy="381955"/>
          </a:xfrm>
          <a:prstGeom prst="rect">
            <a:avLst/>
          </a:prstGeom>
          <a:solidFill>
            <a:schemeClr val="bg1"/>
          </a:solidFill>
          <a:effectLst>
            <a:outerShdw dist="101600" dir="5400000" algn="t" rotWithShape="0">
              <a:srgbClr val="1864FF"/>
            </a:outerShdw>
          </a:effectLst>
        </p:spPr>
        <p:txBody>
          <a:bodyPr wrap="square" lIns="144000" rIns="108000" bIns="72000" rtlCol="0" anchor="b">
            <a:spAutoFit/>
          </a:bodyPr>
          <a:lstStyle>
            <a:lvl1pPr marL="0" indent="0">
              <a:buNone/>
              <a:defRPr lang="en-US" b="1" dirty="0">
                <a:solidFill>
                  <a:srgbClr val="000000"/>
                </a:solidFill>
                <a:latin typeface="Noir Pro Semi Bold" pitchFamily="2" charset="0"/>
              </a:defRPr>
            </a:lvl1pPr>
          </a:lstStyle>
          <a:p>
            <a:pPr lvl="0"/>
            <a:r>
              <a:rPr lang="en-US" dirty="0"/>
              <a:t>Insert phase name</a:t>
            </a:r>
          </a:p>
        </p:txBody>
      </p:sp>
      <p:sp>
        <p:nvSpPr>
          <p:cNvPr id="36" name="Triangle 226">
            <a:extLst>
              <a:ext uri="{FF2B5EF4-FFF2-40B4-BE49-F238E27FC236}">
                <a16:creationId xmlns:a16="http://schemas.microsoft.com/office/drawing/2014/main" id="{8A3A0914-E464-C26F-6615-ACBAC1F0A77D}"/>
              </a:ext>
            </a:extLst>
          </p:cNvPr>
          <p:cNvSpPr/>
          <p:nvPr userDrawn="1"/>
        </p:nvSpPr>
        <p:spPr>
          <a:xfrm rot="5400000" flipH="1">
            <a:off x="11917995" y="1792467"/>
            <a:ext cx="112623" cy="79252"/>
          </a:xfrm>
          <a:prstGeom prst="triangl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C9263F1-98AC-0AAC-2561-679B57A18BCB}"/>
              </a:ext>
            </a:extLst>
          </p:cNvPr>
          <p:cNvSpPr txBox="1"/>
          <p:nvPr userDrawn="1"/>
        </p:nvSpPr>
        <p:spPr>
          <a:xfrm>
            <a:off x="2582332" y="6432735"/>
            <a:ext cx="7653867" cy="320257"/>
          </a:xfrm>
          <a:prstGeom prst="rect">
            <a:avLst/>
          </a:prstGeom>
          <a:noFill/>
        </p:spPr>
        <p:txBody>
          <a:bodyPr wrap="square" lIns="216000" tIns="72000" bIns="108000" rtlCol="0" anchor="b">
            <a:spAutoFit/>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20202"/>
                </a:solidFill>
                <a:effectLst/>
                <a:uLnTx/>
                <a:uFillTx/>
                <a:latin typeface="Azeret Mono" pitchFamily="2" charset="77"/>
                <a:ea typeface="宋体" panose="02010600030101010101" pitchFamily="2" charset="-122"/>
                <a:cs typeface="Azeret Mono" pitchFamily="2" charset="77"/>
              </a:rPr>
              <a:t>Legend:</a:t>
            </a:r>
            <a:r>
              <a:rPr kumimoji="0" lang="en-US" altLang="zh-CN" sz="900" b="0" i="0" u="none" strike="noStrike" kern="1200" cap="none" spc="0" normalizeH="0" baseline="0" noProof="0" dirty="0">
                <a:ln>
                  <a:noFill/>
                </a:ln>
                <a:solidFill>
                  <a:srgbClr val="020202"/>
                </a:solidFill>
                <a:effectLst/>
                <a:uLnTx/>
                <a:uFillTx/>
                <a:latin typeface="Azeret Mono" pitchFamily="2" charset="77"/>
                <a:ea typeface="宋体" panose="02010600030101010101" pitchFamily="2" charset="-122"/>
                <a:cs typeface="Azeret Mono" pitchFamily="2" charset="77"/>
              </a:rPr>
              <a:t>   </a:t>
            </a:r>
            <a:r>
              <a:rPr kumimoji="0" lang="en-US" sz="900" b="0" i="0" u="none" strike="noStrike" kern="1200" cap="none" spc="0" normalizeH="0" baseline="0" noProof="0" dirty="0">
                <a:ln>
                  <a:noFill/>
                </a:ln>
                <a:solidFill>
                  <a:srgbClr val="F8C716"/>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 </a:t>
            </a:r>
            <a:r>
              <a:rPr kumimoji="0" lang="en-US" sz="900" b="0" i="0" u="none" strike="noStrike" kern="1200" cap="none" spc="0" normalizeH="0" baseline="0" noProof="0" dirty="0">
                <a:ln>
                  <a:noFill/>
                </a:ln>
                <a:solidFill>
                  <a:srgbClr val="020202"/>
                </a:solidFill>
                <a:effectLst/>
                <a:uLnTx/>
                <a:uFillTx/>
                <a:latin typeface="Azeret Mono" pitchFamily="2" charset="77"/>
                <a:ea typeface="+mn-ea"/>
                <a:cs typeface="Azeret Mono" pitchFamily="2" charset="77"/>
              </a:rPr>
              <a:t>Session   </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 </a:t>
            </a:r>
            <a:r>
              <a:rPr kumimoji="0" lang="en-US" sz="900" b="0" i="0" u="none" strike="noStrike" kern="1200" cap="none" spc="0" normalizeH="0" baseline="0" noProof="0" dirty="0">
                <a:ln>
                  <a:noFill/>
                </a:ln>
                <a:solidFill>
                  <a:srgbClr val="020202"/>
                </a:solidFill>
                <a:effectLst/>
                <a:uLnTx/>
                <a:uFillTx/>
                <a:latin typeface="Azeret Mono" pitchFamily="2" charset="77"/>
                <a:ea typeface="+mn-ea"/>
                <a:cs typeface="Azeret Mono" pitchFamily="2" charset="77"/>
              </a:rPr>
              <a:t>Session with deliverable   </a:t>
            </a:r>
            <a:r>
              <a:rPr kumimoji="0" lang="en-US" sz="900" b="0" i="0" u="none" strike="noStrike" kern="1200" cap="none" spc="0" normalizeH="0" baseline="0" noProof="0" dirty="0">
                <a:ln>
                  <a:noFill/>
                </a:ln>
                <a:solidFill>
                  <a:srgbClr val="D1E1FF"/>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 </a:t>
            </a:r>
            <a:r>
              <a:rPr kumimoji="0" lang="en-US" sz="900" b="0" i="0" u="none" strike="noStrike" kern="1200" cap="none" spc="0" normalizeH="0" baseline="0" noProof="0" dirty="0">
                <a:ln>
                  <a:noFill/>
                </a:ln>
                <a:solidFill>
                  <a:srgbClr val="020202"/>
                </a:solidFill>
                <a:effectLst/>
                <a:uLnTx/>
                <a:uFillTx/>
                <a:latin typeface="Azeret Mono" pitchFamily="2" charset="77"/>
                <a:ea typeface="+mn-ea"/>
                <a:cs typeface="Azeret Mono" pitchFamily="2" charset="77"/>
              </a:rPr>
              <a:t>Activity</a:t>
            </a:r>
          </a:p>
        </p:txBody>
      </p:sp>
      <p:sp>
        <p:nvSpPr>
          <p:cNvPr id="42" name="Text Placeholder 39">
            <a:extLst>
              <a:ext uri="{FF2B5EF4-FFF2-40B4-BE49-F238E27FC236}">
                <a16:creationId xmlns:a16="http://schemas.microsoft.com/office/drawing/2014/main" id="{CD5AB9AF-EEE3-903B-7D14-82DEA156D443}"/>
              </a:ext>
            </a:extLst>
          </p:cNvPr>
          <p:cNvSpPr>
            <a:spLocks noGrp="1"/>
          </p:cNvSpPr>
          <p:nvPr>
            <p:ph type="body" sz="quarter" idx="38" hasCustomPrompt="1"/>
          </p:nvPr>
        </p:nvSpPr>
        <p:spPr>
          <a:xfrm>
            <a:off x="1781417"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20202"/>
                </a:solidFill>
                <a:cs typeface="Azeret Mono" pitchFamily="2" charset="77"/>
              </a:defRPr>
            </a:lvl1pPr>
          </a:lstStyle>
          <a:p>
            <a:pPr lvl="0"/>
            <a:r>
              <a:rPr lang="en-US" dirty="0"/>
              <a:t>Insert session name + date (on new line, non-bold) </a:t>
            </a:r>
          </a:p>
        </p:txBody>
      </p:sp>
      <p:sp>
        <p:nvSpPr>
          <p:cNvPr id="43" name="Text Placeholder 39">
            <a:extLst>
              <a:ext uri="{FF2B5EF4-FFF2-40B4-BE49-F238E27FC236}">
                <a16:creationId xmlns:a16="http://schemas.microsoft.com/office/drawing/2014/main" id="{8DB08D15-F645-6C28-B74C-E721A676D14B}"/>
              </a:ext>
            </a:extLst>
          </p:cNvPr>
          <p:cNvSpPr>
            <a:spLocks noGrp="1"/>
          </p:cNvSpPr>
          <p:nvPr>
            <p:ph type="body" sz="quarter" idx="39" hasCustomPrompt="1"/>
          </p:nvPr>
        </p:nvSpPr>
        <p:spPr>
          <a:xfrm>
            <a:off x="4084169"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20202"/>
                </a:solidFill>
                <a:cs typeface="Azeret Mono" pitchFamily="2" charset="77"/>
              </a:defRPr>
            </a:lvl1pPr>
          </a:lstStyle>
          <a:p>
            <a:pPr lvl="0"/>
            <a:r>
              <a:rPr lang="en-US" dirty="0"/>
              <a:t>Insert session name + date (on new line, non-bold) </a:t>
            </a:r>
          </a:p>
        </p:txBody>
      </p:sp>
      <p:sp>
        <p:nvSpPr>
          <p:cNvPr id="44" name="Text Placeholder 39">
            <a:extLst>
              <a:ext uri="{FF2B5EF4-FFF2-40B4-BE49-F238E27FC236}">
                <a16:creationId xmlns:a16="http://schemas.microsoft.com/office/drawing/2014/main" id="{54D3DFF2-9654-0DAF-05ED-A664CB699B5E}"/>
              </a:ext>
            </a:extLst>
          </p:cNvPr>
          <p:cNvSpPr>
            <a:spLocks noGrp="1"/>
          </p:cNvSpPr>
          <p:nvPr>
            <p:ph type="body" sz="quarter" idx="40" hasCustomPrompt="1"/>
          </p:nvPr>
        </p:nvSpPr>
        <p:spPr>
          <a:xfrm>
            <a:off x="6386921"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20202"/>
                </a:solidFill>
                <a:cs typeface="Azeret Mono" pitchFamily="2" charset="77"/>
              </a:defRPr>
            </a:lvl1pPr>
          </a:lstStyle>
          <a:p>
            <a:pPr lvl="0"/>
            <a:r>
              <a:rPr lang="en-US" dirty="0"/>
              <a:t>Insert session name + date (on new line, non-bold) </a:t>
            </a:r>
          </a:p>
        </p:txBody>
      </p:sp>
      <p:sp>
        <p:nvSpPr>
          <p:cNvPr id="45" name="Text Placeholder 39">
            <a:extLst>
              <a:ext uri="{FF2B5EF4-FFF2-40B4-BE49-F238E27FC236}">
                <a16:creationId xmlns:a16="http://schemas.microsoft.com/office/drawing/2014/main" id="{D6FA5E9B-00A5-2927-06FC-890CBF6691A1}"/>
              </a:ext>
            </a:extLst>
          </p:cNvPr>
          <p:cNvSpPr>
            <a:spLocks noGrp="1"/>
          </p:cNvSpPr>
          <p:nvPr>
            <p:ph type="body" sz="quarter" idx="41" hasCustomPrompt="1"/>
          </p:nvPr>
        </p:nvSpPr>
        <p:spPr>
          <a:xfrm>
            <a:off x="8689673" y="2314761"/>
            <a:ext cx="2156401" cy="602687"/>
          </a:xfrm>
          <a:prstGeom prst="roundRect">
            <a:avLst>
              <a:gd name="adj" fmla="val 14666"/>
            </a:avLst>
          </a:prstGeom>
          <a:gradFill>
            <a:gsLst>
              <a:gs pos="2000">
                <a:srgbClr val="0345D0"/>
              </a:gs>
              <a:gs pos="17000">
                <a:srgbClr val="1764FF"/>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b="1" dirty="0">
                <a:solidFill>
                  <a:schemeClr val="bg1"/>
                </a:solidFill>
                <a:cs typeface="Azeret Mono" pitchFamily="2" charset="77"/>
              </a:defRPr>
            </a:lvl1pPr>
          </a:lstStyle>
          <a:p>
            <a:pPr lvl="0"/>
            <a:r>
              <a:rPr lang="en-US" dirty="0"/>
              <a:t>Insert session name + date (on new line, non-bold) </a:t>
            </a:r>
          </a:p>
        </p:txBody>
      </p:sp>
      <p:sp>
        <p:nvSpPr>
          <p:cNvPr id="47" name="Text Placeholder 39">
            <a:extLst>
              <a:ext uri="{FF2B5EF4-FFF2-40B4-BE49-F238E27FC236}">
                <a16:creationId xmlns:a16="http://schemas.microsoft.com/office/drawing/2014/main" id="{032673FC-82E6-C8BC-E912-492D6F234CF9}"/>
              </a:ext>
            </a:extLst>
          </p:cNvPr>
          <p:cNvSpPr>
            <a:spLocks noGrp="1"/>
          </p:cNvSpPr>
          <p:nvPr>
            <p:ph type="body" sz="quarter" idx="43" hasCustomPrompt="1"/>
          </p:nvPr>
        </p:nvSpPr>
        <p:spPr>
          <a:xfrm>
            <a:off x="1781416" y="4657854"/>
            <a:ext cx="2156401" cy="397140"/>
          </a:xfrm>
          <a:prstGeom prst="roundRect">
            <a:avLst>
              <a:gd name="adj" fmla="val 23892"/>
            </a:avLst>
          </a:prstGeom>
          <a:solidFill>
            <a:srgbClr val="D1E0FF"/>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002E8B"/>
                </a:solidFill>
                <a:cs typeface="Azeret Mono" pitchFamily="2" charset="77"/>
              </a:defRPr>
            </a:lvl1pPr>
          </a:lstStyle>
          <a:p>
            <a:pPr lvl="0"/>
            <a:r>
              <a:rPr lang="en-US" dirty="0"/>
              <a:t>Insert activity description</a:t>
            </a:r>
          </a:p>
        </p:txBody>
      </p:sp>
      <p:sp>
        <p:nvSpPr>
          <p:cNvPr id="49" name="Text Placeholder 39">
            <a:extLst>
              <a:ext uri="{FF2B5EF4-FFF2-40B4-BE49-F238E27FC236}">
                <a16:creationId xmlns:a16="http://schemas.microsoft.com/office/drawing/2014/main" id="{59A429C3-C6D7-9146-2FCC-357D683E7828}"/>
              </a:ext>
            </a:extLst>
          </p:cNvPr>
          <p:cNvSpPr>
            <a:spLocks noGrp="1"/>
          </p:cNvSpPr>
          <p:nvPr>
            <p:ph type="body" sz="quarter" idx="44" hasCustomPrompt="1"/>
          </p:nvPr>
        </p:nvSpPr>
        <p:spPr>
          <a:xfrm>
            <a:off x="4084168" y="4657854"/>
            <a:ext cx="2156401" cy="397140"/>
          </a:xfrm>
          <a:prstGeom prst="roundRect">
            <a:avLst>
              <a:gd name="adj" fmla="val 23892"/>
            </a:avLst>
          </a:prstGeom>
          <a:solidFill>
            <a:srgbClr val="D1E0FF"/>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002E8B"/>
                </a:solidFill>
                <a:cs typeface="Azeret Mono" pitchFamily="2" charset="77"/>
              </a:defRPr>
            </a:lvl1pPr>
          </a:lstStyle>
          <a:p>
            <a:pPr lvl="0"/>
            <a:r>
              <a:rPr lang="en-US" dirty="0"/>
              <a:t>Insert activity description</a:t>
            </a:r>
          </a:p>
        </p:txBody>
      </p:sp>
    </p:spTree>
    <p:extLst>
      <p:ext uri="{BB962C8B-B14F-4D97-AF65-F5344CB8AC3E}">
        <p14:creationId xmlns:p14="http://schemas.microsoft.com/office/powerpoint/2010/main" val="4553017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56AA877C-87C1-1E1B-07DE-07A06DF128B7}"/>
              </a:ext>
            </a:extLst>
          </p:cNvPr>
          <p:cNvSpPr/>
          <p:nvPr userDrawn="1"/>
        </p:nvSpPr>
        <p:spPr>
          <a:xfrm>
            <a:off x="154800" y="5677099"/>
            <a:ext cx="4021567" cy="712944"/>
          </a:xfrm>
          <a:prstGeom prst="rect">
            <a:avLst/>
          </a:prstGeom>
          <a:gradFill>
            <a:gsLst>
              <a:gs pos="100000">
                <a:srgbClr val="E98C36"/>
              </a:gs>
              <a:gs pos="73000">
                <a:srgbClr val="F8C716"/>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000000"/>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000000"/>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000000"/>
                </a:solidFill>
                <a:latin typeface="Noir Pro Medium" pitchFamily="2" charset="0"/>
              </a:defRPr>
            </a:lvl1pPr>
          </a:lstStyle>
          <a:p>
            <a:pPr marL="285750" lvl="0" indent="-285750"/>
            <a:r>
              <a:rPr lang="en-US" dirty="0"/>
              <a:t>Insert metric name</a:t>
            </a:r>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2634078" y="6907427"/>
            <a:ext cx="466644" cy="134391"/>
          </a:xfrm>
          <a:prstGeom prst="rect">
            <a:avLst/>
          </a:prstGeom>
          <a:noFill/>
        </p:spPr>
        <p:txBody>
          <a:bodyPr wrap="none" lIns="0" tIns="0" rIns="0" bIns="0" anchor="ctr">
            <a:noAutofit/>
          </a:bodyPr>
          <a:lstStyle>
            <a:lvl1pPr marL="0" indent="0" algn="ctr">
              <a:lnSpc>
                <a:spcPct val="100000"/>
              </a:lnSpc>
              <a:buNone/>
              <a:defRPr sz="1050" b="0" i="0">
                <a:solidFill>
                  <a:schemeClr val="tx1">
                    <a:alpha val="65336"/>
                  </a:schemeClr>
                </a:solidFill>
                <a:latin typeface="Noir Pro" pitchFamily="2" charset="0"/>
              </a:defRPr>
            </a:lvl1pPr>
          </a:lstStyle>
          <a:p>
            <a:pPr lvl="0"/>
            <a:r>
              <a:rPr lang="en-US" dirty="0"/>
              <a:t>+-#.##</a:t>
            </a: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199"/>
            <a:ext cx="3927600" cy="4161697"/>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cxnSp>
        <p:nvCxnSpPr>
          <p:cNvPr id="11" name="Straight Connector 31">
            <a:extLst>
              <a:ext uri="{FF2B5EF4-FFF2-40B4-BE49-F238E27FC236}">
                <a16:creationId xmlns:a16="http://schemas.microsoft.com/office/drawing/2014/main" id="{6707BCA1-6249-8F2C-E4D9-E7411E165BFC}"/>
              </a:ext>
            </a:extLst>
          </p:cNvPr>
          <p:cNvCxnSpPr>
            <a:cxnSpLocks/>
          </p:cNvCxnSpPr>
          <p:nvPr userDrawn="1"/>
        </p:nvCxnSpPr>
        <p:spPr>
          <a:xfrm>
            <a:off x="4176367" y="1366988"/>
            <a:ext cx="0" cy="420590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8643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etric overview delta">
    <p:spTree>
      <p:nvGrpSpPr>
        <p:cNvPr id="1" name=""/>
        <p:cNvGrpSpPr/>
        <p:nvPr/>
      </p:nvGrpSpPr>
      <p:grpSpPr>
        <a:xfrm>
          <a:off x="0" y="0"/>
          <a:ext cx="0" cy="0"/>
          <a:chOff x="0" y="0"/>
          <a:chExt cx="0" cy="0"/>
        </a:xfrm>
      </p:grpSpPr>
      <p:sp>
        <p:nvSpPr>
          <p:cNvPr id="11" name="Vrije vorm 10">
            <a:extLst>
              <a:ext uri="{FF2B5EF4-FFF2-40B4-BE49-F238E27FC236}">
                <a16:creationId xmlns:a16="http://schemas.microsoft.com/office/drawing/2014/main" id="{FD546056-7456-89DB-AC9C-FDA8E8E6983A}"/>
              </a:ext>
            </a:extLst>
          </p:cNvPr>
          <p:cNvSpPr/>
          <p:nvPr userDrawn="1"/>
        </p:nvSpPr>
        <p:spPr>
          <a:xfrm>
            <a:off x="154800" y="5218034"/>
            <a:ext cx="4021567" cy="712944"/>
          </a:xfrm>
          <a:custGeom>
            <a:avLst/>
            <a:gdLst>
              <a:gd name="connsiteX0" fmla="*/ 132525 w 4021567"/>
              <a:gd name="connsiteY0" fmla="*/ 0 h 712944"/>
              <a:gd name="connsiteX1" fmla="*/ 2165721 w 4021567"/>
              <a:gd name="connsiteY1" fmla="*/ 0 h 712944"/>
              <a:gd name="connsiteX2" fmla="*/ 3732904 w 4021567"/>
              <a:gd name="connsiteY2" fmla="*/ 0 h 712944"/>
              <a:gd name="connsiteX3" fmla="*/ 4021567 w 4021567"/>
              <a:gd name="connsiteY3" fmla="*/ 0 h 712944"/>
              <a:gd name="connsiteX4" fmla="*/ 4021567 w 4021567"/>
              <a:gd name="connsiteY4" fmla="*/ 712944 h 712944"/>
              <a:gd name="connsiteX5" fmla="*/ 3732904 w 4021567"/>
              <a:gd name="connsiteY5" fmla="*/ 712944 h 712944"/>
              <a:gd name="connsiteX6" fmla="*/ 2035329 w 4021567"/>
              <a:gd name="connsiteY6" fmla="*/ 712944 h 712944"/>
              <a:gd name="connsiteX7" fmla="*/ 2133 w 4021567"/>
              <a:gd name="connsiteY7" fmla="*/ 712944 h 712944"/>
              <a:gd name="connsiteX8" fmla="*/ 0 w 4021567"/>
              <a:gd name="connsiteY8" fmla="*/ 702378 h 712944"/>
              <a:gd name="connsiteX9" fmla="*/ 0 w 4021567"/>
              <a:gd name="connsiteY9" fmla="*/ 605763 h 712944"/>
              <a:gd name="connsiteX10" fmla="*/ 0 w 4021567"/>
              <a:gd name="connsiteY10" fmla="*/ 486252 h 712944"/>
              <a:gd name="connsiteX11" fmla="*/ 0 w 4021567"/>
              <a:gd name="connsiteY11" fmla="*/ 445266 h 712944"/>
              <a:gd name="connsiteX12" fmla="*/ 0 w 4021567"/>
              <a:gd name="connsiteY12" fmla="*/ 389637 h 712944"/>
              <a:gd name="connsiteX13" fmla="*/ 0 w 4021567"/>
              <a:gd name="connsiteY13" fmla="*/ 348651 h 712944"/>
              <a:gd name="connsiteX14" fmla="*/ 0 w 4021567"/>
              <a:gd name="connsiteY14" fmla="*/ 229140 h 712944"/>
              <a:gd name="connsiteX15" fmla="*/ 0 w 4021567"/>
              <a:gd name="connsiteY15" fmla="*/ 132525 h 712944"/>
              <a:gd name="connsiteX16" fmla="*/ 132525 w 4021567"/>
              <a:gd name="connsiteY16" fmla="*/ 0 h 71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1567" h="712944">
                <a:moveTo>
                  <a:pt x="132525" y="0"/>
                </a:moveTo>
                <a:lnTo>
                  <a:pt x="2165721" y="0"/>
                </a:lnTo>
                <a:lnTo>
                  <a:pt x="3732904" y="0"/>
                </a:lnTo>
                <a:lnTo>
                  <a:pt x="4021567" y="0"/>
                </a:lnTo>
                <a:lnTo>
                  <a:pt x="4021567" y="712944"/>
                </a:lnTo>
                <a:lnTo>
                  <a:pt x="3732904" y="712944"/>
                </a:lnTo>
                <a:lnTo>
                  <a:pt x="2035329" y="712944"/>
                </a:lnTo>
                <a:lnTo>
                  <a:pt x="2133" y="712944"/>
                </a:lnTo>
                <a:lnTo>
                  <a:pt x="0" y="702378"/>
                </a:lnTo>
                <a:lnTo>
                  <a:pt x="0" y="605763"/>
                </a:lnTo>
                <a:lnTo>
                  <a:pt x="0" y="486252"/>
                </a:lnTo>
                <a:lnTo>
                  <a:pt x="0" y="445266"/>
                </a:lnTo>
                <a:lnTo>
                  <a:pt x="0" y="389637"/>
                </a:lnTo>
                <a:lnTo>
                  <a:pt x="0" y="348651"/>
                </a:lnTo>
                <a:lnTo>
                  <a:pt x="0" y="229140"/>
                </a:lnTo>
                <a:lnTo>
                  <a:pt x="0" y="132525"/>
                </a:lnTo>
                <a:cubicBezTo>
                  <a:pt x="0" y="59333"/>
                  <a:pt x="59333" y="0"/>
                  <a:pt x="132525" y="0"/>
                </a:cubicBezTo>
                <a:close/>
              </a:path>
            </a:pathLst>
          </a:custGeom>
          <a:gradFill>
            <a:gsLst>
              <a:gs pos="92000">
                <a:srgbClr val="F8C716">
                  <a:alpha val="31765"/>
                </a:srgbClr>
              </a:gs>
              <a:gs pos="37000">
                <a:srgbClr val="F8C716">
                  <a:alpha val="63137"/>
                </a:srgbClr>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indent="0" algn="ctr">
              <a:buFont typeface="Arial" panose="020B0604020202020204" pitchFamily="34" charset="0"/>
              <a:buNone/>
            </a:pPr>
            <a:endParaRPr lang="en-RO"/>
          </a:p>
        </p:txBody>
      </p:sp>
      <p:cxnSp>
        <p:nvCxnSpPr>
          <p:cNvPr id="13" name="Straight Connector 9">
            <a:extLst>
              <a:ext uri="{FF2B5EF4-FFF2-40B4-BE49-F238E27FC236}">
                <a16:creationId xmlns:a16="http://schemas.microsoft.com/office/drawing/2014/main" id="{F0130493-C5F7-679A-E8DA-81C23EFE8D0A}"/>
              </a:ext>
            </a:extLst>
          </p:cNvPr>
          <p:cNvCxnSpPr>
            <a:cxnSpLocks/>
          </p:cNvCxnSpPr>
          <p:nvPr userDrawn="1"/>
        </p:nvCxnSpPr>
        <p:spPr>
          <a:xfrm>
            <a:off x="154800" y="5673760"/>
            <a:ext cx="4021568" cy="0"/>
          </a:xfrm>
          <a:prstGeom prst="line">
            <a:avLst/>
          </a:prstGeom>
          <a:ln w="9525">
            <a:solidFill>
              <a:srgbClr val="E98C36"/>
            </a:solidFill>
            <a:prstDash val="sysDot"/>
          </a:ln>
        </p:spPr>
        <p:style>
          <a:lnRef idx="1">
            <a:schemeClr val="accent1"/>
          </a:lnRef>
          <a:fillRef idx="0">
            <a:schemeClr val="accent1"/>
          </a:fillRef>
          <a:effectRef idx="0">
            <a:schemeClr val="accent1"/>
          </a:effectRef>
          <a:fontRef idx="minor">
            <a:schemeClr val="tx1"/>
          </a:fontRef>
        </p:style>
      </p:cxnSp>
      <p:sp>
        <p:nvSpPr>
          <p:cNvPr id="20" name="Tijdelijke aanduiding voor tekst 3">
            <a:extLst>
              <a:ext uri="{FF2B5EF4-FFF2-40B4-BE49-F238E27FC236}">
                <a16:creationId xmlns:a16="http://schemas.microsoft.com/office/drawing/2014/main" id="{6C02DBF1-5B5C-65AA-6CA0-250F91FD3B09}"/>
              </a:ext>
            </a:extLst>
          </p:cNvPr>
          <p:cNvSpPr>
            <a:spLocks noGrp="1"/>
          </p:cNvSpPr>
          <p:nvPr>
            <p:ph type="body" sz="quarter" idx="27" hasCustomPrompt="1"/>
          </p:nvPr>
        </p:nvSpPr>
        <p:spPr>
          <a:xfrm>
            <a:off x="259448" y="5278559"/>
            <a:ext cx="1693524" cy="336546"/>
          </a:xfrm>
        </p:spPr>
        <p:txBody>
          <a:bodyPr lIns="108000" rIns="0" anchor="ctr">
            <a:normAutofit/>
          </a:bodyPr>
          <a:lstStyle>
            <a:lvl1pPr marL="0" indent="0">
              <a:buFont typeface="Arial" panose="020B0604020202020204" pitchFamily="34" charset="0"/>
              <a:buNone/>
              <a:defRPr sz="1100" b="0" i="0">
                <a:solidFill>
                  <a:srgbClr val="000000"/>
                </a:solidFill>
                <a:latin typeface="Noir Pro"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Previous</a:t>
            </a:r>
            <a:r>
              <a:rPr lang="nl-NL" dirty="0"/>
              <a:t> snapshot date</a:t>
            </a:r>
          </a:p>
        </p:txBody>
      </p:sp>
      <p:sp>
        <p:nvSpPr>
          <p:cNvPr id="22" name="Tijdelijke aanduiding voor tekst 3">
            <a:extLst>
              <a:ext uri="{FF2B5EF4-FFF2-40B4-BE49-F238E27FC236}">
                <a16:creationId xmlns:a16="http://schemas.microsoft.com/office/drawing/2014/main" id="{85A4D23C-7728-5BD3-48FC-7013B8AD79D8}"/>
              </a:ext>
            </a:extLst>
          </p:cNvPr>
          <p:cNvSpPr>
            <a:spLocks noGrp="1"/>
          </p:cNvSpPr>
          <p:nvPr>
            <p:ph type="body" sz="quarter" idx="19" hasCustomPrompt="1"/>
          </p:nvPr>
        </p:nvSpPr>
        <p:spPr>
          <a:xfrm>
            <a:off x="1972289" y="5278559"/>
            <a:ext cx="316247" cy="336546"/>
          </a:xfrm>
        </p:spPr>
        <p:txBody>
          <a:bodyPr lIns="0" rIns="0" anchor="ctr">
            <a:noAutofit/>
          </a:bodyPr>
          <a:lstStyle>
            <a:lvl1pPr marL="0" indent="0" algn="ctr">
              <a:buFont typeface="Arial" panose="020B0604020202020204" pitchFamily="34" charset="0"/>
              <a:buNone/>
              <a:defRPr sz="1100" b="0" i="0">
                <a:solidFill>
                  <a:srgbClr val="000000"/>
                </a:solidFill>
                <a:latin typeface="Noir Pro Medium"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a:t>#.#</a:t>
            </a:r>
          </a:p>
        </p:txBody>
      </p:sp>
      <p:sp>
        <p:nvSpPr>
          <p:cNvPr id="23" name="Tijdelijke aanduiding voor tekst 3">
            <a:extLst>
              <a:ext uri="{FF2B5EF4-FFF2-40B4-BE49-F238E27FC236}">
                <a16:creationId xmlns:a16="http://schemas.microsoft.com/office/drawing/2014/main" id="{7990B9FA-8077-639C-2D7C-2AC917CE5C60}"/>
              </a:ext>
            </a:extLst>
          </p:cNvPr>
          <p:cNvSpPr>
            <a:spLocks noGrp="1"/>
          </p:cNvSpPr>
          <p:nvPr>
            <p:ph type="body" sz="quarter" idx="28" hasCustomPrompt="1"/>
          </p:nvPr>
        </p:nvSpPr>
        <p:spPr>
          <a:xfrm>
            <a:off x="2306407" y="5278559"/>
            <a:ext cx="768878" cy="336546"/>
          </a:xfrm>
        </p:spPr>
        <p:txBody>
          <a:bodyPr lIns="0" tIns="36000" rIns="0" anchor="ctr">
            <a:noAutofit/>
          </a:bodyPr>
          <a:lstStyle>
            <a:lvl1pPr marL="0" indent="0" algn="ctr">
              <a:lnSpc>
                <a:spcPct val="60000"/>
              </a:lnSpc>
              <a:spcAft>
                <a:spcPts val="0"/>
              </a:spcAft>
              <a:buFont typeface="Arial" panose="020B0604020202020204" pitchFamily="34" charset="0"/>
              <a:buNone/>
              <a:defRPr sz="1400" b="0" i="0">
                <a:solidFill>
                  <a:srgbClr val="000000"/>
                </a:solidFill>
                <a:latin typeface="Sigsterren"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IIIII</a:t>
            </a:r>
            <a:endParaRPr lang="nl-NL" dirty="0"/>
          </a:p>
        </p:txBody>
      </p:sp>
      <p:sp>
        <p:nvSpPr>
          <p:cNvPr id="10" name="Rechthoek 9">
            <a:extLst>
              <a:ext uri="{FF2B5EF4-FFF2-40B4-BE49-F238E27FC236}">
                <a16:creationId xmlns:a16="http://schemas.microsoft.com/office/drawing/2014/main" id="{56AA877C-87C1-1E1B-07DE-07A06DF128B7}"/>
              </a:ext>
            </a:extLst>
          </p:cNvPr>
          <p:cNvSpPr/>
          <p:nvPr userDrawn="1"/>
        </p:nvSpPr>
        <p:spPr>
          <a:xfrm>
            <a:off x="154800" y="5677099"/>
            <a:ext cx="4021567" cy="712944"/>
          </a:xfrm>
          <a:prstGeom prst="rect">
            <a:avLst/>
          </a:prstGeom>
          <a:gradFill>
            <a:gsLst>
              <a:gs pos="100000">
                <a:srgbClr val="E98C36"/>
              </a:gs>
              <a:gs pos="73000">
                <a:srgbClr val="F8C716"/>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000000"/>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000000"/>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000000"/>
                </a:solidFill>
                <a:latin typeface="Noir Pro Medium" pitchFamily="2" charset="0"/>
              </a:defRPr>
            </a:lvl1pPr>
          </a:lstStyle>
          <a:p>
            <a:pPr marL="285750" lvl="0" indent="-285750"/>
            <a:r>
              <a:rPr lang="en-US" dirty="0"/>
              <a:t>Insert metric name</a:t>
            </a:r>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a:xfrm>
            <a:off x="849600" y="6462000"/>
            <a:ext cx="1085851" cy="231923"/>
          </a:xfrm>
          <a:prstGeom prst="rect">
            <a:avLst/>
          </a:prstGeom>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12" name="Rechthoek 11">
            <a:extLst>
              <a:ext uri="{FF2B5EF4-FFF2-40B4-BE49-F238E27FC236}">
                <a16:creationId xmlns:a16="http://schemas.microsoft.com/office/drawing/2014/main" id="{FDBE4A5C-48EB-05A1-81B5-5D86618A910F}"/>
              </a:ext>
            </a:extLst>
          </p:cNvPr>
          <p:cNvSpPr/>
          <p:nvPr userDrawn="1"/>
        </p:nvSpPr>
        <p:spPr>
          <a:xfrm>
            <a:off x="2632331" y="5008728"/>
            <a:ext cx="1568933" cy="736164"/>
          </a:xfrm>
          <a:prstGeom prst="rect">
            <a:avLst/>
          </a:prstGeom>
          <a:gradFill>
            <a:gsLst>
              <a:gs pos="71000">
                <a:srgbClr val="FFFFFF">
                  <a:alpha val="74902"/>
                </a:srgbClr>
              </a:gs>
              <a:gs pos="20000">
                <a:srgbClr val="FFFFFF">
                  <a:alpha val="0"/>
                </a:srgbClr>
              </a:gs>
            </a:gsLst>
            <a:lin ang="18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578400" y="5277600"/>
            <a:ext cx="503999" cy="334800"/>
          </a:xfrm>
          <a:prstGeom prst="rect">
            <a:avLst/>
          </a:prstGeom>
        </p:spPr>
        <p:txBody>
          <a:bodyPr vert="horz" wrap="none" lIns="0" tIns="45720" rIns="0" bIns="45720" rtlCol="0" anchor="ctr">
            <a:noAutofit/>
          </a:bodyPr>
          <a:lstStyle>
            <a:lvl1pPr marL="0" indent="0">
              <a:buNone/>
              <a:defRPr lang="en-US" sz="1400" b="1" i="0" dirty="0">
                <a:solidFill>
                  <a:srgbClr val="000000"/>
                </a:solidFill>
                <a:latin typeface="Noir Pro Semi Bold" pitchFamily="2" charset="0"/>
              </a:defRPr>
            </a:lvl1pPr>
          </a:lstStyle>
          <a:p>
            <a:pPr marL="285750" lvl="0" indent="-285750" algn="ctr"/>
            <a:r>
              <a:rPr lang="en-US" dirty="0"/>
              <a:t>+-#.##</a:t>
            </a:r>
          </a:p>
        </p:txBody>
      </p:sp>
      <p:grpSp>
        <p:nvGrpSpPr>
          <p:cNvPr id="14" name="Groep 13">
            <a:extLst>
              <a:ext uri="{FF2B5EF4-FFF2-40B4-BE49-F238E27FC236}">
                <a16:creationId xmlns:a16="http://schemas.microsoft.com/office/drawing/2014/main" id="{29D3FC3B-2652-D591-3165-96278C6ECBDF}"/>
              </a:ext>
            </a:extLst>
          </p:cNvPr>
          <p:cNvGrpSpPr/>
          <p:nvPr userDrawn="1"/>
        </p:nvGrpSpPr>
        <p:grpSpPr>
          <a:xfrm>
            <a:off x="3211702" y="5379098"/>
            <a:ext cx="399750" cy="518346"/>
            <a:chOff x="3282952" y="5379098"/>
            <a:chExt cx="399750" cy="518346"/>
          </a:xfrm>
        </p:grpSpPr>
        <p:grpSp>
          <p:nvGrpSpPr>
            <p:cNvPr id="15" name="Groep 14">
              <a:extLst>
                <a:ext uri="{FF2B5EF4-FFF2-40B4-BE49-F238E27FC236}">
                  <a16:creationId xmlns:a16="http://schemas.microsoft.com/office/drawing/2014/main" id="{8AC3035D-DD42-7E71-FF6C-97F9CE281020}"/>
                </a:ext>
              </a:extLst>
            </p:cNvPr>
            <p:cNvGrpSpPr/>
            <p:nvPr userDrawn="1"/>
          </p:nvGrpSpPr>
          <p:grpSpPr>
            <a:xfrm rot="5400000" flipV="1">
              <a:off x="3257521" y="5472263"/>
              <a:ext cx="450612" cy="399750"/>
              <a:chOff x="1137173" y="284540"/>
              <a:chExt cx="450612" cy="399750"/>
            </a:xfrm>
          </p:grpSpPr>
          <p:sp>
            <p:nvSpPr>
              <p:cNvPr id="18" name="Triangle 56">
                <a:extLst>
                  <a:ext uri="{FF2B5EF4-FFF2-40B4-BE49-F238E27FC236}">
                    <a16:creationId xmlns:a16="http://schemas.microsoft.com/office/drawing/2014/main" id="{4EBDFCF9-7EDD-F799-35BF-87018C54E7EB}"/>
                  </a:ext>
                </a:extLst>
              </p:cNvPr>
              <p:cNvSpPr/>
              <p:nvPr userDrawn="1"/>
            </p:nvSpPr>
            <p:spPr>
              <a:xfrm rot="5400000">
                <a:off x="1346692" y="557860"/>
                <a:ext cx="135796" cy="117064"/>
              </a:xfrm>
              <a:prstGeom prst="triangle">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a:p>
            </p:txBody>
          </p:sp>
          <p:sp>
            <p:nvSpPr>
              <p:cNvPr id="19" name="Arc 57">
                <a:extLst>
                  <a:ext uri="{FF2B5EF4-FFF2-40B4-BE49-F238E27FC236}">
                    <a16:creationId xmlns:a16="http://schemas.microsoft.com/office/drawing/2014/main" id="{A3155803-6777-A1AA-E415-F67B0811C5A9}"/>
                  </a:ext>
                </a:extLst>
              </p:cNvPr>
              <p:cNvSpPr/>
              <p:nvPr userDrawn="1"/>
            </p:nvSpPr>
            <p:spPr>
              <a:xfrm>
                <a:off x="1137173" y="284540"/>
                <a:ext cx="450612" cy="332031"/>
              </a:xfrm>
              <a:prstGeom prst="arc">
                <a:avLst>
                  <a:gd name="adj1" fmla="val 5174322"/>
                  <a:gd name="adj2" fmla="val 10825137"/>
                </a:avLst>
              </a:prstGeom>
              <a:ln w="2540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US"/>
              </a:p>
            </p:txBody>
          </p:sp>
        </p:grpSp>
        <p:cxnSp>
          <p:nvCxnSpPr>
            <p:cNvPr id="17" name="Straight Connector 9">
              <a:extLst>
                <a:ext uri="{FF2B5EF4-FFF2-40B4-BE49-F238E27FC236}">
                  <a16:creationId xmlns:a16="http://schemas.microsoft.com/office/drawing/2014/main" id="{14F8D5D3-D3C5-F33C-AC56-B95EC8BE6B1E}"/>
                </a:ext>
              </a:extLst>
            </p:cNvPr>
            <p:cNvCxnSpPr>
              <a:cxnSpLocks/>
            </p:cNvCxnSpPr>
            <p:nvPr userDrawn="1"/>
          </p:nvCxnSpPr>
          <p:spPr>
            <a:xfrm flipV="1">
              <a:off x="3448967" y="5379098"/>
              <a:ext cx="0" cy="144062"/>
            </a:xfrm>
            <a:prstGeom prst="line">
              <a:avLst/>
            </a:prstGeom>
            <a:ln w="25400" cap="rnd">
              <a:solidFill>
                <a:srgbClr val="000000"/>
              </a:solidFill>
              <a:prstDash val="solid"/>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176367" y="1366988"/>
            <a:ext cx="0" cy="3735138"/>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200"/>
            <a:ext cx="3927594" cy="3690926"/>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Tree>
    <p:extLst>
      <p:ext uri="{BB962C8B-B14F-4D97-AF65-F5344CB8AC3E}">
        <p14:creationId xmlns:p14="http://schemas.microsoft.com/office/powerpoint/2010/main" val="1793548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er testimony">
    <p:spTree>
      <p:nvGrpSpPr>
        <p:cNvPr id="1" name=""/>
        <p:cNvGrpSpPr/>
        <p:nvPr/>
      </p:nvGrpSpPr>
      <p:grpSpPr>
        <a:xfrm>
          <a:off x="0" y="0"/>
          <a:ext cx="0" cy="0"/>
          <a:chOff x="0" y="0"/>
          <a:chExt cx="0" cy="0"/>
        </a:xfrm>
      </p:grpSpPr>
      <p:sp>
        <p:nvSpPr>
          <p:cNvPr id="34" name="Ovaal 33">
            <a:extLst>
              <a:ext uri="{FF2B5EF4-FFF2-40B4-BE49-F238E27FC236}">
                <a16:creationId xmlns:a16="http://schemas.microsoft.com/office/drawing/2014/main" id="{E9AC63CC-4978-D923-B5A0-11D2A72AFD6C}"/>
              </a:ext>
            </a:extLst>
          </p:cNvPr>
          <p:cNvSpPr/>
          <p:nvPr userDrawn="1"/>
        </p:nvSpPr>
        <p:spPr>
          <a:xfrm>
            <a:off x="3225817" y="3166737"/>
            <a:ext cx="820232" cy="820232"/>
          </a:xfrm>
          <a:prstGeom prst="ellipse">
            <a:avLst/>
          </a:prstGeom>
          <a:solidFill>
            <a:srgbClr val="F8C71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32" name="Rechthoek 31">
            <a:extLst>
              <a:ext uri="{FF2B5EF4-FFF2-40B4-BE49-F238E27FC236}">
                <a16:creationId xmlns:a16="http://schemas.microsoft.com/office/drawing/2014/main" id="{6F2794F7-7B64-F940-B246-80E93E3926D3}"/>
              </a:ext>
            </a:extLst>
          </p:cNvPr>
          <p:cNvSpPr/>
          <p:nvPr userDrawn="1"/>
        </p:nvSpPr>
        <p:spPr>
          <a:xfrm>
            <a:off x="0" y="6334783"/>
            <a:ext cx="12192000" cy="523217"/>
          </a:xfrm>
          <a:prstGeom prst="rect">
            <a:avLst/>
          </a:prstGeom>
          <a:gradFill>
            <a:gsLst>
              <a:gs pos="84000">
                <a:srgbClr val="F8C716"/>
              </a:gs>
              <a:gs pos="0">
                <a:srgbClr val="FCE9A2"/>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ounded Rectangle 11">
            <a:extLst>
              <a:ext uri="{FF2B5EF4-FFF2-40B4-BE49-F238E27FC236}">
                <a16:creationId xmlns:a16="http://schemas.microsoft.com/office/drawing/2014/main" id="{13EDC1B1-1239-2FE2-5FD0-37745924D252}"/>
              </a:ext>
            </a:extLst>
          </p:cNvPr>
          <p:cNvSpPr/>
          <p:nvPr userDrawn="1"/>
        </p:nvSpPr>
        <p:spPr>
          <a:xfrm>
            <a:off x="0" y="6247564"/>
            <a:ext cx="12192000" cy="530113"/>
          </a:xfrm>
          <a:prstGeom prst="roundRect">
            <a:avLst>
              <a:gd name="adj" fmla="val 25380"/>
            </a:avLst>
          </a:prstGeom>
          <a:gradFill>
            <a:gsLst>
              <a:gs pos="7000">
                <a:srgbClr val="F1B319"/>
              </a:gs>
              <a:gs pos="57000">
                <a:srgbClr val="F8C716"/>
              </a:gs>
              <a:gs pos="85000">
                <a:srgbClr val="E99E1B"/>
              </a:gs>
              <a:gs pos="28000">
                <a:srgbClr val="F8C716"/>
              </a:gs>
              <a:gs pos="12000">
                <a:srgbClr val="F8C716"/>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ekstvak 4">
            <a:extLst>
              <a:ext uri="{FF2B5EF4-FFF2-40B4-BE49-F238E27FC236}">
                <a16:creationId xmlns:a16="http://schemas.microsoft.com/office/drawing/2014/main" id="{B2F6DA7D-4CF4-69E0-FBAF-A48AC1F4EA0A}"/>
              </a:ext>
            </a:extLst>
          </p:cNvPr>
          <p:cNvSpPr txBox="1"/>
          <p:nvPr userDrawn="1"/>
        </p:nvSpPr>
        <p:spPr>
          <a:xfrm>
            <a:off x="5016472" y="1871001"/>
            <a:ext cx="792735" cy="1153329"/>
          </a:xfrm>
          <a:prstGeom prst="rect">
            <a:avLst/>
          </a:prstGeom>
          <a:noFill/>
        </p:spPr>
        <p:txBody>
          <a:bodyPr wrap="square" lIns="90000" rtlCol="0" anchor="t">
            <a:spAutoFit/>
          </a:bodyPr>
          <a:lstStyle/>
          <a:p>
            <a:pPr algn="l">
              <a:lnSpc>
                <a:spcPct val="113000"/>
              </a:lnSpc>
            </a:pPr>
            <a:r>
              <a:rPr lang="en-US" sz="6600" b="1" dirty="0">
                <a:solidFill>
                  <a:srgbClr val="000000"/>
                </a:solidFill>
                <a:latin typeface="Azeret Mono" pitchFamily="2" charset="77"/>
                <a:cs typeface="Azeret Mono" pitchFamily="2" charset="77"/>
              </a:rPr>
              <a:t>“</a:t>
            </a:r>
            <a:endParaRPr lang="en-US" sz="1100" b="1" dirty="0">
              <a:solidFill>
                <a:srgbClr val="000000"/>
              </a:solidFill>
              <a:latin typeface="Azeret Mono" pitchFamily="2" charset="77"/>
              <a:cs typeface="Azeret Mono" pitchFamily="2" charset="77"/>
            </a:endParaRPr>
          </a:p>
        </p:txBody>
      </p:sp>
      <p:sp>
        <p:nvSpPr>
          <p:cNvPr id="14" name="Ovaal 13">
            <a:extLst>
              <a:ext uri="{FF2B5EF4-FFF2-40B4-BE49-F238E27FC236}">
                <a16:creationId xmlns:a16="http://schemas.microsoft.com/office/drawing/2014/main" id="{E06AC4B6-D196-E6FE-A1E6-AF3C3AB87A25}"/>
              </a:ext>
            </a:extLst>
          </p:cNvPr>
          <p:cNvSpPr/>
          <p:nvPr userDrawn="1"/>
        </p:nvSpPr>
        <p:spPr>
          <a:xfrm>
            <a:off x="3531070" y="1891881"/>
            <a:ext cx="1527826" cy="1527826"/>
          </a:xfrm>
          <a:prstGeom prst="ellipse">
            <a:avLst/>
          </a:prstGeom>
          <a:gradFill>
            <a:gsLst>
              <a:gs pos="81750">
                <a:srgbClr val="F8C716">
                  <a:alpha val="50196"/>
                </a:srgbClr>
              </a:gs>
              <a:gs pos="55000">
                <a:srgbClr val="F8C716">
                  <a:alpha val="0"/>
                </a:srgbClr>
              </a:gs>
              <a:gs pos="100000">
                <a:srgbClr val="E88C36"/>
              </a:gs>
            </a:gsLst>
            <a:lin ang="2700000" scaled="0"/>
          </a:gradFill>
          <a:ln>
            <a:gradFill>
              <a:gsLst>
                <a:gs pos="41000">
                  <a:schemeClr val="accent2">
                    <a:alpha val="0"/>
                  </a:schemeClr>
                </a:gs>
                <a:gs pos="63500">
                  <a:schemeClr val="accent2"/>
                </a:gs>
                <a:gs pos="86000">
                  <a:srgbClr val="E88C3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17" name="Ovaal 16">
            <a:extLst>
              <a:ext uri="{FF2B5EF4-FFF2-40B4-BE49-F238E27FC236}">
                <a16:creationId xmlns:a16="http://schemas.microsoft.com/office/drawing/2014/main" id="{D09F5B43-FF63-47C9-C37C-A7441CD3F6FC}"/>
              </a:ext>
            </a:extLst>
          </p:cNvPr>
          <p:cNvSpPr/>
          <p:nvPr userDrawn="1"/>
        </p:nvSpPr>
        <p:spPr>
          <a:xfrm>
            <a:off x="1999898" y="2395362"/>
            <a:ext cx="215764" cy="215764"/>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18" name="Ovaal 17">
            <a:extLst>
              <a:ext uri="{FF2B5EF4-FFF2-40B4-BE49-F238E27FC236}">
                <a16:creationId xmlns:a16="http://schemas.microsoft.com/office/drawing/2014/main" id="{63808A08-4DAB-E19F-EEE5-B9885EA7A710}"/>
              </a:ext>
            </a:extLst>
          </p:cNvPr>
          <p:cNvSpPr/>
          <p:nvPr userDrawn="1"/>
        </p:nvSpPr>
        <p:spPr>
          <a:xfrm>
            <a:off x="2734205" y="2669675"/>
            <a:ext cx="416958" cy="4169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7" name="Rounded Rectangle 11">
            <a:extLst>
              <a:ext uri="{FF2B5EF4-FFF2-40B4-BE49-F238E27FC236}">
                <a16:creationId xmlns:a16="http://schemas.microsoft.com/office/drawing/2014/main" id="{3CBF1CA0-3B72-D5D5-B533-4169DB397A93}"/>
              </a:ext>
            </a:extLst>
          </p:cNvPr>
          <p:cNvSpPr/>
          <p:nvPr userDrawn="1"/>
        </p:nvSpPr>
        <p:spPr>
          <a:xfrm>
            <a:off x="158400" y="6255515"/>
            <a:ext cx="4275948" cy="522162"/>
          </a:xfrm>
          <a:prstGeom prst="roundRect">
            <a:avLst>
              <a:gd name="adj" fmla="val 25380"/>
            </a:avLst>
          </a:prstGeom>
          <a:gradFill>
            <a:gsLst>
              <a:gs pos="84000">
                <a:srgbClr val="F9C816"/>
              </a:gs>
              <a:gs pos="12000">
                <a:srgbClr val="F9C816">
                  <a:alpha val="0"/>
                </a:srgbClr>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30" name="Afbeelding 29">
            <a:extLst>
              <a:ext uri="{FF2B5EF4-FFF2-40B4-BE49-F238E27FC236}">
                <a16:creationId xmlns:a16="http://schemas.microsoft.com/office/drawing/2014/main" id="{DDC69C27-9853-4AE1-4802-414E89610910}"/>
              </a:ext>
            </a:extLst>
          </p:cNvPr>
          <p:cNvPicPr>
            <a:picLocks noChangeAspect="1"/>
          </p:cNvPicPr>
          <p:nvPr userDrawn="1"/>
        </p:nvPicPr>
        <p:blipFill>
          <a:blip r:embed="rId2">
            <a:lum bright="100000"/>
          </a:blip>
          <a:stretch>
            <a:fillRect/>
          </a:stretch>
        </p:blipFill>
        <p:spPr>
          <a:xfrm>
            <a:off x="10413622" y="6420571"/>
            <a:ext cx="1727200" cy="406400"/>
          </a:xfrm>
          <a:prstGeom prst="rect">
            <a:avLst/>
          </a:prstGeom>
        </p:spPr>
      </p:pic>
      <p:sp>
        <p:nvSpPr>
          <p:cNvPr id="31" name="Rechthoek 30">
            <a:extLst>
              <a:ext uri="{FF2B5EF4-FFF2-40B4-BE49-F238E27FC236}">
                <a16:creationId xmlns:a16="http://schemas.microsoft.com/office/drawing/2014/main" id="{DB8E46FA-78BC-5F2B-6238-F2CEDC1BB207}"/>
              </a:ext>
            </a:extLst>
          </p:cNvPr>
          <p:cNvSpPr/>
          <p:nvPr userDrawn="1"/>
        </p:nvSpPr>
        <p:spPr>
          <a:xfrm>
            <a:off x="11535226" y="6427757"/>
            <a:ext cx="443898" cy="261609"/>
          </a:xfrm>
          <a:prstGeom prst="rect">
            <a:avLst/>
          </a:prstGeom>
          <a:solidFill>
            <a:srgbClr val="E99E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lvl1pPr>
              <a:defRPr>
                <a:solidFill>
                  <a:srgbClr val="000000"/>
                </a:solidFill>
              </a:defRPr>
            </a:lvl1pPr>
          </a:lstStyle>
          <a:p>
            <a:fld id="{E242BD21-9B61-2246-BCB1-4BE5E1BEBE1C}" type="slidenum">
              <a:rPr lang="nl-NL" smtClean="0"/>
              <a:pPr/>
              <a:t>‹#›</a:t>
            </a:fld>
            <a:endParaRPr lang="nl-NL"/>
          </a:p>
        </p:txBody>
      </p:sp>
      <p:sp>
        <p:nvSpPr>
          <p:cNvPr id="33" name="Ovaal 32">
            <a:extLst>
              <a:ext uri="{FF2B5EF4-FFF2-40B4-BE49-F238E27FC236}">
                <a16:creationId xmlns:a16="http://schemas.microsoft.com/office/drawing/2014/main" id="{50A82314-1546-C656-9622-ED2B1A3C2E4C}"/>
              </a:ext>
            </a:extLst>
          </p:cNvPr>
          <p:cNvSpPr/>
          <p:nvPr userDrawn="1"/>
        </p:nvSpPr>
        <p:spPr>
          <a:xfrm>
            <a:off x="3602969" y="1963780"/>
            <a:ext cx="1384028" cy="13840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2" name="Tijdelijke aanduiding voor inhoud 21">
            <a:extLst>
              <a:ext uri="{FF2B5EF4-FFF2-40B4-BE49-F238E27FC236}">
                <a16:creationId xmlns:a16="http://schemas.microsoft.com/office/drawing/2014/main" id="{FBB448AB-360E-01D1-7D60-E1E88FE026D0}"/>
              </a:ext>
            </a:extLst>
          </p:cNvPr>
          <p:cNvSpPr>
            <a:spLocks noGrp="1"/>
          </p:cNvSpPr>
          <p:nvPr>
            <p:ph sz="quarter" idx="16" hasCustomPrompt="1"/>
          </p:nvPr>
        </p:nvSpPr>
        <p:spPr>
          <a:xfrm>
            <a:off x="3657902" y="2018714"/>
            <a:ext cx="1274162" cy="1274160"/>
          </a:xfrm>
          <a:prstGeom prst="ellipse">
            <a:avLst/>
          </a:prstGeom>
        </p:spPr>
        <p:txBody>
          <a:bodyPr lIns="0" rIns="0" anchor="ctr"/>
          <a:lstStyle>
            <a:lvl1pPr marL="0" indent="0" algn="ctr">
              <a:buFont typeface="Arial" panose="020B0604020202020204" pitchFamily="34" charset="0"/>
              <a:buNone/>
              <a:defRPr sz="1200"/>
            </a:lvl1pPr>
          </a:lstStyle>
          <a:p>
            <a:pPr lvl="0"/>
            <a:r>
              <a:rPr lang="nl-NL" dirty="0" err="1"/>
              <a:t>Insert</a:t>
            </a:r>
            <a:r>
              <a:rPr lang="nl-NL" dirty="0"/>
              <a:t> company logo</a:t>
            </a:r>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4932063" y="2844573"/>
            <a:ext cx="6888461" cy="495156"/>
          </a:xfrm>
          <a:prstGeom prst="roundRect">
            <a:avLst>
              <a:gd name="adj" fmla="val 6051"/>
            </a:avLst>
          </a:prstGeom>
          <a:gradFill flip="none" rotWithShape="1">
            <a:gsLst>
              <a:gs pos="0">
                <a:srgbClr val="E88C2B"/>
              </a:gs>
              <a:gs pos="39000">
                <a:srgbClr val="F9C816"/>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16000" tIns="108000" rIns="144000" bIns="108000" rtlCol="0" anchor="t">
            <a:spAutoFit/>
          </a:bodyPr>
          <a:lstStyle>
            <a:lvl1pPr marL="0" indent="0">
              <a:buFont typeface="Arial" panose="020B0604020202020204" pitchFamily="34" charset="0"/>
              <a:buNone/>
              <a:defRPr lang="en-US" b="0" i="0" dirty="0">
                <a:solidFill>
                  <a:srgbClr val="000000"/>
                </a:solidFill>
                <a:latin typeface="Noir Pro" pitchFamily="2" charset="0"/>
              </a:defRPr>
            </a:lvl1pPr>
          </a:lstStyle>
          <a:p>
            <a:pPr algn="l">
              <a:lnSpc>
                <a:spcPct val="114000"/>
              </a:lnSpc>
              <a:spcAft>
                <a:spcPts val="600"/>
              </a:spcAft>
            </a:pPr>
            <a:r>
              <a:rPr lang="en-US" sz="1600" b="0" i="0" dirty="0">
                <a:solidFill>
                  <a:schemeClr val="tx1"/>
                </a:solidFill>
                <a:latin typeface="Noir Pro" pitchFamily="2" charset="0"/>
              </a:rPr>
              <a:t>Insert quote text</a:t>
            </a:r>
            <a:endParaRPr lang="en-RO" sz="1600" b="0" i="0">
              <a:solidFill>
                <a:schemeClr val="tx1"/>
              </a:solidFill>
              <a:latin typeface="Noir Pro" pitchFamily="2" charset="0"/>
            </a:endParaRPr>
          </a:p>
        </p:txBody>
      </p:sp>
      <p:sp>
        <p:nvSpPr>
          <p:cNvPr id="39" name="Tijdelijke aanduiding voor tekst 36">
            <a:extLst>
              <a:ext uri="{FF2B5EF4-FFF2-40B4-BE49-F238E27FC236}">
                <a16:creationId xmlns:a16="http://schemas.microsoft.com/office/drawing/2014/main" id="{54E821C7-92FA-25E1-BE1E-3EB86B4F8C70}"/>
              </a:ext>
            </a:extLst>
          </p:cNvPr>
          <p:cNvSpPr>
            <a:spLocks noGrp="1"/>
          </p:cNvSpPr>
          <p:nvPr>
            <p:ph type="body" sz="quarter" idx="17" hasCustomPrompt="1"/>
          </p:nvPr>
        </p:nvSpPr>
        <p:spPr>
          <a:xfrm>
            <a:off x="5629938" y="2137563"/>
            <a:ext cx="6190586" cy="257799"/>
          </a:xfrm>
          <a:noFill/>
        </p:spPr>
        <p:txBody>
          <a:bodyPr wrap="none" lIns="108000" tIns="36000" rIns="108000" bIns="36000" rtlCol="0">
            <a:noAutofit/>
          </a:bodyPr>
          <a:lstStyle>
            <a:lvl1pPr marL="0" indent="0">
              <a:lnSpc>
                <a:spcPct val="80000"/>
              </a:lnSpc>
              <a:spcAft>
                <a:spcPts val="0"/>
              </a:spcAft>
              <a:buFont typeface="Arial" panose="020B0604020202020204" pitchFamily="34" charset="0"/>
              <a:buNone/>
              <a:defRPr lang="nl-NL" sz="2000" dirty="0" smtClean="0">
                <a:solidFill>
                  <a:srgbClr val="000000"/>
                </a:solidFill>
                <a:effectLst/>
                <a:latin typeface="Noir Pro Medium"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name</a:t>
            </a:r>
            <a:endParaRPr lang="en-US" dirty="0"/>
          </a:p>
        </p:txBody>
      </p:sp>
      <p:sp>
        <p:nvSpPr>
          <p:cNvPr id="40" name="Tijdelijke aanduiding voor tekst 36">
            <a:extLst>
              <a:ext uri="{FF2B5EF4-FFF2-40B4-BE49-F238E27FC236}">
                <a16:creationId xmlns:a16="http://schemas.microsoft.com/office/drawing/2014/main" id="{D92576C6-9471-E76B-DC52-92E02B6619AF}"/>
              </a:ext>
            </a:extLst>
          </p:cNvPr>
          <p:cNvSpPr>
            <a:spLocks noGrp="1"/>
          </p:cNvSpPr>
          <p:nvPr>
            <p:ph type="body" sz="quarter" idx="18" hasCustomPrompt="1"/>
          </p:nvPr>
        </p:nvSpPr>
        <p:spPr>
          <a:xfrm>
            <a:off x="5629938" y="2419369"/>
            <a:ext cx="6190586" cy="250306"/>
          </a:xfrm>
          <a:noFill/>
        </p:spPr>
        <p:txBody>
          <a:bodyPr wrap="none" lIns="108000" tIns="36000" rIns="108000" bIns="0" rtlCol="0" anchor="b">
            <a:noAutofit/>
          </a:bodyPr>
          <a:lstStyle>
            <a:lvl1pPr marL="0" indent="0">
              <a:lnSpc>
                <a:spcPct val="80000"/>
              </a:lnSpc>
              <a:spcAft>
                <a:spcPts val="0"/>
              </a:spcAft>
              <a:buFont typeface="Arial" panose="020B0604020202020204" pitchFamily="34" charset="0"/>
              <a:buNone/>
              <a:defRPr lang="nl-NL" sz="1600" b="0" i="0" dirty="0" smtClean="0">
                <a:solidFill>
                  <a:srgbClr val="000000"/>
                </a:solidFill>
                <a:effectLst/>
                <a:latin typeface="Noir Pro"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company</a:t>
            </a:r>
            <a:endParaRPr lang="en-US" dirty="0"/>
          </a:p>
        </p:txBody>
      </p:sp>
      <p:sp>
        <p:nvSpPr>
          <p:cNvPr id="7" name="Rounded Rectangle 11">
            <a:extLst>
              <a:ext uri="{FF2B5EF4-FFF2-40B4-BE49-F238E27FC236}">
                <a16:creationId xmlns:a16="http://schemas.microsoft.com/office/drawing/2014/main" id="{1267D606-0E17-B560-95C3-E2141EA29BB2}"/>
              </a:ext>
            </a:extLst>
          </p:cNvPr>
          <p:cNvSpPr/>
          <p:nvPr userDrawn="1"/>
        </p:nvSpPr>
        <p:spPr>
          <a:xfrm>
            <a:off x="158400" y="6255515"/>
            <a:ext cx="4275948" cy="522162"/>
          </a:xfrm>
          <a:prstGeom prst="roundRect">
            <a:avLst>
              <a:gd name="adj" fmla="val 25380"/>
            </a:avLst>
          </a:prstGeom>
          <a:gradFill>
            <a:gsLst>
              <a:gs pos="7000">
                <a:srgbClr val="FCE9A2">
                  <a:alpha val="1961"/>
                </a:srgbClr>
              </a:gs>
              <a:gs pos="0">
                <a:srgbClr val="FEF4D0"/>
              </a:gs>
              <a:gs pos="30000">
                <a:srgbClr val="F8C716"/>
              </a:gs>
              <a:gs pos="71000">
                <a:srgbClr val="F8C716"/>
              </a:gs>
            </a:gsLst>
            <a:lin ang="192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5" name="Graphic 14">
            <a:extLst>
              <a:ext uri="{FF2B5EF4-FFF2-40B4-BE49-F238E27FC236}">
                <a16:creationId xmlns:a16="http://schemas.microsoft.com/office/drawing/2014/main" id="{5C996B94-F94F-F917-7C99-37EF5479E3E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71475" y="2095977"/>
            <a:ext cx="2660787" cy="2366862"/>
          </a:xfrm>
          <a:prstGeom prst="rect">
            <a:avLst/>
          </a:prstGeom>
        </p:spPr>
      </p:pic>
      <p:pic>
        <p:nvPicPr>
          <p:cNvPr id="25" name="Graphic 24">
            <a:extLst>
              <a:ext uri="{FF2B5EF4-FFF2-40B4-BE49-F238E27FC236}">
                <a16:creationId xmlns:a16="http://schemas.microsoft.com/office/drawing/2014/main" id="{4CE7C618-174C-83C9-7261-EAC3D887659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663" y="6471870"/>
            <a:ext cx="325232" cy="216821"/>
          </a:xfrm>
          <a:prstGeom prst="rect">
            <a:avLst/>
          </a:prstGeom>
          <a:effectLst/>
        </p:spPr>
      </p:pic>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lvl1pPr>
              <a:defRPr>
                <a:solidFill>
                  <a:srgbClr val="000000"/>
                </a:solidFill>
              </a:defRPr>
            </a:lvl1pPr>
          </a:lstStyle>
          <a:p>
            <a:r>
              <a:rPr lang="nl-NL"/>
              <a:t>Confidential</a:t>
            </a:r>
          </a:p>
        </p:txBody>
      </p:sp>
      <p:sp>
        <p:nvSpPr>
          <p:cNvPr id="24" name="Rectangle 22">
            <a:extLst>
              <a:ext uri="{FF2B5EF4-FFF2-40B4-BE49-F238E27FC236}">
                <a16:creationId xmlns:a16="http://schemas.microsoft.com/office/drawing/2014/main" id="{EB651203-92DB-4BE5-E563-9A6B091C509E}"/>
              </a:ext>
            </a:extLst>
          </p:cNvPr>
          <p:cNvSpPr/>
          <p:nvPr userDrawn="1"/>
        </p:nvSpPr>
        <p:spPr>
          <a:xfrm>
            <a:off x="0" y="4806022"/>
            <a:ext cx="12192000" cy="1584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al 15">
            <a:extLst>
              <a:ext uri="{FF2B5EF4-FFF2-40B4-BE49-F238E27FC236}">
                <a16:creationId xmlns:a16="http://schemas.microsoft.com/office/drawing/2014/main" id="{10FE19CC-A295-2A80-35AE-A0FD1265E224}"/>
              </a:ext>
            </a:extLst>
          </p:cNvPr>
          <p:cNvSpPr/>
          <p:nvPr userDrawn="1"/>
        </p:nvSpPr>
        <p:spPr>
          <a:xfrm>
            <a:off x="2342271" y="3832200"/>
            <a:ext cx="344658" cy="3446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19" name="Rectangle 4">
            <a:extLst>
              <a:ext uri="{FF2B5EF4-FFF2-40B4-BE49-F238E27FC236}">
                <a16:creationId xmlns:a16="http://schemas.microsoft.com/office/drawing/2014/main" id="{F9473FAC-A37B-0C06-ECFE-AA3C9D26E215}"/>
              </a:ext>
            </a:extLst>
          </p:cNvPr>
          <p:cNvSpPr/>
          <p:nvPr userDrawn="1"/>
        </p:nvSpPr>
        <p:spPr>
          <a:xfrm>
            <a:off x="0" y="3429001"/>
            <a:ext cx="8134958" cy="2964608"/>
          </a:xfrm>
          <a:prstGeom prst="rect">
            <a:avLst/>
          </a:prstGeom>
          <a:gradFill>
            <a:gsLst>
              <a:gs pos="0">
                <a:srgbClr val="F8C716">
                  <a:alpha val="43922"/>
                </a:srgbClr>
              </a:gs>
              <a:gs pos="11000">
                <a:srgbClr val="F8C716">
                  <a:alpha val="25882"/>
                </a:srgbClr>
              </a:gs>
              <a:gs pos="35000">
                <a:srgbClr val="F8C716">
                  <a:alpha val="0"/>
                </a:srgbClr>
              </a:gs>
              <a:gs pos="22000">
                <a:srgbClr val="F8C716">
                  <a:alpha val="21961"/>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20" name="Rectangle 4">
            <a:extLst>
              <a:ext uri="{FF2B5EF4-FFF2-40B4-BE49-F238E27FC236}">
                <a16:creationId xmlns:a16="http://schemas.microsoft.com/office/drawing/2014/main" id="{1F80FC1B-99B5-F7F1-FA7D-247190FB2956}"/>
              </a:ext>
            </a:extLst>
          </p:cNvPr>
          <p:cNvSpPr/>
          <p:nvPr userDrawn="1"/>
        </p:nvSpPr>
        <p:spPr>
          <a:xfrm>
            <a:off x="154800" y="4471375"/>
            <a:ext cx="8134958" cy="1922233"/>
          </a:xfrm>
          <a:prstGeom prst="rect">
            <a:avLst/>
          </a:prstGeom>
          <a:gradFill>
            <a:gsLst>
              <a:gs pos="0">
                <a:srgbClr val="F8C716">
                  <a:alpha val="76471"/>
                </a:srgbClr>
              </a:gs>
              <a:gs pos="14000">
                <a:srgbClr val="F8C716">
                  <a:alpha val="34902"/>
                </a:srgbClr>
              </a:gs>
              <a:gs pos="28000">
                <a:srgbClr val="F8C716">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35" name="Ovaal 34">
            <a:extLst>
              <a:ext uri="{FF2B5EF4-FFF2-40B4-BE49-F238E27FC236}">
                <a16:creationId xmlns:a16="http://schemas.microsoft.com/office/drawing/2014/main" id="{3D5B3B7E-51A6-5C44-793D-643CFBB4E602}"/>
              </a:ext>
            </a:extLst>
          </p:cNvPr>
          <p:cNvSpPr/>
          <p:nvPr userDrawn="1"/>
        </p:nvSpPr>
        <p:spPr>
          <a:xfrm>
            <a:off x="2839229" y="3507388"/>
            <a:ext cx="241596" cy="241596"/>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Tree>
    <p:extLst>
      <p:ext uri="{BB962C8B-B14F-4D97-AF65-F5344CB8AC3E}">
        <p14:creationId xmlns:p14="http://schemas.microsoft.com/office/powerpoint/2010/main" val="15460373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page project">
    <p:bg>
      <p:bgPr>
        <a:solidFill>
          <a:schemeClr val="bg1"/>
        </a:solidFill>
        <a:effectLst/>
      </p:bgPr>
    </p:bg>
    <p:spTree>
      <p:nvGrpSpPr>
        <p:cNvPr id="1" name=""/>
        <p:cNvGrpSpPr/>
        <p:nvPr/>
      </p:nvGrpSpPr>
      <p:grpSpPr>
        <a:xfrm>
          <a:off x="0" y="0"/>
          <a:ext cx="0" cy="0"/>
          <a:chOff x="0" y="0"/>
          <a:chExt cx="0" cy="0"/>
        </a:xfrm>
      </p:grpSpPr>
      <p:pic>
        <p:nvPicPr>
          <p:cNvPr id="4" name="Picture 38">
            <a:extLst>
              <a:ext uri="{FF2B5EF4-FFF2-40B4-BE49-F238E27FC236}">
                <a16:creationId xmlns:a16="http://schemas.microsoft.com/office/drawing/2014/main" id="{2D921F71-2534-5041-4E81-D128896D2766}"/>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5948"/>
                    </a14:imgEffect>
                    <a14:imgEffect>
                      <a14:saturation sat="89000"/>
                    </a14:imgEffect>
                    <a14:imgEffect>
                      <a14:brightnessContrast bright="-30000" contrast="13000"/>
                    </a14:imgEffect>
                  </a14:imgLayer>
                </a14:imgProps>
              </a:ext>
              <a:ext uri="{28A0092B-C50C-407E-A947-70E740481C1C}">
                <a14:useLocalDpi xmlns:a14="http://schemas.microsoft.com/office/drawing/2010/main"/>
              </a:ext>
            </a:extLst>
          </a:blip>
          <a:srcRect l="64864" r="-1"/>
          <a:stretch/>
        </p:blipFill>
        <p:spPr>
          <a:xfrm flipH="1">
            <a:off x="-370" y="1"/>
            <a:ext cx="6135321" cy="6857998"/>
          </a:xfrm>
          <a:prstGeom prst="rect">
            <a:avLst/>
          </a:prstGeom>
        </p:spPr>
      </p:pic>
      <p:sp>
        <p:nvSpPr>
          <p:cNvPr id="11" name="Rechthoek 10">
            <a:extLst>
              <a:ext uri="{FF2B5EF4-FFF2-40B4-BE49-F238E27FC236}">
                <a16:creationId xmlns:a16="http://schemas.microsoft.com/office/drawing/2014/main" id="{3845C66D-5BDC-34A9-807F-210DFBADD7AA}"/>
              </a:ext>
            </a:extLst>
          </p:cNvPr>
          <p:cNvSpPr/>
          <p:nvPr userDrawn="1"/>
        </p:nvSpPr>
        <p:spPr>
          <a:xfrm>
            <a:off x="0" y="0"/>
            <a:ext cx="6099188" cy="6858000"/>
          </a:xfrm>
          <a:prstGeom prst="rect">
            <a:avLst/>
          </a:prstGeom>
          <a:gradFill>
            <a:gsLst>
              <a:gs pos="0">
                <a:srgbClr val="09204F">
                  <a:alpha val="90588"/>
                </a:srgbClr>
              </a:gs>
              <a:gs pos="80000">
                <a:srgbClr val="1864FF">
                  <a:alpha val="87451"/>
                </a:srgbClr>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Rechthoek 14">
            <a:extLst>
              <a:ext uri="{FF2B5EF4-FFF2-40B4-BE49-F238E27FC236}">
                <a16:creationId xmlns:a16="http://schemas.microsoft.com/office/drawing/2014/main" id="{4FAF82D6-1971-5A8D-67D7-3B3F3AA370D4}"/>
              </a:ext>
            </a:extLst>
          </p:cNvPr>
          <p:cNvSpPr/>
          <p:nvPr userDrawn="1"/>
        </p:nvSpPr>
        <p:spPr>
          <a:xfrm>
            <a:off x="-1" y="2550296"/>
            <a:ext cx="6099187" cy="4307704"/>
          </a:xfrm>
          <a:prstGeom prst="rect">
            <a:avLst/>
          </a:prstGeom>
          <a:gradFill>
            <a:gsLst>
              <a:gs pos="4000">
                <a:srgbClr val="09204F">
                  <a:alpha val="70980"/>
                </a:srgbClr>
              </a:gs>
              <a:gs pos="100000">
                <a:srgbClr val="1864FF"/>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ounded Rectangle 11">
            <a:extLst>
              <a:ext uri="{FF2B5EF4-FFF2-40B4-BE49-F238E27FC236}">
                <a16:creationId xmlns:a16="http://schemas.microsoft.com/office/drawing/2014/main" id="{E46AA121-FCBC-5D59-8FF9-D882BEAACCA9}"/>
              </a:ext>
            </a:extLst>
          </p:cNvPr>
          <p:cNvSpPr/>
          <p:nvPr userDrawn="1"/>
        </p:nvSpPr>
        <p:spPr>
          <a:xfrm>
            <a:off x="158400" y="6255515"/>
            <a:ext cx="3927438" cy="522162"/>
          </a:xfrm>
          <a:prstGeom prst="roundRect">
            <a:avLst>
              <a:gd name="adj" fmla="val 25380"/>
            </a:avLst>
          </a:prstGeom>
          <a:gradFill>
            <a:gsLst>
              <a:gs pos="0">
                <a:srgbClr val="74A2FF">
                  <a:alpha val="81961"/>
                </a:srgbClr>
              </a:gs>
              <a:gs pos="19000">
                <a:srgbClr val="74A2F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23" name="Graphic 22">
            <a:extLst>
              <a:ext uri="{FF2B5EF4-FFF2-40B4-BE49-F238E27FC236}">
                <a16:creationId xmlns:a16="http://schemas.microsoft.com/office/drawing/2014/main" id="{D125FDCF-FB44-FFA3-6CDF-6891033323B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1663" y="6471870"/>
            <a:ext cx="325232" cy="216821"/>
          </a:xfrm>
          <a:prstGeom prst="rect">
            <a:avLst/>
          </a:prstGeom>
        </p:spPr>
      </p:pic>
      <p:sp>
        <p:nvSpPr>
          <p:cNvPr id="28" name="Rectangle 27">
            <a:extLst>
              <a:ext uri="{FF2B5EF4-FFF2-40B4-BE49-F238E27FC236}">
                <a16:creationId xmlns:a16="http://schemas.microsoft.com/office/drawing/2014/main" id="{7A240597-FB20-6A42-8EA6-4B770828805B}"/>
              </a:ext>
            </a:extLst>
          </p:cNvPr>
          <p:cNvSpPr/>
          <p:nvPr userDrawn="1"/>
        </p:nvSpPr>
        <p:spPr>
          <a:xfrm>
            <a:off x="6099186" y="1"/>
            <a:ext cx="6092814" cy="6858000"/>
          </a:xfrm>
          <a:prstGeom prst="rect">
            <a:avLst/>
          </a:prstGeom>
          <a:gradFill>
            <a:gsLst>
              <a:gs pos="6000">
                <a:srgbClr val="E88C36"/>
              </a:gs>
              <a:gs pos="82000">
                <a:srgbClr val="F8C716"/>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b="0" i="0" err="1">
              <a:solidFill>
                <a:schemeClr val="bg1"/>
              </a:solidFill>
              <a:latin typeface="Noir Pro" pitchFamily="2" charset="0"/>
            </a:endParaRPr>
          </a:p>
        </p:txBody>
      </p: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6485026" y="1119802"/>
            <a:ext cx="5335499"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Project lead name</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6485026" y="3212289"/>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6485026" y="3528983"/>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6485026" y="1679479"/>
            <a:ext cx="5335499"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14" name="TextBox 13">
            <a:extLst>
              <a:ext uri="{FF2B5EF4-FFF2-40B4-BE49-F238E27FC236}">
                <a16:creationId xmlns:a16="http://schemas.microsoft.com/office/drawing/2014/main" id="{228E083C-74D7-F74D-AB9F-127D23959D17}"/>
              </a:ext>
            </a:extLst>
          </p:cNvPr>
          <p:cNvSpPr txBox="1"/>
          <p:nvPr userDrawn="1"/>
        </p:nvSpPr>
        <p:spPr>
          <a:xfrm>
            <a:off x="6717435" y="1445767"/>
            <a:ext cx="3100000" cy="201600"/>
          </a:xfrm>
          <a:prstGeom prst="rect">
            <a:avLst/>
          </a:prstGeom>
          <a:noFill/>
        </p:spPr>
        <p:txBody>
          <a:bodyPr wrap="none" lIns="0" tIns="0" rIns="0" bIns="0" rtlCol="0">
            <a:noAutofit/>
          </a:bodyPr>
          <a:lstStyle/>
          <a:p>
            <a:pPr marL="0" indent="0">
              <a:buFont typeface="Arial" panose="020B0604020202020204" pitchFamily="34" charset="0"/>
              <a:buNone/>
            </a:pPr>
            <a:r>
              <a:rPr lang="en-US" sz="1600" b="0" i="0" dirty="0">
                <a:solidFill>
                  <a:srgbClr val="000000">
                    <a:alpha val="74902"/>
                  </a:srgbClr>
                </a:solidFill>
                <a:latin typeface="Noir Pro" pitchFamily="2" charset="0"/>
              </a:rPr>
              <a:t>Project lead</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6485026" y="2062393"/>
            <a:ext cx="5335499"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Account manager name</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6485026" y="2622070"/>
            <a:ext cx="5335499"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1" name="TextBox 50">
            <a:extLst>
              <a:ext uri="{FF2B5EF4-FFF2-40B4-BE49-F238E27FC236}">
                <a16:creationId xmlns:a16="http://schemas.microsoft.com/office/drawing/2014/main" id="{F044E87C-BE29-FE44-A21D-706094E9E65C}"/>
              </a:ext>
            </a:extLst>
          </p:cNvPr>
          <p:cNvSpPr txBox="1"/>
          <p:nvPr userDrawn="1"/>
        </p:nvSpPr>
        <p:spPr>
          <a:xfrm>
            <a:off x="6717435" y="2391051"/>
            <a:ext cx="3100000" cy="201600"/>
          </a:xfrm>
          <a:prstGeom prst="rect">
            <a:avLst/>
          </a:prstGeom>
          <a:noFill/>
        </p:spPr>
        <p:txBody>
          <a:bodyPr wrap="none" lIns="0" tIns="0" rIns="0" bIns="0" rtlCol="0">
            <a:noAutofit/>
          </a:bodyPr>
          <a:lstStyle/>
          <a:p>
            <a:pPr marL="0" indent="0">
              <a:buFont typeface="Arial" panose="020B0604020202020204" pitchFamily="34" charset="0"/>
              <a:buNone/>
            </a:pPr>
            <a:r>
              <a:rPr lang="en-US" sz="1600" b="0" i="0">
                <a:solidFill>
                  <a:srgbClr val="000000">
                    <a:alpha val="74902"/>
                  </a:srgbClr>
                </a:solidFill>
                <a:latin typeface="Noir Pro" pitchFamily="2" charset="0"/>
              </a:rPr>
              <a:t>Account manager</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6485026" y="3902034"/>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6485026" y="4218728"/>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6485026" y="4597283"/>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6485026" y="4913977"/>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9" name="Text Placeholder 8">
            <a:extLst>
              <a:ext uri="{FF2B5EF4-FFF2-40B4-BE49-F238E27FC236}">
                <a16:creationId xmlns:a16="http://schemas.microsoft.com/office/drawing/2014/main" id="{7F070236-574A-5143-AD45-DD7A5A66488A}"/>
              </a:ext>
            </a:extLst>
          </p:cNvPr>
          <p:cNvSpPr>
            <a:spLocks noGrp="1"/>
          </p:cNvSpPr>
          <p:nvPr>
            <p:ph type="body" sz="quarter" idx="43" hasCustomPrompt="1"/>
          </p:nvPr>
        </p:nvSpPr>
        <p:spPr>
          <a:xfrm>
            <a:off x="6523927" y="6459758"/>
            <a:ext cx="4726241" cy="236406"/>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80000" tIns="46800" rIns="251999" bIns="46800" rtlCol="0" anchor="ctr">
            <a:noAutofit/>
          </a:bodyPr>
          <a:lstStyle>
            <a:lvl1pPr marL="0" indent="0">
              <a:buFont typeface="Arial" panose="020B0604020202020204" pitchFamily="34" charset="0"/>
              <a:buNone/>
              <a:defRPr lang="en-US" sz="900" b="0" i="0" cap="none" spc="10" baseline="0" dirty="0">
                <a:solidFill>
                  <a:srgbClr val="000000">
                    <a:alpha val="80000"/>
                  </a:srgbClr>
                </a:solidFill>
                <a:effectLst/>
                <a:latin typeface="Azeret Mono" pitchFamily="2" charset="77"/>
                <a:cs typeface="Azeret Mono" pitchFamily="2" charset="77"/>
              </a:defRPr>
            </a:lvl1pPr>
          </a:lstStyle>
          <a:p>
            <a:pPr lvl="0"/>
            <a:r>
              <a:rPr lang="en-US" dirty="0"/>
              <a:t>Insert Quality Officer (“QA performed by &lt;QA name&gt;”)</a:t>
            </a:r>
          </a:p>
        </p:txBody>
      </p:sp>
      <p:sp>
        <p:nvSpPr>
          <p:cNvPr id="3" name="Tijdelijke aanduiding voor voettekst 2">
            <a:extLst>
              <a:ext uri="{FF2B5EF4-FFF2-40B4-BE49-F238E27FC236}">
                <a16:creationId xmlns:a16="http://schemas.microsoft.com/office/drawing/2014/main" id="{1D7BC5E8-3AD2-BAB6-06FB-6A96C525D6FD}"/>
              </a:ext>
            </a:extLst>
          </p:cNvPr>
          <p:cNvSpPr>
            <a:spLocks noGrp="1"/>
          </p:cNvSpPr>
          <p:nvPr>
            <p:ph type="ftr" sz="quarter" idx="44"/>
          </p:nvPr>
        </p:nvSpPr>
        <p:spPr>
          <a:xfrm>
            <a:off x="849600" y="6462000"/>
            <a:ext cx="1085851" cy="231923"/>
          </a:xfrm>
          <a:prstGeom prst="rect">
            <a:avLst/>
          </a:prstGeom>
        </p:spPr>
        <p:txBody>
          <a:bodyPr/>
          <a:lstStyle>
            <a:lvl1pPr>
              <a:defRPr>
                <a:solidFill>
                  <a:srgbClr val="FFFFFF"/>
                </a:solidFill>
              </a:defRPr>
            </a:lvl1pPr>
          </a:lstStyle>
          <a:p>
            <a:r>
              <a:rPr lang="nl-NL"/>
              <a:t>Confidential</a:t>
            </a:r>
          </a:p>
        </p:txBody>
      </p:sp>
      <p:sp>
        <p:nvSpPr>
          <p:cNvPr id="6" name="Tijdelijke aanduiding voor dianummer 5">
            <a:extLst>
              <a:ext uri="{FF2B5EF4-FFF2-40B4-BE49-F238E27FC236}">
                <a16:creationId xmlns:a16="http://schemas.microsoft.com/office/drawing/2014/main" id="{8153FF03-B732-B20C-B839-9DB6842A6C9F}"/>
              </a:ext>
            </a:extLst>
          </p:cNvPr>
          <p:cNvSpPr>
            <a:spLocks noGrp="1"/>
          </p:cNvSpPr>
          <p:nvPr>
            <p:ph type="sldNum" sz="quarter" idx="45"/>
          </p:nvPr>
        </p:nvSpPr>
        <p:spPr/>
        <p:txBody>
          <a:bodyPr/>
          <a:lstStyle>
            <a:lvl1pPr>
              <a:defRPr>
                <a:solidFill>
                  <a:srgbClr val="000000"/>
                </a:solidFill>
              </a:defRPr>
            </a:lvl1pPr>
          </a:lstStyle>
          <a:p>
            <a:fld id="{E242BD21-9B61-2246-BCB1-4BE5E1BEBE1C}" type="slidenum">
              <a:rPr lang="nl-NL" smtClean="0"/>
              <a:pPr/>
              <a:t>‹#›</a:t>
            </a:fld>
            <a:endParaRPr lang="nl-NL"/>
          </a:p>
        </p:txBody>
      </p:sp>
      <p:sp>
        <p:nvSpPr>
          <p:cNvPr id="7" name="Titel 6">
            <a:extLst>
              <a:ext uri="{FF2B5EF4-FFF2-40B4-BE49-F238E27FC236}">
                <a16:creationId xmlns:a16="http://schemas.microsoft.com/office/drawing/2014/main" id="{972CAB85-80E6-AE4E-80BE-859473EF3714}"/>
              </a:ext>
            </a:extLst>
          </p:cNvPr>
          <p:cNvSpPr>
            <a:spLocks noGrp="1"/>
          </p:cNvSpPr>
          <p:nvPr>
            <p:ph type="title" hasCustomPrompt="1"/>
          </p:nvPr>
        </p:nvSpPr>
        <p:spPr>
          <a:xfrm>
            <a:off x="1708423" y="-441212"/>
            <a:ext cx="5792514" cy="248402"/>
          </a:xfrm>
        </p:spPr>
        <p:txBody>
          <a:bodyPr/>
          <a:lstStyle>
            <a:lvl1pPr>
              <a:defRPr sz="1000">
                <a:solidFill>
                  <a:schemeClr val="bg1">
                    <a:lumMod val="65000"/>
                  </a:schemeClr>
                </a:solidFill>
              </a:defRPr>
            </a:lvl1pPr>
          </a:lstStyle>
          <a:p>
            <a:r>
              <a:rPr lang="nl-NL" dirty="0"/>
              <a:t>Slide </a:t>
            </a:r>
            <a:r>
              <a:rPr lang="nl-NL" dirty="0" err="1"/>
              <a:t>title</a:t>
            </a:r>
            <a:r>
              <a:rPr lang="nl-NL" dirty="0"/>
              <a:t> </a:t>
            </a:r>
            <a:r>
              <a:rPr lang="nl-NL" dirty="0" err="1"/>
              <a:t>placeholder</a:t>
            </a:r>
            <a:r>
              <a:rPr lang="nl-NL" dirty="0"/>
              <a:t> (</a:t>
            </a:r>
            <a:r>
              <a:rPr lang="nl-NL" dirty="0" err="1"/>
              <a:t>for</a:t>
            </a:r>
            <a:r>
              <a:rPr lang="nl-NL" dirty="0"/>
              <a:t> </a:t>
            </a:r>
            <a:r>
              <a:rPr lang="nl-NL" dirty="0" err="1"/>
              <a:t>compatibility</a:t>
            </a:r>
            <a:r>
              <a:rPr lang="nl-NL" dirty="0"/>
              <a:t> </a:t>
            </a:r>
            <a:r>
              <a:rPr lang="nl-NL" dirty="0" err="1"/>
              <a:t>with</a:t>
            </a:r>
            <a:r>
              <a:rPr lang="nl-NL" dirty="0"/>
              <a:t> </a:t>
            </a:r>
            <a:r>
              <a:rPr lang="nl-NL" dirty="0" err="1"/>
              <a:t>other</a:t>
            </a:r>
            <a:r>
              <a:rPr lang="nl-NL" dirty="0"/>
              <a:t> slides, do </a:t>
            </a:r>
            <a:r>
              <a:rPr lang="nl-NL" dirty="0" err="1"/>
              <a:t>not</a:t>
            </a:r>
            <a:r>
              <a:rPr lang="nl-NL" dirty="0"/>
              <a:t> </a:t>
            </a:r>
            <a:r>
              <a:rPr lang="nl-NL" dirty="0" err="1"/>
              <a:t>use</a:t>
            </a:r>
            <a:r>
              <a:rPr lang="nl-NL" dirty="0"/>
              <a:t>)</a:t>
            </a:r>
            <a:endParaRPr lang="en-US" dirty="0"/>
          </a:p>
        </p:txBody>
      </p:sp>
      <p:sp>
        <p:nvSpPr>
          <p:cNvPr id="26" name="Titel 3">
            <a:extLst>
              <a:ext uri="{FF2B5EF4-FFF2-40B4-BE49-F238E27FC236}">
                <a16:creationId xmlns:a16="http://schemas.microsoft.com/office/drawing/2014/main" id="{150674E9-CD11-6872-1771-0663037B4AB1}"/>
              </a:ext>
            </a:extLst>
          </p:cNvPr>
          <p:cNvSpPr txBox="1">
            <a:spLocks/>
          </p:cNvSpPr>
          <p:nvPr userDrawn="1"/>
        </p:nvSpPr>
        <p:spPr>
          <a:xfrm>
            <a:off x="687600" y="977039"/>
            <a:ext cx="5025746" cy="1218795"/>
          </a:xfrm>
          <a:prstGeom prst="rect">
            <a:avLst/>
          </a:prstGeom>
        </p:spPr>
        <p:txBody>
          <a:bodyPr wrap="square" lIns="234000" tIns="0" rIns="0" bIns="0" anchor="t" anchorCtr="0">
            <a:spAutoFit/>
          </a:bodyPr>
          <a:lstStyle>
            <a:lvl1pPr marL="0" indent="0" algn="l" defTabSz="914400" rtl="0" eaLnBrk="1" latinLnBrk="0" hangingPunct="1">
              <a:lnSpc>
                <a:spcPct val="90000"/>
              </a:lnSpc>
              <a:spcBef>
                <a:spcPts val="0"/>
              </a:spcBef>
              <a:buNone/>
              <a:defRPr lang="en-US" sz="4400" b="1" i="0" kern="1200" spc="0">
                <a:solidFill>
                  <a:schemeClr val="bg1"/>
                </a:solidFill>
                <a:latin typeface="Noir Pro Semi Bold" pitchFamily="2" charset="0"/>
                <a:ea typeface="+mn-ea"/>
                <a:cs typeface="+mn-cs"/>
              </a:defRPr>
            </a:lvl1pPr>
          </a:lstStyle>
          <a:p>
            <a:r>
              <a:rPr lang="nl-NL" dirty="0" err="1">
                <a:solidFill>
                  <a:srgbClr val="FFFFFF"/>
                </a:solidFill>
              </a:rPr>
              <a:t>Your</a:t>
            </a:r>
            <a:r>
              <a:rPr lang="nl-NL" dirty="0">
                <a:solidFill>
                  <a:srgbClr val="FFFFFF"/>
                </a:solidFill>
              </a:rPr>
              <a:t> delivery team</a:t>
            </a:r>
          </a:p>
        </p:txBody>
      </p:sp>
      <p:sp>
        <p:nvSpPr>
          <p:cNvPr id="16" name="Text Placeholder 2">
            <a:extLst>
              <a:ext uri="{FF2B5EF4-FFF2-40B4-BE49-F238E27FC236}">
                <a16:creationId xmlns:a16="http://schemas.microsoft.com/office/drawing/2014/main" id="{68052483-75B2-3E51-14D2-2098A04A2C54}"/>
              </a:ext>
            </a:extLst>
          </p:cNvPr>
          <p:cNvSpPr txBox="1">
            <a:spLocks/>
          </p:cNvSpPr>
          <p:nvPr userDrawn="1"/>
        </p:nvSpPr>
        <p:spPr>
          <a:xfrm>
            <a:off x="6614376" y="6138277"/>
            <a:ext cx="3593008"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a:solidFill>
                  <a:srgbClr val="000000"/>
                </a:solidFill>
                <a:latin typeface="Noir Pro" pitchFamily="2" charset="0"/>
                <a:cs typeface="Azeret Mono" pitchFamily="2" charset="77"/>
              </a:rPr>
              <a:t>+31 (0) 20 314 09 53  </a:t>
            </a:r>
          </a:p>
        </p:txBody>
      </p:sp>
      <p:sp>
        <p:nvSpPr>
          <p:cNvPr id="17" name="Text Placeholder 2">
            <a:extLst>
              <a:ext uri="{FF2B5EF4-FFF2-40B4-BE49-F238E27FC236}">
                <a16:creationId xmlns:a16="http://schemas.microsoft.com/office/drawing/2014/main" id="{E2E24D48-27B7-C704-62AD-DAC1B069A355}"/>
              </a:ext>
            </a:extLst>
          </p:cNvPr>
          <p:cNvSpPr txBox="1">
            <a:spLocks/>
          </p:cNvSpPr>
          <p:nvPr userDrawn="1"/>
        </p:nvSpPr>
        <p:spPr>
          <a:xfrm>
            <a:off x="6614376" y="5869904"/>
            <a:ext cx="4012536"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dirty="0">
                <a:solidFill>
                  <a:srgbClr val="000000"/>
                </a:solidFill>
                <a:latin typeface="Noir Pro" pitchFamily="2" charset="0"/>
                <a:cs typeface="Azeret Mono" pitchFamily="2" charset="77"/>
              </a:rPr>
              <a:t>www.softwareimprovementgroup.com</a:t>
            </a:r>
          </a:p>
        </p:txBody>
      </p:sp>
      <p:pic>
        <p:nvPicPr>
          <p:cNvPr id="2" name="Graphic 1">
            <a:extLst>
              <a:ext uri="{FF2B5EF4-FFF2-40B4-BE49-F238E27FC236}">
                <a16:creationId xmlns:a16="http://schemas.microsoft.com/office/drawing/2014/main" id="{6FEA10E0-3D73-55D7-E866-371841EA6A3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36000" y="3513307"/>
            <a:ext cx="2274111" cy="2022901"/>
          </a:xfrm>
          <a:prstGeom prst="rect">
            <a:avLst/>
          </a:prstGeom>
        </p:spPr>
      </p:pic>
      <p:sp>
        <p:nvSpPr>
          <p:cNvPr id="5" name="Vrije vorm 4">
            <a:extLst>
              <a:ext uri="{FF2B5EF4-FFF2-40B4-BE49-F238E27FC236}">
                <a16:creationId xmlns:a16="http://schemas.microsoft.com/office/drawing/2014/main" id="{1968E369-A70B-7B4A-7672-CDB30D53781E}"/>
              </a:ext>
            </a:extLst>
          </p:cNvPr>
          <p:cNvSpPr/>
          <p:nvPr userDrawn="1"/>
        </p:nvSpPr>
        <p:spPr>
          <a:xfrm>
            <a:off x="160978" y="136357"/>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6000">
                <a:srgbClr val="F9C816">
                  <a:alpha val="46000"/>
                </a:srgbClr>
              </a:gs>
              <a:gs pos="41000">
                <a:srgbClr val="F9C816">
                  <a:alpha val="0"/>
                </a:srgbClr>
              </a:gs>
              <a:gs pos="30000">
                <a:srgbClr val="F9C816">
                  <a:alpha val="17000"/>
                </a:srgbClr>
              </a:gs>
            </a:gsLst>
            <a:lin ang="4200000" scaled="0"/>
          </a:gradFill>
          <a:ln w="9525">
            <a:gradFill>
              <a:gsLst>
                <a:gs pos="6000">
                  <a:srgbClr val="E88B36"/>
                </a:gs>
                <a:gs pos="46000">
                  <a:srgbClr val="F9C816">
                    <a:alpha val="0"/>
                  </a:srgbClr>
                </a:gs>
                <a:gs pos="23000">
                  <a:srgbClr val="F9C816"/>
                </a:gs>
              </a:gsLst>
              <a:lin ang="468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2" name="Text Placeholder 7">
            <a:extLst>
              <a:ext uri="{FF2B5EF4-FFF2-40B4-BE49-F238E27FC236}">
                <a16:creationId xmlns:a16="http://schemas.microsoft.com/office/drawing/2014/main" id="{57928E76-44DF-8C94-6012-676C8DA4133D}"/>
              </a:ext>
            </a:extLst>
          </p:cNvPr>
          <p:cNvSpPr>
            <a:spLocks noGrp="1"/>
          </p:cNvSpPr>
          <p:nvPr>
            <p:ph type="body" sz="quarter" idx="46" hasCustomPrompt="1"/>
          </p:nvPr>
        </p:nvSpPr>
        <p:spPr>
          <a:xfrm>
            <a:off x="9179101" y="3212289"/>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13" name="Text Placeholder 10">
            <a:extLst>
              <a:ext uri="{FF2B5EF4-FFF2-40B4-BE49-F238E27FC236}">
                <a16:creationId xmlns:a16="http://schemas.microsoft.com/office/drawing/2014/main" id="{F91137F3-1FE3-2DFE-6446-149A353641B2}"/>
              </a:ext>
            </a:extLst>
          </p:cNvPr>
          <p:cNvSpPr>
            <a:spLocks noGrp="1"/>
          </p:cNvSpPr>
          <p:nvPr>
            <p:ph type="body" sz="quarter" idx="47" hasCustomPrompt="1"/>
          </p:nvPr>
        </p:nvSpPr>
        <p:spPr>
          <a:xfrm>
            <a:off x="9179101" y="3528983"/>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18" name="Text Placeholder 7">
            <a:extLst>
              <a:ext uri="{FF2B5EF4-FFF2-40B4-BE49-F238E27FC236}">
                <a16:creationId xmlns:a16="http://schemas.microsoft.com/office/drawing/2014/main" id="{A443E0C3-CAA9-0F97-9FE8-C31EBD5AC162}"/>
              </a:ext>
            </a:extLst>
          </p:cNvPr>
          <p:cNvSpPr>
            <a:spLocks noGrp="1"/>
          </p:cNvSpPr>
          <p:nvPr>
            <p:ph type="body" sz="quarter" idx="48" hasCustomPrompt="1"/>
          </p:nvPr>
        </p:nvSpPr>
        <p:spPr>
          <a:xfrm>
            <a:off x="9179101" y="3902034"/>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19" name="Text Placeholder 10">
            <a:extLst>
              <a:ext uri="{FF2B5EF4-FFF2-40B4-BE49-F238E27FC236}">
                <a16:creationId xmlns:a16="http://schemas.microsoft.com/office/drawing/2014/main" id="{BE63016B-1598-8DC6-006A-313105AA1450}"/>
              </a:ext>
            </a:extLst>
          </p:cNvPr>
          <p:cNvSpPr>
            <a:spLocks noGrp="1"/>
          </p:cNvSpPr>
          <p:nvPr>
            <p:ph type="body" sz="quarter" idx="49" hasCustomPrompt="1"/>
          </p:nvPr>
        </p:nvSpPr>
        <p:spPr>
          <a:xfrm>
            <a:off x="9179101" y="4218728"/>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20" name="Text Placeholder 7">
            <a:extLst>
              <a:ext uri="{FF2B5EF4-FFF2-40B4-BE49-F238E27FC236}">
                <a16:creationId xmlns:a16="http://schemas.microsoft.com/office/drawing/2014/main" id="{9B9DFCE2-7A4E-07E7-F081-7BDFBCE46A5E}"/>
              </a:ext>
            </a:extLst>
          </p:cNvPr>
          <p:cNvSpPr>
            <a:spLocks noGrp="1"/>
          </p:cNvSpPr>
          <p:nvPr>
            <p:ph type="body" sz="quarter" idx="50" hasCustomPrompt="1"/>
          </p:nvPr>
        </p:nvSpPr>
        <p:spPr>
          <a:xfrm>
            <a:off x="9179101" y="4597283"/>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21" name="Text Placeholder 10">
            <a:extLst>
              <a:ext uri="{FF2B5EF4-FFF2-40B4-BE49-F238E27FC236}">
                <a16:creationId xmlns:a16="http://schemas.microsoft.com/office/drawing/2014/main" id="{8E90BA61-9F26-4973-5826-86EBC38E18E6}"/>
              </a:ext>
            </a:extLst>
          </p:cNvPr>
          <p:cNvSpPr>
            <a:spLocks noGrp="1"/>
          </p:cNvSpPr>
          <p:nvPr>
            <p:ph type="body" sz="quarter" idx="51" hasCustomPrompt="1"/>
          </p:nvPr>
        </p:nvSpPr>
        <p:spPr>
          <a:xfrm>
            <a:off x="9179101" y="4913977"/>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Tree>
    <p:extLst>
      <p:ext uri="{BB962C8B-B14F-4D97-AF65-F5344CB8AC3E}">
        <p14:creationId xmlns:p14="http://schemas.microsoft.com/office/powerpoint/2010/main" val="196567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act page general">
    <p:bg>
      <p:bgPr>
        <a:solidFill>
          <a:schemeClr val="bg1"/>
        </a:solidFill>
        <a:effectLst/>
      </p:bgPr>
    </p:bg>
    <p:spTree>
      <p:nvGrpSpPr>
        <p:cNvPr id="1" name=""/>
        <p:cNvGrpSpPr/>
        <p:nvPr/>
      </p:nvGrpSpPr>
      <p:grpSpPr>
        <a:xfrm>
          <a:off x="0" y="0"/>
          <a:ext cx="0" cy="0"/>
          <a:chOff x="0" y="0"/>
          <a:chExt cx="0" cy="0"/>
        </a:xfrm>
      </p:grpSpPr>
      <p:pic>
        <p:nvPicPr>
          <p:cNvPr id="14" name="Picture 38">
            <a:extLst>
              <a:ext uri="{FF2B5EF4-FFF2-40B4-BE49-F238E27FC236}">
                <a16:creationId xmlns:a16="http://schemas.microsoft.com/office/drawing/2014/main" id="{10705728-3529-EEAC-6BA5-7FC4C54D932C}"/>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5948"/>
                    </a14:imgEffect>
                    <a14:imgEffect>
                      <a14:saturation sat="89000"/>
                    </a14:imgEffect>
                    <a14:imgEffect>
                      <a14:brightnessContrast bright="-30000" contrast="13000"/>
                    </a14:imgEffect>
                  </a14:imgLayer>
                </a14:imgProps>
              </a:ext>
              <a:ext uri="{28A0092B-C50C-407E-A947-70E740481C1C}">
                <a14:useLocalDpi xmlns:a14="http://schemas.microsoft.com/office/drawing/2010/main"/>
              </a:ext>
            </a:extLst>
          </a:blip>
          <a:srcRect l="64864" r="-1"/>
          <a:stretch/>
        </p:blipFill>
        <p:spPr>
          <a:xfrm flipH="1">
            <a:off x="-370" y="1"/>
            <a:ext cx="6135321" cy="6857998"/>
          </a:xfrm>
          <a:prstGeom prst="rect">
            <a:avLst/>
          </a:prstGeom>
        </p:spPr>
      </p:pic>
      <p:sp>
        <p:nvSpPr>
          <p:cNvPr id="25" name="Rechthoek 10">
            <a:extLst>
              <a:ext uri="{FF2B5EF4-FFF2-40B4-BE49-F238E27FC236}">
                <a16:creationId xmlns:a16="http://schemas.microsoft.com/office/drawing/2014/main" id="{F8565DB7-3065-32FC-7C6D-77E08F85A889}"/>
              </a:ext>
            </a:extLst>
          </p:cNvPr>
          <p:cNvSpPr/>
          <p:nvPr userDrawn="1"/>
        </p:nvSpPr>
        <p:spPr>
          <a:xfrm>
            <a:off x="0" y="0"/>
            <a:ext cx="6099188" cy="6858000"/>
          </a:xfrm>
          <a:prstGeom prst="rect">
            <a:avLst/>
          </a:prstGeom>
          <a:gradFill>
            <a:gsLst>
              <a:gs pos="0">
                <a:srgbClr val="09204F">
                  <a:alpha val="90588"/>
                </a:srgbClr>
              </a:gs>
              <a:gs pos="80000">
                <a:srgbClr val="1864FF">
                  <a:alpha val="87451"/>
                </a:srgbClr>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0" name="Rechthoek 14">
            <a:extLst>
              <a:ext uri="{FF2B5EF4-FFF2-40B4-BE49-F238E27FC236}">
                <a16:creationId xmlns:a16="http://schemas.microsoft.com/office/drawing/2014/main" id="{C8EF42CF-F770-038C-2A0C-3BCFD4AD6C3F}"/>
              </a:ext>
            </a:extLst>
          </p:cNvPr>
          <p:cNvSpPr/>
          <p:nvPr userDrawn="1"/>
        </p:nvSpPr>
        <p:spPr>
          <a:xfrm>
            <a:off x="-1" y="2550296"/>
            <a:ext cx="6099187" cy="4307704"/>
          </a:xfrm>
          <a:prstGeom prst="rect">
            <a:avLst/>
          </a:prstGeom>
          <a:gradFill>
            <a:gsLst>
              <a:gs pos="4000">
                <a:srgbClr val="09204F">
                  <a:alpha val="70980"/>
                </a:srgbClr>
              </a:gs>
              <a:gs pos="100000">
                <a:srgbClr val="1864FF"/>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1" name="Rounded Rectangle 11">
            <a:extLst>
              <a:ext uri="{FF2B5EF4-FFF2-40B4-BE49-F238E27FC236}">
                <a16:creationId xmlns:a16="http://schemas.microsoft.com/office/drawing/2014/main" id="{F94A57BA-A7CF-43D2-8324-CA43C14FD623}"/>
              </a:ext>
            </a:extLst>
          </p:cNvPr>
          <p:cNvSpPr/>
          <p:nvPr userDrawn="1"/>
        </p:nvSpPr>
        <p:spPr>
          <a:xfrm>
            <a:off x="158400" y="6255515"/>
            <a:ext cx="3927438" cy="522162"/>
          </a:xfrm>
          <a:prstGeom prst="roundRect">
            <a:avLst>
              <a:gd name="adj" fmla="val 25380"/>
            </a:avLst>
          </a:prstGeom>
          <a:gradFill>
            <a:gsLst>
              <a:gs pos="0">
                <a:srgbClr val="74A2FF">
                  <a:alpha val="81961"/>
                </a:srgbClr>
              </a:gs>
              <a:gs pos="19000">
                <a:srgbClr val="74A2F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32" name="Graphic 31">
            <a:extLst>
              <a:ext uri="{FF2B5EF4-FFF2-40B4-BE49-F238E27FC236}">
                <a16:creationId xmlns:a16="http://schemas.microsoft.com/office/drawing/2014/main" id="{B0EC024E-1150-ED9D-3CC7-A1849E428FE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1663" y="6471870"/>
            <a:ext cx="325232" cy="216821"/>
          </a:xfrm>
          <a:prstGeom prst="rect">
            <a:avLst/>
          </a:prstGeom>
        </p:spPr>
      </p:pic>
      <p:sp>
        <p:nvSpPr>
          <p:cNvPr id="33" name="Rectangle 32">
            <a:extLst>
              <a:ext uri="{FF2B5EF4-FFF2-40B4-BE49-F238E27FC236}">
                <a16:creationId xmlns:a16="http://schemas.microsoft.com/office/drawing/2014/main" id="{C7DEAD04-69C7-97F6-5F0B-4DDA43E5D403}"/>
              </a:ext>
            </a:extLst>
          </p:cNvPr>
          <p:cNvSpPr/>
          <p:nvPr userDrawn="1"/>
        </p:nvSpPr>
        <p:spPr>
          <a:xfrm>
            <a:off x="6099186" y="1"/>
            <a:ext cx="6092814" cy="6858000"/>
          </a:xfrm>
          <a:prstGeom prst="rect">
            <a:avLst/>
          </a:prstGeom>
          <a:gradFill>
            <a:gsLst>
              <a:gs pos="6000">
                <a:srgbClr val="E88C36"/>
              </a:gs>
              <a:gs pos="82000">
                <a:srgbClr val="F8C716"/>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b="0" i="0" err="1">
              <a:solidFill>
                <a:schemeClr val="bg1"/>
              </a:solidFill>
              <a:latin typeface="Noir Pro" pitchFamily="2" charset="0"/>
            </a:endParaRPr>
          </a:p>
        </p:txBody>
      </p:sp>
      <p:sp>
        <p:nvSpPr>
          <p:cNvPr id="34" name="Titel 3">
            <a:extLst>
              <a:ext uri="{FF2B5EF4-FFF2-40B4-BE49-F238E27FC236}">
                <a16:creationId xmlns:a16="http://schemas.microsoft.com/office/drawing/2014/main" id="{C9839C37-B5CE-D464-FDD4-6F014A7B28A1}"/>
              </a:ext>
            </a:extLst>
          </p:cNvPr>
          <p:cNvSpPr txBox="1">
            <a:spLocks/>
          </p:cNvSpPr>
          <p:nvPr userDrawn="1"/>
        </p:nvSpPr>
        <p:spPr>
          <a:xfrm>
            <a:off x="687600" y="977039"/>
            <a:ext cx="5025746" cy="1218795"/>
          </a:xfrm>
          <a:prstGeom prst="rect">
            <a:avLst/>
          </a:prstGeom>
        </p:spPr>
        <p:txBody>
          <a:bodyPr wrap="square" lIns="234000" tIns="0" rIns="0" bIns="0" anchor="t" anchorCtr="0">
            <a:spAutoFit/>
          </a:bodyPr>
          <a:lstStyle>
            <a:lvl1pPr marL="0" indent="0" algn="l" defTabSz="914400" rtl="0" eaLnBrk="1" latinLnBrk="0" hangingPunct="1">
              <a:lnSpc>
                <a:spcPct val="90000"/>
              </a:lnSpc>
              <a:spcBef>
                <a:spcPts val="0"/>
              </a:spcBef>
              <a:buNone/>
              <a:defRPr lang="en-US" sz="4400" b="1" i="0" kern="1200" spc="0">
                <a:solidFill>
                  <a:schemeClr val="bg1"/>
                </a:solidFill>
                <a:latin typeface="Noir Pro Semi Bold" pitchFamily="2" charset="0"/>
                <a:ea typeface="+mn-ea"/>
                <a:cs typeface="+mn-cs"/>
              </a:defRPr>
            </a:lvl1pPr>
          </a:lstStyle>
          <a:p>
            <a:r>
              <a:rPr lang="nl-NL" dirty="0">
                <a:solidFill>
                  <a:srgbClr val="FFFFFF"/>
                </a:solidFill>
              </a:rPr>
              <a:t>Contact information</a:t>
            </a:r>
          </a:p>
        </p:txBody>
      </p:sp>
      <p:sp>
        <p:nvSpPr>
          <p:cNvPr id="35" name="Text Placeholder 2">
            <a:extLst>
              <a:ext uri="{FF2B5EF4-FFF2-40B4-BE49-F238E27FC236}">
                <a16:creationId xmlns:a16="http://schemas.microsoft.com/office/drawing/2014/main" id="{3E04643A-71A4-06CA-8F6F-B9FC78962E7B}"/>
              </a:ext>
            </a:extLst>
          </p:cNvPr>
          <p:cNvSpPr txBox="1">
            <a:spLocks/>
          </p:cNvSpPr>
          <p:nvPr userDrawn="1"/>
        </p:nvSpPr>
        <p:spPr>
          <a:xfrm>
            <a:off x="6614376" y="6138277"/>
            <a:ext cx="3593008"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a:solidFill>
                  <a:srgbClr val="000000"/>
                </a:solidFill>
                <a:latin typeface="Noir Pro" pitchFamily="2" charset="0"/>
                <a:cs typeface="Azeret Mono" pitchFamily="2" charset="77"/>
              </a:rPr>
              <a:t>+31 (0) 20 314 09 53  </a:t>
            </a:r>
          </a:p>
        </p:txBody>
      </p:sp>
      <p:sp>
        <p:nvSpPr>
          <p:cNvPr id="36" name="Text Placeholder 2">
            <a:extLst>
              <a:ext uri="{FF2B5EF4-FFF2-40B4-BE49-F238E27FC236}">
                <a16:creationId xmlns:a16="http://schemas.microsoft.com/office/drawing/2014/main" id="{527EEB93-4EBF-B8BE-D299-AF811CC9AC01}"/>
              </a:ext>
            </a:extLst>
          </p:cNvPr>
          <p:cNvSpPr txBox="1">
            <a:spLocks/>
          </p:cNvSpPr>
          <p:nvPr userDrawn="1"/>
        </p:nvSpPr>
        <p:spPr>
          <a:xfrm>
            <a:off x="6614376" y="5869904"/>
            <a:ext cx="4012536"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dirty="0">
                <a:solidFill>
                  <a:srgbClr val="000000"/>
                </a:solidFill>
                <a:latin typeface="Noir Pro" pitchFamily="2" charset="0"/>
                <a:cs typeface="Azeret Mono" pitchFamily="2" charset="77"/>
              </a:rPr>
              <a:t>www.softwareimprovementgroup.com</a:t>
            </a:r>
          </a:p>
        </p:txBody>
      </p:sp>
      <p:pic>
        <p:nvPicPr>
          <p:cNvPr id="37" name="Graphic 36">
            <a:extLst>
              <a:ext uri="{FF2B5EF4-FFF2-40B4-BE49-F238E27FC236}">
                <a16:creationId xmlns:a16="http://schemas.microsoft.com/office/drawing/2014/main" id="{21658461-C689-5DE5-87C6-10E1559E0DA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36000" y="3513307"/>
            <a:ext cx="2274111" cy="2022901"/>
          </a:xfrm>
          <a:prstGeom prst="rect">
            <a:avLst/>
          </a:prstGeom>
        </p:spPr>
      </p:pic>
      <p:sp>
        <p:nvSpPr>
          <p:cNvPr id="26" name="Titel 6">
            <a:extLst>
              <a:ext uri="{FF2B5EF4-FFF2-40B4-BE49-F238E27FC236}">
                <a16:creationId xmlns:a16="http://schemas.microsoft.com/office/drawing/2014/main" id="{BBADF64E-6EE3-1DF3-AAB9-87DEA30495A0}"/>
              </a:ext>
            </a:extLst>
          </p:cNvPr>
          <p:cNvSpPr txBox="1">
            <a:spLocks/>
          </p:cNvSpPr>
          <p:nvPr userDrawn="1"/>
        </p:nvSpPr>
        <p:spPr>
          <a:xfrm>
            <a:off x="1708423" y="-441212"/>
            <a:ext cx="5792514" cy="248402"/>
          </a:xfrm>
          <a:prstGeom prst="rect">
            <a:avLst/>
          </a:prstGeom>
        </p:spPr>
        <p:txBody>
          <a:bodyPr wrap="square" lIns="234000" tIns="46800" rIns="0" bIns="46800" anchor="ctr" anchorCtr="0">
            <a:spAutoFit/>
          </a:bodyPr>
          <a:lstStyle>
            <a:lvl1pPr marL="0" indent="0" algn="l" defTabSz="914400" rtl="0" eaLnBrk="1" latinLnBrk="0" hangingPunct="1">
              <a:lnSpc>
                <a:spcPct val="100000"/>
              </a:lnSpc>
              <a:spcBef>
                <a:spcPts val="0"/>
              </a:spcBef>
              <a:buNone/>
              <a:defRPr lang="en-US" sz="1000" b="0" i="0" kern="1200" spc="0">
                <a:solidFill>
                  <a:schemeClr val="bg1">
                    <a:lumMod val="65000"/>
                  </a:schemeClr>
                </a:solidFill>
                <a:latin typeface="Noir Pro Medium" pitchFamily="2" charset="0"/>
                <a:ea typeface="+mn-ea"/>
                <a:cs typeface="+mn-cs"/>
              </a:defRPr>
            </a:lvl1pPr>
          </a:lstStyle>
          <a:p>
            <a:r>
              <a:rPr lang="nl-NL" dirty="0"/>
              <a:t>Slide </a:t>
            </a:r>
            <a:r>
              <a:rPr lang="nl-NL" dirty="0" err="1"/>
              <a:t>title</a:t>
            </a:r>
            <a:r>
              <a:rPr lang="nl-NL" dirty="0"/>
              <a:t> </a:t>
            </a:r>
            <a:r>
              <a:rPr lang="nl-NL" dirty="0" err="1"/>
              <a:t>placeholder</a:t>
            </a:r>
            <a:r>
              <a:rPr lang="nl-NL" dirty="0"/>
              <a:t> (</a:t>
            </a:r>
            <a:r>
              <a:rPr lang="nl-NL" dirty="0" err="1"/>
              <a:t>for</a:t>
            </a:r>
            <a:r>
              <a:rPr lang="nl-NL" dirty="0"/>
              <a:t> </a:t>
            </a:r>
            <a:r>
              <a:rPr lang="nl-NL" dirty="0" err="1"/>
              <a:t>compatibility</a:t>
            </a:r>
            <a:r>
              <a:rPr lang="nl-NL" dirty="0"/>
              <a:t> </a:t>
            </a:r>
            <a:r>
              <a:rPr lang="nl-NL" dirty="0" err="1"/>
              <a:t>with</a:t>
            </a:r>
            <a:r>
              <a:rPr lang="nl-NL" dirty="0"/>
              <a:t> </a:t>
            </a:r>
            <a:r>
              <a:rPr lang="nl-NL" dirty="0" err="1"/>
              <a:t>other</a:t>
            </a:r>
            <a:r>
              <a:rPr lang="nl-NL" dirty="0"/>
              <a:t> slides, do </a:t>
            </a:r>
            <a:r>
              <a:rPr lang="nl-NL" dirty="0" err="1"/>
              <a:t>not</a:t>
            </a:r>
            <a:r>
              <a:rPr lang="nl-NL" dirty="0"/>
              <a:t> </a:t>
            </a:r>
            <a:r>
              <a:rPr lang="nl-NL" dirty="0" err="1"/>
              <a:t>use</a:t>
            </a:r>
            <a:r>
              <a:rPr lang="nl-NL" dirty="0"/>
              <a:t>)</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710000" y="-442800"/>
            <a:ext cx="9810000" cy="248402"/>
          </a:xfrm>
          <a:prstGeom prst="rect">
            <a:avLst/>
          </a:prstGeom>
        </p:spPr>
        <p:txBody>
          <a:bodyPr wrap="square" lIns="234000" tIns="46800" rIns="0" bIns="46800" anchor="ctr" anchorCtr="0">
            <a:spAutoFit/>
          </a:bodyPr>
          <a:lstStyle>
            <a:lvl1pPr>
              <a:defRPr lang="en-US" sz="1000" dirty="0">
                <a:solidFill>
                  <a:schemeClr val="bg1">
                    <a:lumMod val="65000"/>
                  </a:schemeClr>
                </a:solidFill>
              </a:defRPr>
            </a:lvl1pPr>
          </a:lstStyle>
          <a:p>
            <a:r>
              <a:rPr lang="nl-NL" dirty="0"/>
              <a:t>Slide </a:t>
            </a:r>
            <a:r>
              <a:rPr lang="nl-NL" dirty="0" err="1"/>
              <a:t>title</a:t>
            </a:r>
            <a:r>
              <a:rPr lang="nl-NL" dirty="0"/>
              <a:t> </a:t>
            </a:r>
            <a:r>
              <a:rPr lang="nl-NL" dirty="0" err="1"/>
              <a:t>placeholder</a:t>
            </a:r>
            <a:r>
              <a:rPr lang="nl-NL" dirty="0"/>
              <a:t> (</a:t>
            </a:r>
            <a:r>
              <a:rPr lang="nl-NL" dirty="0" err="1"/>
              <a:t>for</a:t>
            </a:r>
            <a:r>
              <a:rPr lang="nl-NL" dirty="0"/>
              <a:t> </a:t>
            </a:r>
            <a:r>
              <a:rPr lang="nl-NL" dirty="0" err="1"/>
              <a:t>compatibility</a:t>
            </a:r>
            <a:r>
              <a:rPr lang="nl-NL" dirty="0"/>
              <a:t> </a:t>
            </a:r>
            <a:r>
              <a:rPr lang="nl-NL" dirty="0" err="1"/>
              <a:t>with</a:t>
            </a:r>
            <a:r>
              <a:rPr lang="nl-NL" dirty="0"/>
              <a:t> </a:t>
            </a:r>
            <a:r>
              <a:rPr lang="nl-NL" dirty="0" err="1"/>
              <a:t>other</a:t>
            </a:r>
            <a:r>
              <a:rPr lang="nl-NL" dirty="0"/>
              <a:t> slides, do </a:t>
            </a:r>
            <a:r>
              <a:rPr lang="nl-NL" dirty="0" err="1"/>
              <a:t>not</a:t>
            </a:r>
            <a:r>
              <a:rPr lang="nl-NL" dirty="0"/>
              <a:t> </a:t>
            </a:r>
            <a:r>
              <a:rPr lang="nl-NL" dirty="0" err="1"/>
              <a:t>use</a:t>
            </a:r>
            <a:r>
              <a:rPr lang="nl-NL" dirty="0"/>
              <a:t>)</a:t>
            </a:r>
          </a:p>
        </p:txBody>
      </p: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6483600" y="111828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6483600" y="300613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6483600" y="332185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6483600" y="1677958"/>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6483600" y="2060872"/>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6483600" y="2620549"/>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6483600" y="394969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6483600" y="426541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6483600" y="489325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6483600" y="520897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6" name="Text Placeholder 5">
            <a:extLst>
              <a:ext uri="{FF2B5EF4-FFF2-40B4-BE49-F238E27FC236}">
                <a16:creationId xmlns:a16="http://schemas.microsoft.com/office/drawing/2014/main" id="{95D1CEA7-9339-3848-B2B0-9A6116B9924B}"/>
              </a:ext>
            </a:extLst>
          </p:cNvPr>
          <p:cNvSpPr>
            <a:spLocks noGrp="1"/>
          </p:cNvSpPr>
          <p:nvPr>
            <p:ph type="body" sz="quarter" idx="43" hasCustomPrompt="1"/>
          </p:nvPr>
        </p:nvSpPr>
        <p:spPr>
          <a:xfrm>
            <a:off x="6483600" y="1433076"/>
            <a:ext cx="5144400" cy="201426"/>
          </a:xfrm>
        </p:spPr>
        <p:txBody>
          <a:bodyPr vert="horz" wrap="none" lIns="234000" tIns="0" rIns="234000" bIns="0" rtlCol="0">
            <a:noAutofit/>
          </a:bodyPr>
          <a:lstStyle>
            <a:lvl1pPr marL="0" indent="0">
              <a:buNone/>
              <a:defRPr lang="en-US" sz="1600" b="0" i="0" dirty="0">
                <a:solidFill>
                  <a:srgbClr val="000000">
                    <a:alpha val="74902"/>
                  </a:srgbClr>
                </a:solidFill>
                <a:latin typeface="Noir Pro" pitchFamily="2" charset="0"/>
              </a:defRPr>
            </a:lvl1pPr>
          </a:lstStyle>
          <a:p>
            <a:pPr marL="285750" lvl="0" indent="-285750"/>
            <a:r>
              <a:rPr lang="en-US" dirty="0"/>
              <a:t>Title</a:t>
            </a:r>
          </a:p>
        </p:txBody>
      </p:sp>
      <p:sp>
        <p:nvSpPr>
          <p:cNvPr id="39" name="Text Placeholder 5">
            <a:extLst>
              <a:ext uri="{FF2B5EF4-FFF2-40B4-BE49-F238E27FC236}">
                <a16:creationId xmlns:a16="http://schemas.microsoft.com/office/drawing/2014/main" id="{6C3551FB-2F8C-B345-A30C-01137E5F3115}"/>
              </a:ext>
            </a:extLst>
          </p:cNvPr>
          <p:cNvSpPr>
            <a:spLocks noGrp="1"/>
          </p:cNvSpPr>
          <p:nvPr>
            <p:ph type="body" sz="quarter" idx="44" hasCustomPrompt="1"/>
          </p:nvPr>
        </p:nvSpPr>
        <p:spPr>
          <a:xfrm>
            <a:off x="6483600" y="2371496"/>
            <a:ext cx="5144400" cy="201426"/>
          </a:xfrm>
        </p:spPr>
        <p:txBody>
          <a:bodyPr vert="horz" wrap="none" lIns="234000" tIns="0" rIns="234000" bIns="0" rtlCol="0">
            <a:noAutofit/>
          </a:bodyPr>
          <a:lstStyle>
            <a:lvl1pPr marL="0" indent="0">
              <a:buNone/>
              <a:defRPr lang="en-US" sz="1600" b="0" i="0" dirty="0">
                <a:solidFill>
                  <a:srgbClr val="000000">
                    <a:alpha val="74902"/>
                  </a:srgbClr>
                </a:solidFill>
                <a:latin typeface="Noir Pro" pitchFamily="2" charset="0"/>
              </a:defRPr>
            </a:lvl1pPr>
          </a:lstStyle>
          <a:p>
            <a:pPr marL="285750" lvl="0" indent="-285750"/>
            <a:r>
              <a:rPr lang="en-US" dirty="0"/>
              <a:t>Title</a:t>
            </a:r>
          </a:p>
        </p:txBody>
      </p:sp>
      <p:sp>
        <p:nvSpPr>
          <p:cNvPr id="40" name="Text Placeholder 10">
            <a:extLst>
              <a:ext uri="{FF2B5EF4-FFF2-40B4-BE49-F238E27FC236}">
                <a16:creationId xmlns:a16="http://schemas.microsoft.com/office/drawing/2014/main" id="{AAEDB36D-8075-864A-96B7-0874A127938B}"/>
              </a:ext>
            </a:extLst>
          </p:cNvPr>
          <p:cNvSpPr>
            <a:spLocks noGrp="1"/>
          </p:cNvSpPr>
          <p:nvPr>
            <p:ph type="body" sz="quarter" idx="45" hasCustomPrompt="1"/>
          </p:nvPr>
        </p:nvSpPr>
        <p:spPr>
          <a:xfrm>
            <a:off x="6483600" y="356557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1" name="Text Placeholder 10">
            <a:extLst>
              <a:ext uri="{FF2B5EF4-FFF2-40B4-BE49-F238E27FC236}">
                <a16:creationId xmlns:a16="http://schemas.microsoft.com/office/drawing/2014/main" id="{EB7E0FE4-1626-7944-B91A-5691F585869E}"/>
              </a:ext>
            </a:extLst>
          </p:cNvPr>
          <p:cNvSpPr>
            <a:spLocks noGrp="1"/>
          </p:cNvSpPr>
          <p:nvPr>
            <p:ph type="body" sz="quarter" idx="46" hasCustomPrompt="1"/>
          </p:nvPr>
        </p:nvSpPr>
        <p:spPr>
          <a:xfrm>
            <a:off x="6483600" y="450913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2" name="Text Placeholder 10">
            <a:extLst>
              <a:ext uri="{FF2B5EF4-FFF2-40B4-BE49-F238E27FC236}">
                <a16:creationId xmlns:a16="http://schemas.microsoft.com/office/drawing/2014/main" id="{14A15AB8-FF15-5A48-948F-7B9B55B0F0DE}"/>
              </a:ext>
            </a:extLst>
          </p:cNvPr>
          <p:cNvSpPr>
            <a:spLocks noGrp="1"/>
          </p:cNvSpPr>
          <p:nvPr>
            <p:ph type="body" sz="quarter" idx="47" hasCustomPrompt="1"/>
          </p:nvPr>
        </p:nvSpPr>
        <p:spPr>
          <a:xfrm>
            <a:off x="6483600" y="545269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4" name="Tijdelijke aanduiding voor voettekst 43">
            <a:extLst>
              <a:ext uri="{FF2B5EF4-FFF2-40B4-BE49-F238E27FC236}">
                <a16:creationId xmlns:a16="http://schemas.microsoft.com/office/drawing/2014/main" id="{5AE5F467-A0CD-18A7-2FE1-AFA3C12F116D}"/>
              </a:ext>
            </a:extLst>
          </p:cNvPr>
          <p:cNvSpPr>
            <a:spLocks noGrp="1"/>
          </p:cNvSpPr>
          <p:nvPr>
            <p:ph type="ftr" sz="quarter" idx="48"/>
          </p:nvPr>
        </p:nvSpPr>
        <p:spPr>
          <a:xfrm>
            <a:off x="849600" y="6462000"/>
            <a:ext cx="1085851" cy="231923"/>
          </a:xfrm>
          <a:prstGeom prst="rect">
            <a:avLst/>
          </a:prstGeom>
        </p:spPr>
        <p:txBody>
          <a:bodyPr/>
          <a:lstStyle>
            <a:lvl1pPr>
              <a:defRPr>
                <a:solidFill>
                  <a:schemeClr val="bg1"/>
                </a:solidFill>
              </a:defRPr>
            </a:lvl1pPr>
          </a:lstStyle>
          <a:p>
            <a:r>
              <a:rPr lang="nl-NL"/>
              <a:t>Confidential</a:t>
            </a:r>
          </a:p>
        </p:txBody>
      </p:sp>
      <p:sp>
        <p:nvSpPr>
          <p:cNvPr id="46" name="Tijdelijke aanduiding voor dianummer 45">
            <a:extLst>
              <a:ext uri="{FF2B5EF4-FFF2-40B4-BE49-F238E27FC236}">
                <a16:creationId xmlns:a16="http://schemas.microsoft.com/office/drawing/2014/main" id="{88382E4E-E951-CAA8-A812-BAE3AC23D706}"/>
              </a:ext>
            </a:extLst>
          </p:cNvPr>
          <p:cNvSpPr>
            <a:spLocks noGrp="1"/>
          </p:cNvSpPr>
          <p:nvPr>
            <p:ph type="sldNum" sz="quarter" idx="49"/>
          </p:nvPr>
        </p:nvSpPr>
        <p:spPr/>
        <p:txBody>
          <a:bodyPr/>
          <a:lstStyle>
            <a:lvl1pPr>
              <a:defRPr>
                <a:solidFill>
                  <a:schemeClr val="tx1"/>
                </a:solidFill>
              </a:defRPr>
            </a:lvl1pPr>
          </a:lstStyle>
          <a:p>
            <a:fld id="{E242BD21-9B61-2246-BCB1-4BE5E1BEBE1C}" type="slidenum">
              <a:rPr lang="nl-NL" smtClean="0"/>
              <a:pPr/>
              <a:t>‹#›</a:t>
            </a:fld>
            <a:endParaRPr lang="nl-NL"/>
          </a:p>
        </p:txBody>
      </p:sp>
      <p:sp>
        <p:nvSpPr>
          <p:cNvPr id="3" name="Vrije vorm 2">
            <a:extLst>
              <a:ext uri="{FF2B5EF4-FFF2-40B4-BE49-F238E27FC236}">
                <a16:creationId xmlns:a16="http://schemas.microsoft.com/office/drawing/2014/main" id="{503818E0-EA11-C9E2-98D2-B8352101707C}"/>
              </a:ext>
            </a:extLst>
          </p:cNvPr>
          <p:cNvSpPr/>
          <p:nvPr userDrawn="1"/>
        </p:nvSpPr>
        <p:spPr>
          <a:xfrm>
            <a:off x="160978" y="136357"/>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6000">
                <a:srgbClr val="F9C816">
                  <a:alpha val="46000"/>
                </a:srgbClr>
              </a:gs>
              <a:gs pos="41000">
                <a:srgbClr val="F9C816">
                  <a:alpha val="0"/>
                </a:srgbClr>
              </a:gs>
              <a:gs pos="30000">
                <a:srgbClr val="F9C816">
                  <a:alpha val="17000"/>
                </a:srgbClr>
              </a:gs>
            </a:gsLst>
            <a:lin ang="4200000" scaled="0"/>
          </a:gradFill>
          <a:ln w="9525">
            <a:gradFill>
              <a:gsLst>
                <a:gs pos="6000">
                  <a:srgbClr val="E88B36"/>
                </a:gs>
                <a:gs pos="46000">
                  <a:srgbClr val="F9C816">
                    <a:alpha val="0"/>
                  </a:srgbClr>
                </a:gs>
                <a:gs pos="23000">
                  <a:srgbClr val="F9C816"/>
                </a:gs>
              </a:gsLst>
              <a:lin ang="468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Tree>
    <p:extLst>
      <p:ext uri="{BB962C8B-B14F-4D97-AF65-F5344CB8AC3E}">
        <p14:creationId xmlns:p14="http://schemas.microsoft.com/office/powerpoint/2010/main" val="30214806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ack cover Default">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1F28021-7907-5278-2CC1-3C5023DD890E}"/>
              </a:ext>
            </a:extLst>
          </p:cNvPr>
          <p:cNvSpPr/>
          <p:nvPr userDrawn="1"/>
        </p:nvSpPr>
        <p:spPr>
          <a:xfrm>
            <a:off x="1" y="0"/>
            <a:ext cx="12192000" cy="6858000"/>
          </a:xfrm>
          <a:prstGeom prst="rect">
            <a:avLst/>
          </a:prstGeom>
          <a:gradFill>
            <a:gsLst>
              <a:gs pos="0">
                <a:srgbClr val="091E4A"/>
              </a:gs>
              <a:gs pos="99000">
                <a:srgbClr val="1864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5" name="Rectangle 1">
            <a:extLst>
              <a:ext uri="{FF2B5EF4-FFF2-40B4-BE49-F238E27FC236}">
                <a16:creationId xmlns:a16="http://schemas.microsoft.com/office/drawing/2014/main" id="{026F4CE2-35B3-2D53-8998-413377F62913}"/>
              </a:ext>
            </a:extLst>
          </p:cNvPr>
          <p:cNvSpPr/>
          <p:nvPr userDrawn="1"/>
        </p:nvSpPr>
        <p:spPr>
          <a:xfrm rot="10800000">
            <a:off x="-2" y="3433244"/>
            <a:ext cx="12192000" cy="3432187"/>
          </a:xfrm>
          <a:prstGeom prst="rect">
            <a:avLst/>
          </a:prstGeom>
          <a:gradFill>
            <a:gsLst>
              <a:gs pos="14000">
                <a:srgbClr val="020202"/>
              </a:gs>
              <a:gs pos="99000">
                <a:srgbClr val="1864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7" name="Picture 4">
            <a:extLst>
              <a:ext uri="{FF2B5EF4-FFF2-40B4-BE49-F238E27FC236}">
                <a16:creationId xmlns:a16="http://schemas.microsoft.com/office/drawing/2014/main" id="{3EF77EE1-C2F5-6F6F-F59E-B11502A05E6A}"/>
              </a:ext>
            </a:extLst>
          </p:cNvPr>
          <p:cNvPicPr>
            <a:picLocks noChangeAspect="1"/>
          </p:cNvPicPr>
          <p:nvPr userDrawn="1"/>
        </p:nvPicPr>
        <p:blipFill>
          <a:blip r:embed="rId2"/>
          <a:stretch>
            <a:fillRect/>
          </a:stretch>
        </p:blipFill>
        <p:spPr>
          <a:xfrm>
            <a:off x="4958684" y="2348390"/>
            <a:ext cx="2274632" cy="674455"/>
          </a:xfrm>
          <a:prstGeom prst="rect">
            <a:avLst/>
          </a:prstGeom>
        </p:spPr>
      </p:pic>
      <p:cxnSp>
        <p:nvCxnSpPr>
          <p:cNvPr id="8" name="Straight Connector 11">
            <a:extLst>
              <a:ext uri="{FF2B5EF4-FFF2-40B4-BE49-F238E27FC236}">
                <a16:creationId xmlns:a16="http://schemas.microsoft.com/office/drawing/2014/main" id="{3EEE9914-2F5C-45FF-3E5C-84E9669B58A5}"/>
              </a:ext>
            </a:extLst>
          </p:cNvPr>
          <p:cNvCxnSpPr>
            <a:cxnSpLocks/>
          </p:cNvCxnSpPr>
          <p:nvPr userDrawn="1"/>
        </p:nvCxnSpPr>
        <p:spPr>
          <a:xfrm>
            <a:off x="3782343" y="3431042"/>
            <a:ext cx="4607511" cy="0"/>
          </a:xfrm>
          <a:prstGeom prst="line">
            <a:avLst/>
          </a:prstGeom>
          <a:ln w="12700">
            <a:solidFill>
              <a:srgbClr val="EBEBEB">
                <a:alpha val="40000"/>
              </a:srgbClr>
            </a:solidFill>
            <a:prstDash val="solid"/>
          </a:ln>
        </p:spPr>
        <p:style>
          <a:lnRef idx="1">
            <a:schemeClr val="accent1"/>
          </a:lnRef>
          <a:fillRef idx="0">
            <a:schemeClr val="accent1"/>
          </a:fillRef>
          <a:effectRef idx="0">
            <a:schemeClr val="accent1"/>
          </a:effectRef>
          <a:fontRef idx="minor">
            <a:schemeClr val="tx1"/>
          </a:fontRef>
        </p:style>
      </p:cxnSp>
      <p:sp>
        <p:nvSpPr>
          <p:cNvPr id="9" name="TextBox 2">
            <a:extLst>
              <a:ext uri="{FF2B5EF4-FFF2-40B4-BE49-F238E27FC236}">
                <a16:creationId xmlns:a16="http://schemas.microsoft.com/office/drawing/2014/main" id="{991E0C02-C830-969B-84CC-DA20F3E8B919}"/>
              </a:ext>
            </a:extLst>
          </p:cNvPr>
          <p:cNvSpPr txBox="1"/>
          <p:nvPr userDrawn="1"/>
        </p:nvSpPr>
        <p:spPr>
          <a:xfrm>
            <a:off x="3502976" y="3667938"/>
            <a:ext cx="5186048" cy="707886"/>
          </a:xfrm>
          <a:prstGeom prst="rect">
            <a:avLst/>
          </a:prstGeom>
          <a:noFill/>
        </p:spPr>
        <p:txBody>
          <a:bodyPr wrap="square" rtlCol="0">
            <a:spAutoFit/>
          </a:bodyPr>
          <a:lstStyle/>
          <a:p>
            <a:pPr algn="ctr"/>
            <a:r>
              <a:rPr lang="en-RO" sz="4000" b="0" i="0">
                <a:solidFill>
                  <a:srgbClr val="FFFFFF"/>
                </a:solidFill>
                <a:latin typeface="Noir Pro Medium" pitchFamily="2" charset="0"/>
              </a:rPr>
              <a:t>Identify. Act. Thrive</a:t>
            </a:r>
            <a:r>
              <a:rPr lang="en-US" sz="4000" b="0" i="0" dirty="0">
                <a:solidFill>
                  <a:srgbClr val="FFFFFF"/>
                </a:solidFill>
                <a:latin typeface="Noir Pro Medium" pitchFamily="2" charset="0"/>
              </a:rPr>
              <a:t>.</a:t>
            </a:r>
            <a:endParaRPr lang="en-RO" sz="4000" b="0" i="0">
              <a:solidFill>
                <a:srgbClr val="FFFFFF"/>
              </a:solidFill>
              <a:latin typeface="Noir Pro Medium" pitchFamily="2" charset="0"/>
            </a:endParaRPr>
          </a:p>
        </p:txBody>
      </p:sp>
      <p:pic>
        <p:nvPicPr>
          <p:cNvPr id="10" name="Graphic 9">
            <a:extLst>
              <a:ext uri="{FF2B5EF4-FFF2-40B4-BE49-F238E27FC236}">
                <a16:creationId xmlns:a16="http://schemas.microsoft.com/office/drawing/2014/main" id="{6A217D64-6A78-AD80-C9E2-FE4DABCA8F5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216360" y="381740"/>
            <a:ext cx="2638288" cy="2346849"/>
          </a:xfrm>
          <a:prstGeom prst="rect">
            <a:avLst/>
          </a:prstGeom>
        </p:spPr>
      </p:pic>
    </p:spTree>
    <p:extLst>
      <p:ext uri="{BB962C8B-B14F-4D97-AF65-F5344CB8AC3E}">
        <p14:creationId xmlns:p14="http://schemas.microsoft.com/office/powerpoint/2010/main" val="326623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ack cover Yellow">
    <p:bg>
      <p:bgPr>
        <a:solidFill>
          <a:schemeClr val="bg1"/>
        </a:solidFill>
        <a:effectLst/>
      </p:bgPr>
    </p:bg>
    <p:spTree>
      <p:nvGrpSpPr>
        <p:cNvPr id="1" name=""/>
        <p:cNvGrpSpPr/>
        <p:nvPr/>
      </p:nvGrpSpPr>
      <p:grpSpPr>
        <a:xfrm>
          <a:off x="0" y="0"/>
          <a:ext cx="0" cy="0"/>
          <a:chOff x="0" y="0"/>
          <a:chExt cx="0" cy="0"/>
        </a:xfrm>
      </p:grpSpPr>
      <p:sp>
        <p:nvSpPr>
          <p:cNvPr id="3" name="Rectangle 16">
            <a:extLst>
              <a:ext uri="{FF2B5EF4-FFF2-40B4-BE49-F238E27FC236}">
                <a16:creationId xmlns:a16="http://schemas.microsoft.com/office/drawing/2014/main" id="{7529CD6D-935A-C431-B82E-C8796B9ED86A}"/>
              </a:ext>
            </a:extLst>
          </p:cNvPr>
          <p:cNvSpPr/>
          <p:nvPr userDrawn="1"/>
        </p:nvSpPr>
        <p:spPr>
          <a:xfrm>
            <a:off x="1" y="-1"/>
            <a:ext cx="12192000" cy="3450953"/>
          </a:xfrm>
          <a:prstGeom prst="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4" name="Graphic 3">
            <a:extLst>
              <a:ext uri="{FF2B5EF4-FFF2-40B4-BE49-F238E27FC236}">
                <a16:creationId xmlns:a16="http://schemas.microsoft.com/office/drawing/2014/main" id="{6895C6E5-B32E-842A-A263-B3EFDB871B5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16360" y="381740"/>
            <a:ext cx="2638288" cy="2346849"/>
          </a:xfrm>
          <a:prstGeom prst="rect">
            <a:avLst/>
          </a:prstGeom>
        </p:spPr>
      </p:pic>
      <p:sp>
        <p:nvSpPr>
          <p:cNvPr id="11" name="Rectangle 15">
            <a:extLst>
              <a:ext uri="{FF2B5EF4-FFF2-40B4-BE49-F238E27FC236}">
                <a16:creationId xmlns:a16="http://schemas.microsoft.com/office/drawing/2014/main" id="{B4CD15D9-1619-0D8E-7004-1D19DE94B58E}"/>
              </a:ext>
            </a:extLst>
          </p:cNvPr>
          <p:cNvSpPr/>
          <p:nvPr userDrawn="1"/>
        </p:nvSpPr>
        <p:spPr>
          <a:xfrm>
            <a:off x="0" y="3428999"/>
            <a:ext cx="12192000" cy="3450953"/>
          </a:xfrm>
          <a:prstGeom prst="rect">
            <a:avLst/>
          </a:prstGeom>
          <a:gradFill>
            <a:gsLst>
              <a:gs pos="0">
                <a:srgbClr val="E37533"/>
              </a:gs>
              <a:gs pos="100000">
                <a:srgbClr val="F8C716"/>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grpSp>
        <p:nvGrpSpPr>
          <p:cNvPr id="12" name="Group 1">
            <a:extLst>
              <a:ext uri="{FF2B5EF4-FFF2-40B4-BE49-F238E27FC236}">
                <a16:creationId xmlns:a16="http://schemas.microsoft.com/office/drawing/2014/main" id="{15389E50-9C27-AFE4-0228-AF70A09B8636}"/>
              </a:ext>
            </a:extLst>
          </p:cNvPr>
          <p:cNvGrpSpPr/>
          <p:nvPr userDrawn="1"/>
        </p:nvGrpSpPr>
        <p:grpSpPr>
          <a:xfrm>
            <a:off x="3352800" y="2350037"/>
            <a:ext cx="5486400" cy="2027434"/>
            <a:chOff x="3221622" y="3470204"/>
            <a:chExt cx="5486400" cy="2027434"/>
          </a:xfrm>
        </p:grpSpPr>
        <p:pic>
          <p:nvPicPr>
            <p:cNvPr id="13" name="Picture 2">
              <a:extLst>
                <a:ext uri="{FF2B5EF4-FFF2-40B4-BE49-F238E27FC236}">
                  <a16:creationId xmlns:a16="http://schemas.microsoft.com/office/drawing/2014/main" id="{E38E5DA4-BAB5-0D63-D744-0E7C6DB83B8A}"/>
                </a:ext>
              </a:extLst>
            </p:cNvPr>
            <p:cNvPicPr>
              <a:picLocks noChangeAspect="1"/>
            </p:cNvPicPr>
            <p:nvPr userDrawn="1"/>
          </p:nvPicPr>
          <p:blipFill>
            <a:blip r:embed="rId4">
              <a:lum bright="-100000"/>
            </a:blip>
            <a:stretch>
              <a:fillRect/>
            </a:stretch>
          </p:blipFill>
          <p:spPr>
            <a:xfrm>
              <a:off x="4827506" y="3470204"/>
              <a:ext cx="2274632" cy="674455"/>
            </a:xfrm>
            <a:prstGeom prst="rect">
              <a:avLst/>
            </a:prstGeom>
          </p:spPr>
        </p:pic>
        <p:cxnSp>
          <p:nvCxnSpPr>
            <p:cNvPr id="14" name="Straight Connector 3">
              <a:extLst>
                <a:ext uri="{FF2B5EF4-FFF2-40B4-BE49-F238E27FC236}">
                  <a16:creationId xmlns:a16="http://schemas.microsoft.com/office/drawing/2014/main" id="{4D4E9700-873A-CE4E-0C45-24463DFF104C}"/>
                </a:ext>
              </a:extLst>
            </p:cNvPr>
            <p:cNvCxnSpPr>
              <a:cxnSpLocks/>
            </p:cNvCxnSpPr>
            <p:nvPr userDrawn="1"/>
          </p:nvCxnSpPr>
          <p:spPr>
            <a:xfrm>
              <a:off x="3643653" y="4545712"/>
              <a:ext cx="4595446" cy="0"/>
            </a:xfrm>
            <a:prstGeom prst="line">
              <a:avLst/>
            </a:prstGeom>
            <a:ln w="12700">
              <a:solidFill>
                <a:srgbClr val="151632">
                  <a:alpha val="40000"/>
                </a:srgbClr>
              </a:solidFill>
              <a:prstDash val="solid"/>
            </a:ln>
          </p:spPr>
          <p:style>
            <a:lnRef idx="1">
              <a:schemeClr val="accent1"/>
            </a:lnRef>
            <a:fillRef idx="0">
              <a:schemeClr val="accent1"/>
            </a:fillRef>
            <a:effectRef idx="0">
              <a:schemeClr val="accent1"/>
            </a:effectRef>
            <a:fontRef idx="minor">
              <a:schemeClr val="tx1"/>
            </a:fontRef>
          </p:style>
        </p:cxnSp>
        <p:sp>
          <p:nvSpPr>
            <p:cNvPr id="15" name="TextBox 4">
              <a:extLst>
                <a:ext uri="{FF2B5EF4-FFF2-40B4-BE49-F238E27FC236}">
                  <a16:creationId xmlns:a16="http://schemas.microsoft.com/office/drawing/2014/main" id="{C97AEB85-7847-41C1-3D5F-478CD63B463C}"/>
                </a:ext>
              </a:extLst>
            </p:cNvPr>
            <p:cNvSpPr txBox="1"/>
            <p:nvPr userDrawn="1"/>
          </p:nvSpPr>
          <p:spPr>
            <a:xfrm>
              <a:off x="3221622" y="4789752"/>
              <a:ext cx="5486400" cy="707886"/>
            </a:xfrm>
            <a:prstGeom prst="rect">
              <a:avLst/>
            </a:prstGeom>
            <a:noFill/>
          </p:spPr>
          <p:txBody>
            <a:bodyPr wrap="square" rtlCol="0">
              <a:spAutoFit/>
            </a:bodyPr>
            <a:lstStyle/>
            <a:p>
              <a:pPr algn="ctr"/>
              <a:r>
                <a:rPr lang="en-RO" sz="4000" b="0" i="0">
                  <a:solidFill>
                    <a:srgbClr val="000000"/>
                  </a:solidFill>
                  <a:latin typeface="Noir Pro Medium" pitchFamily="2" charset="0"/>
                </a:rPr>
                <a:t>Identify. Act. Thrive</a:t>
              </a:r>
              <a:r>
                <a:rPr lang="en-US" sz="4000" b="0" i="0" dirty="0">
                  <a:solidFill>
                    <a:srgbClr val="000000"/>
                  </a:solidFill>
                  <a:latin typeface="Noir Pro Medium" pitchFamily="2" charset="0"/>
                </a:rPr>
                <a:t>.</a:t>
              </a:r>
              <a:endParaRPr lang="en-RO" sz="4000" b="0" i="0">
                <a:solidFill>
                  <a:srgbClr val="000000"/>
                </a:solidFill>
                <a:latin typeface="Noir Pro Medium" pitchFamily="2" charset="0"/>
              </a:endParaRPr>
            </a:p>
          </p:txBody>
        </p:sp>
      </p:grpSp>
    </p:spTree>
    <p:extLst>
      <p:ext uri="{BB962C8B-B14F-4D97-AF65-F5344CB8AC3E}">
        <p14:creationId xmlns:p14="http://schemas.microsoft.com/office/powerpoint/2010/main" val="18795135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BA9C428-1541-C94A-80EE-1111372D8A28}"/>
              </a:ext>
            </a:extLst>
          </p:cNvPr>
          <p:cNvPicPr>
            <a:picLocks noChangeAspect="1"/>
          </p:cNvPicPr>
          <p:nvPr userDrawn="1"/>
        </p:nvPicPr>
        <p:blipFill>
          <a:blip r:embed="rId2" cstate="hqprint">
            <a:biLevel thresh="50000"/>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515276" y="253846"/>
            <a:ext cx="578757" cy="357468"/>
          </a:xfrm>
          <a:prstGeom prst="rect">
            <a:avLst/>
          </a:prstGeom>
        </p:spPr>
      </p:pic>
      <p:sp>
        <p:nvSpPr>
          <p:cNvPr id="14" name="Rectangle 13">
            <a:extLst>
              <a:ext uri="{FF2B5EF4-FFF2-40B4-BE49-F238E27FC236}">
                <a16:creationId xmlns:a16="http://schemas.microsoft.com/office/drawing/2014/main" id="{FE202330-2F83-7148-995E-101EE0C39C59}"/>
              </a:ext>
            </a:extLst>
          </p:cNvPr>
          <p:cNvSpPr/>
          <p:nvPr userDrawn="1"/>
        </p:nvSpPr>
        <p:spPr>
          <a:xfrm>
            <a:off x="0" y="6485860"/>
            <a:ext cx="373804" cy="372140"/>
          </a:xfrm>
          <a:prstGeom prst="rect">
            <a:avLst/>
          </a:prstGeom>
          <a:solidFill>
            <a:srgbClr val="DFC1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6" name="Rectangle 15">
            <a:extLst>
              <a:ext uri="{FF2B5EF4-FFF2-40B4-BE49-F238E27FC236}">
                <a16:creationId xmlns:a16="http://schemas.microsoft.com/office/drawing/2014/main" id="{55F528EF-6CE7-9345-82A1-021612861512}"/>
              </a:ext>
            </a:extLst>
          </p:cNvPr>
          <p:cNvSpPr/>
          <p:nvPr userDrawn="1"/>
        </p:nvSpPr>
        <p:spPr>
          <a:xfrm>
            <a:off x="535154" y="6481274"/>
            <a:ext cx="4841077" cy="372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tlCol="0" anchor="ctr"/>
          <a:lstStyle/>
          <a:p>
            <a:r>
              <a:rPr lang="en-US" sz="1000" b="1" spc="10">
                <a:solidFill>
                  <a:srgbClr val="AFB9C2"/>
                </a:solidFill>
              </a:rPr>
              <a:t>//</a:t>
            </a:r>
            <a:r>
              <a:rPr lang="en-US" sz="1000" spc="10">
                <a:solidFill>
                  <a:srgbClr val="AFB9C2"/>
                </a:solidFill>
              </a:rPr>
              <a:t> SOFTWARE IMPROVEMENT GROUP</a:t>
            </a:r>
            <a:endParaRPr lang="en-US" sz="1000" b="1" spc="10">
              <a:solidFill>
                <a:srgbClr val="AFB9C2"/>
              </a:solidFill>
            </a:endParaRP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a:t>Insert key slide message</a:t>
            </a:r>
          </a:p>
        </p:txBody>
      </p:sp>
      <p:sp>
        <p:nvSpPr>
          <p:cNvPr id="22" name="Footer Placeholder 5">
            <a:extLst>
              <a:ext uri="{FF2B5EF4-FFF2-40B4-BE49-F238E27FC236}">
                <a16:creationId xmlns:a16="http://schemas.microsoft.com/office/drawing/2014/main" id="{5A64A1FE-97D7-7F4B-AF9A-F0D4DD021B2D}"/>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2BECD"/>
                </a:solidFill>
              </a:defRPr>
            </a:lvl1pPr>
          </a:lstStyle>
          <a:p>
            <a:r>
              <a:rPr lang="en-US"/>
              <a:t>Confidential</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419480"/>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a:solidFill>
                  <a:schemeClr val="bg1"/>
                </a:solidFill>
              </a:rPr>
              <a:t>Risks in external dependencies</a:t>
            </a:r>
            <a:r>
              <a:rPr lang="en-US" sz="1600" b="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endParaRPr lang="en-GB" sz="1400" b="1">
              <a:solidFill>
                <a:schemeClr val="accent1"/>
              </a:solidFill>
              <a:latin typeface="Calibri Regular"/>
            </a:endParaRPr>
          </a:p>
        </p:txBody>
      </p:sp>
      <p:sp>
        <p:nvSpPr>
          <p:cNvPr id="48" name="Rectangle 47">
            <a:extLst>
              <a:ext uri="{FF2B5EF4-FFF2-40B4-BE49-F238E27FC236}">
                <a16:creationId xmlns:a16="http://schemas.microsoft.com/office/drawing/2014/main" id="{91356441-694B-B541-8959-E690A83565FC}"/>
              </a:ext>
            </a:extLst>
          </p:cNvPr>
          <p:cNvSpPr/>
          <p:nvPr userDrawn="1"/>
        </p:nvSpPr>
        <p:spPr>
          <a:xfrm>
            <a:off x="529948" y="1770243"/>
            <a:ext cx="4504276" cy="372650"/>
          </a:xfrm>
          <a:prstGeom prst="rect">
            <a:avLst/>
          </a:pr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1162617" y="1867237"/>
            <a:ext cx="1946019" cy="169277"/>
          </a:xfrm>
          <a:prstGeom prst="foldedCorner">
            <a:avLst>
              <a:gd name="adj" fmla="val 0"/>
            </a:avLst>
          </a:prstGeom>
          <a:noFill/>
          <a:ln w="6350" cmpd="sng">
            <a:noFill/>
            <a:round/>
            <a:headEnd/>
            <a:tailEnd/>
          </a:ln>
          <a:effectLst/>
        </p:spPr>
        <p:txBody>
          <a:bodyPr wrap="square" lIns="36000" tIns="0" rIns="36000" bIns="0">
            <a:spAutoFit/>
          </a:bodyPr>
          <a:lstStyle/>
          <a:p>
            <a:pPr algn="l">
              <a:defRPr/>
            </a:pPr>
            <a:r>
              <a:rPr lang="en-US" sz="1100">
                <a:solidFill>
                  <a:schemeClr val="bg2"/>
                </a:solidFill>
                <a:latin typeface="Calibri" panose="020F0502020204030204" pitchFamily="34" charset="0"/>
                <a:cs typeface="Calibri" panose="020F0502020204030204" pitchFamily="34" charset="0"/>
              </a:rPr>
              <a:t>external dependencies in total</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66858" y="1816783"/>
            <a:ext cx="562010" cy="265112"/>
          </a:xfrm>
        </p:spPr>
        <p:txBody>
          <a:bodyPr anchor="ctr">
            <a:noAutofit/>
          </a:bodyPr>
          <a:lstStyle>
            <a:lvl1pPr marL="0" indent="0" algn="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9" name="TextBox 8">
            <a:extLst>
              <a:ext uri="{FF2B5EF4-FFF2-40B4-BE49-F238E27FC236}">
                <a16:creationId xmlns:a16="http://schemas.microsoft.com/office/drawing/2014/main" id="{A4A32BDF-19FE-16E0-140C-A92D63BFE40D}"/>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a:solidFill>
                  <a:schemeClr val="tx1">
                    <a:lumMod val="60000"/>
                    <a:lumOff val="40000"/>
                    <a:alpha val="50000"/>
                  </a:schemeClr>
                </a:solidFill>
              </a:rPr>
              <a:t>Number of dependencies:</a:t>
            </a:r>
          </a:p>
        </p:txBody>
      </p:sp>
      <p:grpSp>
        <p:nvGrpSpPr>
          <p:cNvPr id="17" name="Group 16">
            <a:extLst>
              <a:ext uri="{FF2B5EF4-FFF2-40B4-BE49-F238E27FC236}">
                <a16:creationId xmlns:a16="http://schemas.microsoft.com/office/drawing/2014/main" id="{FD846DF8-6FB9-113B-E643-AFB994F128E9}"/>
              </a:ext>
            </a:extLst>
          </p:cNvPr>
          <p:cNvGrpSpPr/>
          <p:nvPr userDrawn="1"/>
        </p:nvGrpSpPr>
        <p:grpSpPr>
          <a:xfrm>
            <a:off x="184167" y="2938848"/>
            <a:ext cx="2176758" cy="478914"/>
            <a:chOff x="184167" y="2938848"/>
            <a:chExt cx="2176758" cy="478914"/>
          </a:xfrm>
        </p:grpSpPr>
        <p:pic>
          <p:nvPicPr>
            <p:cNvPr id="6" name="Graphic 5">
              <a:extLst>
                <a:ext uri="{FF2B5EF4-FFF2-40B4-BE49-F238E27FC236}">
                  <a16:creationId xmlns:a16="http://schemas.microsoft.com/office/drawing/2014/main" id="{92CB4BC1-E3EB-78F3-84A5-877A5B841E78}"/>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145777"/>
              <a:ext cx="228600" cy="228600"/>
            </a:xfrm>
            <a:prstGeom prst="rect">
              <a:avLst/>
            </a:prstGeom>
          </p:spPr>
        </p:pic>
        <p:sp>
          <p:nvSpPr>
            <p:cNvPr id="11" name="TextBox 10">
              <a:extLst>
                <a:ext uri="{FF2B5EF4-FFF2-40B4-BE49-F238E27FC236}">
                  <a16:creationId xmlns:a16="http://schemas.microsoft.com/office/drawing/2014/main" id="{63CF1F6A-1F88-8145-FE5C-042E83FC70D0}"/>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a:solidFill>
                    <a:schemeClr val="tx1">
                      <a:lumMod val="40000"/>
                      <a:lumOff val="60000"/>
                    </a:schemeClr>
                  </a:solidFill>
                </a:rPr>
                <a:t>vulnerability </a:t>
              </a:r>
              <a:r>
                <a:rPr lang="en-US" sz="1600">
                  <a:solidFill>
                    <a:schemeClr val="tx1">
                      <a:lumMod val="40000"/>
                      <a:lumOff val="60000"/>
                    </a:schemeClr>
                  </a:solidFill>
                </a:rPr>
                <a:t>risk</a:t>
              </a:r>
            </a:p>
          </p:txBody>
        </p:sp>
      </p:grpSp>
      <p:grpSp>
        <p:nvGrpSpPr>
          <p:cNvPr id="19" name="Group 18">
            <a:extLst>
              <a:ext uri="{FF2B5EF4-FFF2-40B4-BE49-F238E27FC236}">
                <a16:creationId xmlns:a16="http://schemas.microsoft.com/office/drawing/2014/main" id="{7833F2AE-B882-CA12-2A4B-CA6E81F265E6}"/>
              </a:ext>
            </a:extLst>
          </p:cNvPr>
          <p:cNvGrpSpPr/>
          <p:nvPr userDrawn="1"/>
        </p:nvGrpSpPr>
        <p:grpSpPr>
          <a:xfrm>
            <a:off x="1016807" y="3564280"/>
            <a:ext cx="1344118" cy="423514"/>
            <a:chOff x="1016807" y="3564280"/>
            <a:chExt cx="1344118" cy="423514"/>
          </a:xfrm>
        </p:grpSpPr>
        <p:pic>
          <p:nvPicPr>
            <p:cNvPr id="3" name="Graphic 2">
              <a:extLst>
                <a:ext uri="{FF2B5EF4-FFF2-40B4-BE49-F238E27FC236}">
                  <a16:creationId xmlns:a16="http://schemas.microsoft.com/office/drawing/2014/main" id="{55B06F22-E984-AAA7-DF5B-49AA31FAED79}"/>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3703034"/>
              <a:ext cx="228600" cy="228600"/>
            </a:xfrm>
            <a:prstGeom prst="rect">
              <a:avLst/>
            </a:prstGeom>
          </p:spPr>
        </p:pic>
        <p:sp>
          <p:nvSpPr>
            <p:cNvPr id="13" name="TextBox 12">
              <a:extLst>
                <a:ext uri="{FF2B5EF4-FFF2-40B4-BE49-F238E27FC236}">
                  <a16:creationId xmlns:a16="http://schemas.microsoft.com/office/drawing/2014/main" id="{918ECFD4-7514-0241-5872-BB758C0682D7}"/>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a:solidFill>
                    <a:schemeClr val="tx1">
                      <a:lumMod val="40000"/>
                      <a:lumOff val="60000"/>
                    </a:schemeClr>
                  </a:solidFill>
                </a:rPr>
                <a:t>legal </a:t>
              </a:r>
              <a:r>
                <a:rPr lang="en-US" sz="1600">
                  <a:solidFill>
                    <a:schemeClr val="tx1">
                      <a:lumMod val="40000"/>
                      <a:lumOff val="60000"/>
                    </a:schemeClr>
                  </a:solidFill>
                </a:rPr>
                <a:t>risk</a:t>
              </a:r>
            </a:p>
          </p:txBody>
        </p:sp>
      </p:grpSp>
      <p:grpSp>
        <p:nvGrpSpPr>
          <p:cNvPr id="21" name="Group 20">
            <a:extLst>
              <a:ext uri="{FF2B5EF4-FFF2-40B4-BE49-F238E27FC236}">
                <a16:creationId xmlns:a16="http://schemas.microsoft.com/office/drawing/2014/main" id="{558AA51C-901A-9B84-CE25-4D427A46CAC1}"/>
              </a:ext>
            </a:extLst>
          </p:cNvPr>
          <p:cNvGrpSpPr/>
          <p:nvPr userDrawn="1"/>
        </p:nvGrpSpPr>
        <p:grpSpPr>
          <a:xfrm>
            <a:off x="283779" y="4213198"/>
            <a:ext cx="2077146" cy="276999"/>
            <a:chOff x="283779" y="4213198"/>
            <a:chExt cx="2077146" cy="276999"/>
          </a:xfrm>
        </p:grpSpPr>
        <p:pic>
          <p:nvPicPr>
            <p:cNvPr id="2" name="Graphic 1">
              <a:extLst>
                <a:ext uri="{FF2B5EF4-FFF2-40B4-BE49-F238E27FC236}">
                  <a16:creationId xmlns:a16="http://schemas.microsoft.com/office/drawing/2014/main" id="{309C6217-E883-2005-7854-9846D558305C}"/>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260843"/>
              <a:ext cx="228600" cy="228600"/>
            </a:xfrm>
            <a:prstGeom prst="rect">
              <a:avLst/>
            </a:prstGeom>
          </p:spPr>
        </p:pic>
        <p:sp>
          <p:nvSpPr>
            <p:cNvPr id="32" name="TextBox 31">
              <a:extLst>
                <a:ext uri="{FF2B5EF4-FFF2-40B4-BE49-F238E27FC236}">
                  <a16:creationId xmlns:a16="http://schemas.microsoft.com/office/drawing/2014/main" id="{D435142B-912E-4B8A-58D9-C27402CCBF87}"/>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freshness risk</a:t>
              </a:r>
            </a:p>
          </p:txBody>
        </p:sp>
      </p:grpSp>
      <p:grpSp>
        <p:nvGrpSpPr>
          <p:cNvPr id="23" name="Group 22">
            <a:extLst>
              <a:ext uri="{FF2B5EF4-FFF2-40B4-BE49-F238E27FC236}">
                <a16:creationId xmlns:a16="http://schemas.microsoft.com/office/drawing/2014/main" id="{A0CB14B6-5B84-25D4-9CE0-CD4E9AB33AC3}"/>
              </a:ext>
            </a:extLst>
          </p:cNvPr>
          <p:cNvGrpSpPr/>
          <p:nvPr userDrawn="1"/>
        </p:nvGrpSpPr>
        <p:grpSpPr>
          <a:xfrm>
            <a:off x="763256" y="4628191"/>
            <a:ext cx="1597669" cy="307777"/>
            <a:chOff x="763256" y="4610126"/>
            <a:chExt cx="1597669" cy="307777"/>
          </a:xfrm>
        </p:grpSpPr>
        <p:pic>
          <p:nvPicPr>
            <p:cNvPr id="5" name="Graphic 4">
              <a:extLst>
                <a:ext uri="{FF2B5EF4-FFF2-40B4-BE49-F238E27FC236}">
                  <a16:creationId xmlns:a16="http://schemas.microsoft.com/office/drawing/2014/main" id="{A826661C-B819-E9F6-2659-EBBAE34CB6D8}"/>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4671752"/>
              <a:ext cx="228600" cy="228600"/>
            </a:xfrm>
            <a:prstGeom prst="rect">
              <a:avLst/>
            </a:prstGeom>
          </p:spPr>
        </p:pic>
        <p:sp>
          <p:nvSpPr>
            <p:cNvPr id="35" name="TextBox 34">
              <a:extLst>
                <a:ext uri="{FF2B5EF4-FFF2-40B4-BE49-F238E27FC236}">
                  <a16:creationId xmlns:a16="http://schemas.microsoft.com/office/drawing/2014/main" id="{4929CEE3-98D7-9F5B-587E-4C33DB5EB3B8}"/>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stability</a:t>
              </a:r>
              <a:r>
                <a:rPr lang="en-US" sz="1400" b="0">
                  <a:solidFill>
                    <a:schemeClr val="tx1">
                      <a:lumMod val="40000"/>
                      <a:lumOff val="60000"/>
                    </a:schemeClr>
                  </a:solidFill>
                </a:rPr>
                <a:t> </a:t>
              </a:r>
              <a:r>
                <a:rPr lang="en-US" sz="1200" b="0">
                  <a:solidFill>
                    <a:schemeClr val="tx1">
                      <a:lumMod val="40000"/>
                      <a:lumOff val="60000"/>
                    </a:schemeClr>
                  </a:solidFill>
                </a:rPr>
                <a:t>risk</a:t>
              </a:r>
            </a:p>
          </p:txBody>
        </p:sp>
      </p:grpSp>
      <p:grpSp>
        <p:nvGrpSpPr>
          <p:cNvPr id="24" name="Group 23">
            <a:extLst>
              <a:ext uri="{FF2B5EF4-FFF2-40B4-BE49-F238E27FC236}">
                <a16:creationId xmlns:a16="http://schemas.microsoft.com/office/drawing/2014/main" id="{5831422A-942B-5C44-B632-3495D5574AD2}"/>
              </a:ext>
            </a:extLst>
          </p:cNvPr>
          <p:cNvGrpSpPr/>
          <p:nvPr userDrawn="1"/>
        </p:nvGrpSpPr>
        <p:grpSpPr>
          <a:xfrm>
            <a:off x="632049" y="5073962"/>
            <a:ext cx="1728876" cy="276999"/>
            <a:chOff x="632049" y="5033912"/>
            <a:chExt cx="1728876" cy="276999"/>
          </a:xfrm>
        </p:grpSpPr>
        <p:pic>
          <p:nvPicPr>
            <p:cNvPr id="4" name="Graphic 3">
              <a:extLst>
                <a:ext uri="{FF2B5EF4-FFF2-40B4-BE49-F238E27FC236}">
                  <a16:creationId xmlns:a16="http://schemas.microsoft.com/office/drawing/2014/main" id="{5A08C835-BC34-CED7-C169-00E4B30B00EF}"/>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075030"/>
              <a:ext cx="228600" cy="228600"/>
            </a:xfrm>
            <a:prstGeom prst="rect">
              <a:avLst/>
            </a:prstGeom>
          </p:spPr>
        </p:pic>
        <p:sp>
          <p:nvSpPr>
            <p:cNvPr id="36" name="TextBox 35">
              <a:extLst>
                <a:ext uri="{FF2B5EF4-FFF2-40B4-BE49-F238E27FC236}">
                  <a16:creationId xmlns:a16="http://schemas.microsoft.com/office/drawing/2014/main" id="{3A69FE6E-A255-48D4-C7E8-F5E6D264D886}"/>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management risk</a:t>
              </a:r>
            </a:p>
          </p:txBody>
        </p:sp>
      </p:grpSp>
      <p:grpSp>
        <p:nvGrpSpPr>
          <p:cNvPr id="25" name="Group 24">
            <a:extLst>
              <a:ext uri="{FF2B5EF4-FFF2-40B4-BE49-F238E27FC236}">
                <a16:creationId xmlns:a16="http://schemas.microsoft.com/office/drawing/2014/main" id="{5F8C6D75-F690-0C6C-33C1-6B28E6F5F6AC}"/>
              </a:ext>
            </a:extLst>
          </p:cNvPr>
          <p:cNvGrpSpPr/>
          <p:nvPr userDrawn="1"/>
        </p:nvGrpSpPr>
        <p:grpSpPr>
          <a:xfrm>
            <a:off x="708077" y="5488955"/>
            <a:ext cx="1652848" cy="276999"/>
            <a:chOff x="708077" y="5488955"/>
            <a:chExt cx="1652848" cy="276999"/>
          </a:xfrm>
        </p:grpSpPr>
        <p:pic>
          <p:nvPicPr>
            <p:cNvPr id="7" name="Graphic 6">
              <a:extLst>
                <a:ext uri="{FF2B5EF4-FFF2-40B4-BE49-F238E27FC236}">
                  <a16:creationId xmlns:a16="http://schemas.microsoft.com/office/drawing/2014/main" id="{3D163BBF-D73D-9771-B050-1D5ACCF6131A}"/>
                </a:ext>
              </a:extLst>
            </p:cNvPr>
            <p:cNvPicPr>
              <a:picLocks noChangeAspect="1"/>
            </p:cNvPicPr>
            <p:nvPr userDrawn="1"/>
          </p:nvPicPr>
          <p:blipFill>
            <a:blip r:embed="rId14">
              <a:lum bright="100000"/>
              <a:alphaModFix amt="80000"/>
              <a:extLst>
                <a:ext uri="{96DAC541-7B7A-43D3-8B79-37D633B846F1}">
                  <asvg:svgBlip xmlns:asvg="http://schemas.microsoft.com/office/drawing/2016/SVG/main" r:embed="rId15"/>
                </a:ext>
              </a:extLst>
            </a:blip>
            <a:stretch>
              <a:fillRect/>
            </a:stretch>
          </p:blipFill>
          <p:spPr>
            <a:xfrm>
              <a:off x="2132325" y="5517723"/>
              <a:ext cx="228600" cy="228600"/>
            </a:xfrm>
            <a:prstGeom prst="rect">
              <a:avLst/>
            </a:prstGeom>
          </p:spPr>
        </p:pic>
        <p:sp>
          <p:nvSpPr>
            <p:cNvPr id="39" name="TextBox 38">
              <a:extLst>
                <a:ext uri="{FF2B5EF4-FFF2-40B4-BE49-F238E27FC236}">
                  <a16:creationId xmlns:a16="http://schemas.microsoft.com/office/drawing/2014/main" id="{BB860CF2-34E2-DE9F-17DE-0B05CCAB9F66}"/>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activity risk</a:t>
              </a:r>
            </a:p>
          </p:txBody>
        </p:sp>
      </p:grpSp>
      <p:sp>
        <p:nvSpPr>
          <p:cNvPr id="40" name="TextBox 39">
            <a:extLst>
              <a:ext uri="{FF2B5EF4-FFF2-40B4-BE49-F238E27FC236}">
                <a16:creationId xmlns:a16="http://schemas.microsoft.com/office/drawing/2014/main" id="{CE5C3847-A367-1ACD-62C1-099B8EEB07F1}"/>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a:solidFill>
                  <a:srgbClr val="C1C7CF"/>
                </a:solidFill>
              </a:rPr>
              <a:t>Risk categories</a:t>
            </a:r>
          </a:p>
        </p:txBody>
      </p:sp>
    </p:spTree>
    <p:extLst>
      <p:ext uri="{BB962C8B-B14F-4D97-AF65-F5344CB8AC3E}">
        <p14:creationId xmlns:p14="http://schemas.microsoft.com/office/powerpoint/2010/main" val="5971802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General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2418499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2813893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5864400"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177600" y="1411200"/>
            <a:ext cx="5857199" cy="4842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94096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solidFill>
            <a:srgbClr val="1864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199" cy="4842000"/>
          </a:xfrm>
          <a:noFill/>
        </p:spPr>
        <p:txBody>
          <a:bodyPr lIns="216000" tIns="144000" rIns="234000">
            <a:noAutofit/>
          </a:bodyPr>
          <a:lstStyle>
            <a:lvl1pPr marL="0" indent="0">
              <a:buClr>
                <a:schemeClr val="bg1"/>
              </a:buClr>
              <a:buFont typeface="Arial" panose="020B0604020202020204" pitchFamily="34" charset="0"/>
              <a:buNone/>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2027796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5275863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lumns spaciou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7" name="Tijdelijke aanduiding voor inhoud 6">
            <a:extLst>
              <a:ext uri="{FF2B5EF4-FFF2-40B4-BE49-F238E27FC236}">
                <a16:creationId xmlns:a16="http://schemas.microsoft.com/office/drawing/2014/main" id="{E5B70D0A-6B25-D122-63B1-F4D26DF1EDE3}"/>
              </a:ext>
            </a:extLst>
          </p:cNvPr>
          <p:cNvSpPr>
            <a:spLocks noGrp="1"/>
          </p:cNvSpPr>
          <p:nvPr>
            <p:ph sz="quarter" idx="22" hasCustomPrompt="1"/>
          </p:nvPr>
        </p:nvSpPr>
        <p:spPr>
          <a:xfrm>
            <a:off x="380010" y="1644733"/>
            <a:ext cx="3485408" cy="4352307"/>
          </a:xfrm>
          <a:prstGeom prst="roundRect">
            <a:avLst>
              <a:gd name="adj" fmla="val 3389"/>
            </a:avLst>
          </a:prstGeom>
          <a:gradFill>
            <a:gsLst>
              <a:gs pos="41000">
                <a:srgbClr val="1864FF">
                  <a:alpha val="19608"/>
                </a:srgbClr>
              </a:gs>
              <a:gs pos="6000">
                <a:srgbClr val="1864FF">
                  <a:alpha val="0"/>
                </a:srgbClr>
              </a:gs>
            </a:gsLst>
            <a:lin ang="18000000" scaled="0"/>
          </a:gradFill>
          <a:ln w="19050">
            <a:noFill/>
          </a:ln>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0" name="Tijdelijke aanduiding voor inhoud 9">
            <a:extLst>
              <a:ext uri="{FF2B5EF4-FFF2-40B4-BE49-F238E27FC236}">
                <a16:creationId xmlns:a16="http://schemas.microsoft.com/office/drawing/2014/main" id="{1CAAD66A-A11C-CB72-9834-C00EA7B90F9A}"/>
              </a:ext>
            </a:extLst>
          </p:cNvPr>
          <p:cNvSpPr>
            <a:spLocks noGrp="1"/>
          </p:cNvSpPr>
          <p:nvPr>
            <p:ph sz="quarter" idx="23" hasCustomPrompt="1"/>
          </p:nvPr>
        </p:nvSpPr>
        <p:spPr>
          <a:xfrm>
            <a:off x="4349165" y="1644733"/>
            <a:ext cx="3485408" cy="4352307"/>
          </a:xfrm>
          <a:prstGeom prst="roundRect">
            <a:avLst>
              <a:gd name="adj" fmla="val 3456"/>
            </a:avLst>
          </a:prstGeom>
          <a:gradFill>
            <a:gsLst>
              <a:gs pos="41000">
                <a:srgbClr val="1864FF">
                  <a:alpha val="19608"/>
                </a:srgbClr>
              </a:gs>
              <a:gs pos="6000">
                <a:srgbClr val="1864FF">
                  <a:alpha val="0"/>
                </a:srgbClr>
              </a:gs>
            </a:gsLst>
            <a:lin ang="18000000" scaled="0"/>
          </a:gradFill>
          <a:ln w="19050">
            <a:noFill/>
          </a:ln>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1" name="Tijdelijke aanduiding voor inhoud 10">
            <a:extLst>
              <a:ext uri="{FF2B5EF4-FFF2-40B4-BE49-F238E27FC236}">
                <a16:creationId xmlns:a16="http://schemas.microsoft.com/office/drawing/2014/main" id="{940C39F7-DAAA-DFC7-161F-DFDBF0B4AB9F}"/>
              </a:ext>
            </a:extLst>
          </p:cNvPr>
          <p:cNvSpPr>
            <a:spLocks noGrp="1"/>
          </p:cNvSpPr>
          <p:nvPr>
            <p:ph sz="quarter" idx="24" hasCustomPrompt="1"/>
          </p:nvPr>
        </p:nvSpPr>
        <p:spPr>
          <a:xfrm>
            <a:off x="8318320" y="1644733"/>
            <a:ext cx="3485408" cy="4352307"/>
          </a:xfrm>
          <a:prstGeom prst="roundRect">
            <a:avLst>
              <a:gd name="adj" fmla="val 3271"/>
            </a:avLst>
          </a:prstGeom>
          <a:gradFill>
            <a:gsLst>
              <a:gs pos="41000">
                <a:srgbClr val="1864FF">
                  <a:alpha val="19608"/>
                </a:srgbClr>
              </a:gs>
              <a:gs pos="6000">
                <a:srgbClr val="1864FF">
                  <a:alpha val="0"/>
                </a:srgbClr>
              </a:gs>
            </a:gsLst>
            <a:lin ang="18000000" scaled="0"/>
          </a:gradFill>
          <a:ln w="19050">
            <a:noFill/>
          </a:ln>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8170716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orizontal image with three text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4324863"/>
            <a:ext cx="3884399" cy="19332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4324863"/>
            <a:ext cx="3884399" cy="19332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4324863"/>
            <a:ext cx="3884399" cy="19332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7" name="Tijdelijke aanduiding voor afbeelding 6">
            <a:extLst>
              <a:ext uri="{FF2B5EF4-FFF2-40B4-BE49-F238E27FC236}">
                <a16:creationId xmlns:a16="http://schemas.microsoft.com/office/drawing/2014/main" id="{39D17671-375B-F8EA-B52B-CEC6C09B566A}"/>
              </a:ext>
            </a:extLst>
          </p:cNvPr>
          <p:cNvSpPr>
            <a:spLocks noGrp="1"/>
          </p:cNvSpPr>
          <p:nvPr>
            <p:ph type="pic" sz="quarter" idx="27" hasCustomPrompt="1"/>
          </p:nvPr>
        </p:nvSpPr>
        <p:spPr>
          <a:xfrm>
            <a:off x="155575" y="1411200"/>
            <a:ext cx="11879263" cy="2755900"/>
          </a:xfrm>
        </p:spPr>
        <p:txBody>
          <a:bodyPr/>
          <a:lstStyle>
            <a:lvl1pPr marL="0" indent="0" algn="ctr">
              <a:buFont typeface="Arial" panose="020B0604020202020204" pitchFamily="34" charset="0"/>
              <a:buNone/>
              <a:defRPr/>
            </a:lvl1pPr>
          </a:lstStyle>
          <a:p>
            <a:br>
              <a:rPr lang="en-US"/>
            </a:br>
            <a:r>
              <a:rPr lang="en-US"/>
              <a:t>Insert an image. The inserted image will be cropped to this placeholder.</a:t>
            </a:r>
          </a:p>
        </p:txBody>
      </p:sp>
    </p:spTree>
    <p:extLst>
      <p:ext uri="{BB962C8B-B14F-4D97-AF65-F5344CB8AC3E}">
        <p14:creationId xmlns:p14="http://schemas.microsoft.com/office/powerpoint/2010/main" val="11715039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row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11880000" cy="2358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154799" y="3898062"/>
            <a:ext cx="11880000" cy="2358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8302885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with description and text">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5473700"/>
            <a:ext cx="6578932" cy="782638"/>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7137400" y="1540934"/>
            <a:ext cx="4896000" cy="4715404"/>
          </a:xfrm>
        </p:spPr>
        <p:txBody>
          <a:bodyPr vert="horz" lIns="216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lvl1pPr marL="0" indent="0">
              <a:buFont typeface="Arial" panose="020B0604020202020204" pitchFamily="34" charset="0"/>
              <a:buNone/>
              <a:defRPr/>
            </a:lvl1p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6578933" cy="3700139"/>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36460930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with description">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4861366"/>
            <a:ext cx="5522420" cy="1393200"/>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288911" y="4861367"/>
            <a:ext cx="5522421" cy="1393200"/>
          </a:xfrm>
        </p:spPr>
        <p:txBody>
          <a:bodyPr vert="horz" lIns="216000" tIns="46800" rIns="0" bIns="46800" rtlCol="0" anchor="t">
            <a:noAutofit/>
          </a:bodyPr>
          <a:lstStyle>
            <a:lvl1pPr marL="0" indent="0" algn="l">
              <a:buNone/>
              <a:defRPr lang="en-US" sz="1600" b="0" i="0" dirty="0">
                <a:latin typeface="+mn-lt"/>
              </a:defRPr>
            </a:lvl1pPr>
          </a:lstStyle>
          <a:p>
            <a:pPr lvl="0"/>
            <a:r>
              <a:rPr lang="en-US" dirty="0"/>
              <a:t>Insert image description or content text</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11" name="Tijdelijke aanduiding voor afbeelding 10">
            <a:extLst>
              <a:ext uri="{FF2B5EF4-FFF2-40B4-BE49-F238E27FC236}">
                <a16:creationId xmlns:a16="http://schemas.microsoft.com/office/drawing/2014/main" id="{3278BC24-FF8A-184E-4F1C-1879F1DF8FB4}"/>
              </a:ext>
            </a:extLst>
          </p:cNvPr>
          <p:cNvSpPr>
            <a:spLocks noGrp="1"/>
          </p:cNvSpPr>
          <p:nvPr>
            <p:ph type="pic" sz="quarter" idx="23" hasCustomPrompt="1"/>
          </p:nvPr>
        </p:nvSpPr>
        <p:spPr>
          <a:xfrm>
            <a:off x="6288914"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8" name="Triangle 24">
            <a:extLst>
              <a:ext uri="{FF2B5EF4-FFF2-40B4-BE49-F238E27FC236}">
                <a16:creationId xmlns:a16="http://schemas.microsoft.com/office/drawing/2014/main" id="{F818DE49-C6E9-7D7A-366E-8A47D33CD426}"/>
              </a:ext>
            </a:extLst>
          </p:cNvPr>
          <p:cNvSpPr/>
          <p:nvPr userDrawn="1"/>
        </p:nvSpPr>
        <p:spPr>
          <a:xfrm flipV="1">
            <a:off x="4196" y="8398070"/>
            <a:ext cx="173972"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C53F80EE-0945-9598-86E4-5835C70A0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33538" y="6619203"/>
            <a:ext cx="385839" cy="166520"/>
          </a:xfrm>
          <a:prstGeom prst="rect">
            <a:avLst/>
          </a:prstGeom>
        </p:spPr>
      </p:pic>
    </p:spTree>
    <p:extLst>
      <p:ext uri="{BB962C8B-B14F-4D97-AF65-F5344CB8AC3E}">
        <p14:creationId xmlns:p14="http://schemas.microsoft.com/office/powerpoint/2010/main" val="2830726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3841200" y="1411200"/>
            <a:ext cx="8197200" cy="4842000"/>
          </a:xfrm>
        </p:spPr>
        <p:txBody>
          <a:bodyPr lIns="144000" tIns="468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7402BAE-74C3-47FF-26E5-85804D2479C9}"/>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voettekst 5">
            <a:extLst>
              <a:ext uri="{FF2B5EF4-FFF2-40B4-BE49-F238E27FC236}">
                <a16:creationId xmlns:a16="http://schemas.microsoft.com/office/drawing/2014/main" id="{64753EB1-39C2-2103-0BD7-A79D2E955EC3}"/>
              </a:ext>
            </a:extLst>
          </p:cNvPr>
          <p:cNvSpPr>
            <a:spLocks noGrp="1"/>
          </p:cNvSpPr>
          <p:nvPr>
            <p:ph type="ftr" sz="quarter" idx="19"/>
          </p:nvPr>
        </p:nvSpPr>
        <p:spPr/>
        <p:txBody>
          <a:bodyPr/>
          <a:lstStyle/>
          <a:p>
            <a:r>
              <a:rPr lang="nl-NL"/>
              <a:t>Confidential</a:t>
            </a:r>
          </a:p>
        </p:txBody>
      </p:sp>
      <p:sp>
        <p:nvSpPr>
          <p:cNvPr id="7" name="Tijdelijke aanduiding voor dianummer 6">
            <a:extLst>
              <a:ext uri="{FF2B5EF4-FFF2-40B4-BE49-F238E27FC236}">
                <a16:creationId xmlns:a16="http://schemas.microsoft.com/office/drawing/2014/main" id="{F2512AA9-D444-999E-DA43-12DD9D181E4C}"/>
              </a:ext>
            </a:extLst>
          </p:cNvPr>
          <p:cNvSpPr>
            <a:spLocks noGrp="1"/>
          </p:cNvSpPr>
          <p:nvPr>
            <p:ph type="sldNum" sz="quarter" idx="20"/>
          </p:nvPr>
        </p:nvSpPr>
        <p:spPr/>
        <p:txBody>
          <a:bodyPr/>
          <a:lstStyle/>
          <a:p>
            <a:fld id="{E242BD21-9B61-2246-BCB1-4BE5E1BEBE1C}" type="slidenum">
              <a:rPr lang="nl-NL" smtClean="0"/>
              <a:pPr/>
              <a:t>‹#›</a:t>
            </a:fld>
            <a:endParaRPr lang="nl-NL"/>
          </a:p>
        </p:txBody>
      </p:sp>
      <p:sp>
        <p:nvSpPr>
          <p:cNvPr id="11" name="Rechthoek 10">
            <a:extLst>
              <a:ext uri="{FF2B5EF4-FFF2-40B4-BE49-F238E27FC236}">
                <a16:creationId xmlns:a16="http://schemas.microsoft.com/office/drawing/2014/main" id="{43EF2BE2-8B2F-A0A7-A984-085D7AF64A1C}"/>
              </a:ext>
            </a:extLst>
          </p:cNvPr>
          <p:cNvSpPr/>
          <p:nvPr userDrawn="1"/>
        </p:nvSpPr>
        <p:spPr>
          <a:xfrm>
            <a:off x="0" y="1103086"/>
            <a:ext cx="3817257" cy="48622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ijdelijke aanduiding voor afbeelding 8">
            <a:extLst>
              <a:ext uri="{FF2B5EF4-FFF2-40B4-BE49-F238E27FC236}">
                <a16:creationId xmlns:a16="http://schemas.microsoft.com/office/drawing/2014/main" id="{6E6A480A-9A54-14B7-E249-59D9FB6D0704}"/>
              </a:ext>
            </a:extLst>
          </p:cNvPr>
          <p:cNvSpPr>
            <a:spLocks noGrp="1"/>
          </p:cNvSpPr>
          <p:nvPr>
            <p:ph type="pic" sz="quarter" idx="17" hasCustomPrompt="1"/>
          </p:nvPr>
        </p:nvSpPr>
        <p:spPr>
          <a:xfrm>
            <a:off x="154800" y="1275616"/>
            <a:ext cx="3539433" cy="4977584"/>
          </a:xfrm>
          <a:custGeom>
            <a:avLst/>
            <a:gdLst>
              <a:gd name="connsiteX0" fmla="*/ 0 w 3539433"/>
              <a:gd name="connsiteY0" fmla="*/ 0 h 4977584"/>
              <a:gd name="connsiteX1" fmla="*/ 89123 w 3539433"/>
              <a:gd name="connsiteY1" fmla="*/ 0 h 4977584"/>
              <a:gd name="connsiteX2" fmla="*/ 1389600 w 3539433"/>
              <a:gd name="connsiteY2" fmla="*/ 0 h 4977584"/>
              <a:gd name="connsiteX3" fmla="*/ 3450310 w 3539433"/>
              <a:gd name="connsiteY3" fmla="*/ 0 h 4977584"/>
              <a:gd name="connsiteX4" fmla="*/ 3539433 w 3539433"/>
              <a:gd name="connsiteY4" fmla="*/ 89123 h 4977584"/>
              <a:gd name="connsiteX5" fmla="*/ 3539433 w 3539433"/>
              <a:gd name="connsiteY5" fmla="*/ 4888461 h 4977584"/>
              <a:gd name="connsiteX6" fmla="*/ 3450310 w 3539433"/>
              <a:gd name="connsiteY6" fmla="*/ 4977584 h 4977584"/>
              <a:gd name="connsiteX7" fmla="*/ 1389600 w 3539433"/>
              <a:gd name="connsiteY7" fmla="*/ 4977584 h 4977584"/>
              <a:gd name="connsiteX8" fmla="*/ 89123 w 3539433"/>
              <a:gd name="connsiteY8" fmla="*/ 4977584 h 4977584"/>
              <a:gd name="connsiteX9" fmla="*/ 0 w 3539433"/>
              <a:gd name="connsiteY9" fmla="*/ 4977584 h 4977584"/>
              <a:gd name="connsiteX10" fmla="*/ 0 w 3539433"/>
              <a:gd name="connsiteY10" fmla="*/ 2630384 h 4977584"/>
              <a:gd name="connsiteX11" fmla="*/ 0 w 3539433"/>
              <a:gd name="connsiteY11" fmla="*/ 2347200 h 4977584"/>
              <a:gd name="connsiteX12" fmla="*/ 0 w 3539433"/>
              <a:gd name="connsiteY12" fmla="*/ 89123 h 4977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9433" h="4977584">
                <a:moveTo>
                  <a:pt x="0" y="0"/>
                </a:moveTo>
                <a:lnTo>
                  <a:pt x="89123" y="0"/>
                </a:lnTo>
                <a:lnTo>
                  <a:pt x="1389600" y="0"/>
                </a:lnTo>
                <a:lnTo>
                  <a:pt x="3450310" y="0"/>
                </a:lnTo>
                <a:cubicBezTo>
                  <a:pt x="3499531" y="0"/>
                  <a:pt x="3539433" y="39902"/>
                  <a:pt x="3539433" y="89123"/>
                </a:cubicBezTo>
                <a:lnTo>
                  <a:pt x="3539433" y="4888461"/>
                </a:lnTo>
                <a:cubicBezTo>
                  <a:pt x="3539433" y="4937682"/>
                  <a:pt x="3499531" y="4977584"/>
                  <a:pt x="3450310" y="4977584"/>
                </a:cubicBezTo>
                <a:lnTo>
                  <a:pt x="1389600" y="4977584"/>
                </a:lnTo>
                <a:lnTo>
                  <a:pt x="89123" y="4977584"/>
                </a:lnTo>
                <a:lnTo>
                  <a:pt x="0" y="4977584"/>
                </a:lnTo>
                <a:lnTo>
                  <a:pt x="0" y="2630384"/>
                </a:lnTo>
                <a:lnTo>
                  <a:pt x="0" y="2347200"/>
                </a:lnTo>
                <a:lnTo>
                  <a:pt x="0" y="89123"/>
                </a:lnTo>
                <a:close/>
              </a:path>
            </a:pathLst>
          </a:custGeom>
        </p:spPr>
        <p:txBody>
          <a:bodyPr wrap="square" anchor="ctr">
            <a:noAutofit/>
          </a:bodyPr>
          <a:lstStyle>
            <a:lvl1pPr marL="0" indent="0" algn="ctr">
              <a:lnSpc>
                <a:spcPct val="100000"/>
              </a:lnSpc>
              <a:buNone/>
              <a:defRPr sz="1400" b="0" i="0">
                <a:solidFill>
                  <a:schemeClr val="tx1">
                    <a:lumMod val="50000"/>
                    <a:lumOff val="50000"/>
                  </a:schemeClr>
                </a:solidFill>
              </a:defRPr>
            </a:lvl1pPr>
          </a:lstStyle>
          <a:p>
            <a:r>
              <a:rPr lang="en-US"/>
              <a:t>Click the icon to add a picture. The picture will be cropped to the placeholder shape.</a:t>
            </a:r>
          </a:p>
          <a:p>
            <a:endParaRPr lang="en-US"/>
          </a:p>
          <a:p>
            <a:endParaRPr lang="en-US"/>
          </a:p>
          <a:p>
            <a:endParaRPr lang="en-US"/>
          </a:p>
          <a:p>
            <a:endParaRPr lang="en-US"/>
          </a:p>
          <a:p>
            <a:endParaRPr lang="en-US"/>
          </a:p>
          <a:p>
            <a:r>
              <a:rPr lang="en-US"/>
              <a:t> </a:t>
            </a:r>
          </a:p>
        </p:txBody>
      </p:sp>
    </p:spTree>
    <p:extLst>
      <p:ext uri="{BB962C8B-B14F-4D97-AF65-F5344CB8AC3E}">
        <p14:creationId xmlns:p14="http://schemas.microsoft.com/office/powerpoint/2010/main" val="42171078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ive blocks">
    <p:spTree>
      <p:nvGrpSpPr>
        <p:cNvPr id="1" name=""/>
        <p:cNvGrpSpPr/>
        <p:nvPr/>
      </p:nvGrpSpPr>
      <p:grpSpPr>
        <a:xfrm>
          <a:off x="0" y="0"/>
          <a:ext cx="0" cy="0"/>
          <a:chOff x="0" y="0"/>
          <a:chExt cx="0" cy="0"/>
        </a:xfrm>
      </p:grpSpPr>
      <p:grpSp>
        <p:nvGrpSpPr>
          <p:cNvPr id="100" name="Group 99">
            <a:extLst>
              <a:ext uri="{FF2B5EF4-FFF2-40B4-BE49-F238E27FC236}">
                <a16:creationId xmlns:a16="http://schemas.microsoft.com/office/drawing/2014/main" id="{77D5684E-5501-A3B9-EAD4-66768110BFFD}"/>
              </a:ext>
            </a:extLst>
          </p:cNvPr>
          <p:cNvGrpSpPr/>
          <p:nvPr userDrawn="1"/>
        </p:nvGrpSpPr>
        <p:grpSpPr>
          <a:xfrm flipV="1">
            <a:off x="8801158" y="2844042"/>
            <a:ext cx="1218978" cy="1981838"/>
            <a:chOff x="2276371" y="2725684"/>
            <a:chExt cx="1218978" cy="1981838"/>
          </a:xfrm>
        </p:grpSpPr>
        <p:sp>
          <p:nvSpPr>
            <p:cNvPr id="101" name="Arc 100">
              <a:extLst>
                <a:ext uri="{FF2B5EF4-FFF2-40B4-BE49-F238E27FC236}">
                  <a16:creationId xmlns:a16="http://schemas.microsoft.com/office/drawing/2014/main" id="{E5ADA783-7CEC-6F06-3A64-E66D19EAF987}"/>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4247DFE5-12BF-BDAC-F651-9D18BBCB3CAD}"/>
                </a:ext>
              </a:extLst>
            </p:cNvPr>
            <p:cNvCxnSpPr>
              <a:cxnSpLocks/>
              <a:endCxn id="101"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417D8B6-98B1-116D-9327-16915022800E}"/>
                </a:ext>
              </a:extLst>
            </p:cNvPr>
            <p:cNvCxnSpPr>
              <a:cxnSpLocks/>
              <a:stCxn id="101"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104" name="Arc 103">
              <a:extLst>
                <a:ext uri="{FF2B5EF4-FFF2-40B4-BE49-F238E27FC236}">
                  <a16:creationId xmlns:a16="http://schemas.microsoft.com/office/drawing/2014/main" id="{D88DCE86-6CB3-DC20-F3B9-15E81F8493DC}"/>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D010A37-AC91-BE50-6162-5E0A798C88B1}"/>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4390776" y="2844042"/>
            <a:ext cx="1218978" cy="1981838"/>
            <a:chOff x="2276371" y="2725684"/>
            <a:chExt cx="121897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6578743" y="2844042"/>
            <a:ext cx="1218978" cy="1981838"/>
            <a:chOff x="2276371" y="2725684"/>
            <a:chExt cx="1218978"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168098" y="2844042"/>
            <a:ext cx="1218978" cy="1981838"/>
            <a:chOff x="2276371" y="2725684"/>
            <a:chExt cx="1218978"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274405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270470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7151789"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077029"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5283200"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748937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695543"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496558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492914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8" name="Oval 37">
            <a:extLst>
              <a:ext uri="{FF2B5EF4-FFF2-40B4-BE49-F238E27FC236}">
                <a16:creationId xmlns:a16="http://schemas.microsoft.com/office/drawing/2014/main" id="{B80569E7-0092-2448-EFF5-24105687D197}"/>
              </a:ext>
            </a:extLst>
          </p:cNvPr>
          <p:cNvSpPr/>
          <p:nvPr userDrawn="1"/>
        </p:nvSpPr>
        <p:spPr>
          <a:xfrm>
            <a:off x="9385737"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9" name="Oval 38">
            <a:extLst>
              <a:ext uri="{FF2B5EF4-FFF2-40B4-BE49-F238E27FC236}">
                <a16:creationId xmlns:a16="http://schemas.microsoft.com/office/drawing/2014/main" id="{EF7395FC-AF46-692C-B96C-2622A03AF050}"/>
              </a:ext>
            </a:extLst>
          </p:cNvPr>
          <p:cNvSpPr/>
          <p:nvPr userDrawn="1"/>
        </p:nvSpPr>
        <p:spPr>
          <a:xfrm>
            <a:off x="9374021"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0" name="Oval 39">
            <a:extLst>
              <a:ext uri="{FF2B5EF4-FFF2-40B4-BE49-F238E27FC236}">
                <a16:creationId xmlns:a16="http://schemas.microsoft.com/office/drawing/2014/main" id="{DAF55B6C-F7EF-739A-D823-6A04A08172A1}"/>
              </a:ext>
            </a:extLst>
          </p:cNvPr>
          <p:cNvSpPr/>
          <p:nvPr userDrawn="1"/>
        </p:nvSpPr>
        <p:spPr>
          <a:xfrm>
            <a:off x="9356553"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149805"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5361375"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7565158"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149805"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4" name="Text Placeholder 40">
            <a:extLst>
              <a:ext uri="{FF2B5EF4-FFF2-40B4-BE49-F238E27FC236}">
                <a16:creationId xmlns:a16="http://schemas.microsoft.com/office/drawing/2014/main" id="{4DDE102C-0FF4-211F-C9E5-84EE6C4C7303}"/>
              </a:ext>
            </a:extLst>
          </p:cNvPr>
          <p:cNvSpPr>
            <a:spLocks noGrp="1"/>
          </p:cNvSpPr>
          <p:nvPr>
            <p:ph type="body" sz="quarter" idx="32" hasCustomPrompt="1"/>
          </p:nvPr>
        </p:nvSpPr>
        <p:spPr>
          <a:xfrm>
            <a:off x="9776728" y="3705313"/>
            <a:ext cx="1468772" cy="1986771"/>
          </a:xfrm>
          <a:noFill/>
        </p:spPr>
        <p:txBody>
          <a:bodyPr wrap="square" lIns="36000" rIns="0" bIns="0" rtlCol="0" anchor="t">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536137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7565158"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9" name="Content Placeholder 4">
            <a:extLst>
              <a:ext uri="{FF2B5EF4-FFF2-40B4-BE49-F238E27FC236}">
                <a16:creationId xmlns:a16="http://schemas.microsoft.com/office/drawing/2014/main" id="{7F1008AB-F209-275B-629D-4AF00EC8E079}"/>
              </a:ext>
            </a:extLst>
          </p:cNvPr>
          <p:cNvSpPr>
            <a:spLocks noGrp="1"/>
          </p:cNvSpPr>
          <p:nvPr>
            <p:ph sz="quarter" idx="35" hasCustomPrompt="1"/>
          </p:nvPr>
        </p:nvSpPr>
        <p:spPr>
          <a:xfrm>
            <a:off x="9776728"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3" name="Tijdelijke aanduiding voor tekst 12">
            <a:extLst>
              <a:ext uri="{FF2B5EF4-FFF2-40B4-BE49-F238E27FC236}">
                <a16:creationId xmlns:a16="http://schemas.microsoft.com/office/drawing/2014/main" id="{0ECF876C-5868-265B-CE50-852DD046E88B}"/>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15" name="Tijdelijke aanduiding voor tekst 12">
            <a:extLst>
              <a:ext uri="{FF2B5EF4-FFF2-40B4-BE49-F238E27FC236}">
                <a16:creationId xmlns:a16="http://schemas.microsoft.com/office/drawing/2014/main" id="{2C5EBCB8-9B8B-E3B6-1AFE-1A5EC9C6C608}"/>
              </a:ext>
            </a:extLst>
          </p:cNvPr>
          <p:cNvSpPr>
            <a:spLocks noGrp="1"/>
          </p:cNvSpPr>
          <p:nvPr>
            <p:ph type="body" sz="quarter" idx="42" hasCustomPrompt="1"/>
          </p:nvPr>
        </p:nvSpPr>
        <p:spPr>
          <a:xfrm>
            <a:off x="314572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2" name="Tijdelijke aanduiding voor tekst 12">
            <a:extLst>
              <a:ext uri="{FF2B5EF4-FFF2-40B4-BE49-F238E27FC236}">
                <a16:creationId xmlns:a16="http://schemas.microsoft.com/office/drawing/2014/main" id="{E47BEE7B-7D0F-DD43-825C-3CD93DB0D651}"/>
              </a:ext>
            </a:extLst>
          </p:cNvPr>
          <p:cNvSpPr>
            <a:spLocks noGrp="1"/>
          </p:cNvSpPr>
          <p:nvPr>
            <p:ph type="body" sz="quarter" idx="43" hasCustomPrompt="1"/>
          </p:nvPr>
        </p:nvSpPr>
        <p:spPr>
          <a:xfrm>
            <a:off x="5363805"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4" name="Tijdelijke aanduiding voor tekst 12">
            <a:extLst>
              <a:ext uri="{FF2B5EF4-FFF2-40B4-BE49-F238E27FC236}">
                <a16:creationId xmlns:a16="http://schemas.microsoft.com/office/drawing/2014/main" id="{875F2A78-8D2A-DF58-0B78-CF29787C1C0C}"/>
              </a:ext>
            </a:extLst>
          </p:cNvPr>
          <p:cNvSpPr>
            <a:spLocks noGrp="1"/>
          </p:cNvSpPr>
          <p:nvPr>
            <p:ph type="body" sz="quarter" idx="44" hasCustomPrompt="1"/>
          </p:nvPr>
        </p:nvSpPr>
        <p:spPr>
          <a:xfrm>
            <a:off x="7565158"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6" name="Tijdelijke aanduiding voor tekst 12">
            <a:extLst>
              <a:ext uri="{FF2B5EF4-FFF2-40B4-BE49-F238E27FC236}">
                <a16:creationId xmlns:a16="http://schemas.microsoft.com/office/drawing/2014/main" id="{FD43409F-6B9F-4BC2-4F1D-5CB63A2E1CBC}"/>
              </a:ext>
            </a:extLst>
          </p:cNvPr>
          <p:cNvSpPr>
            <a:spLocks noGrp="1"/>
          </p:cNvSpPr>
          <p:nvPr>
            <p:ph type="body" sz="quarter" idx="45" hasCustomPrompt="1"/>
          </p:nvPr>
        </p:nvSpPr>
        <p:spPr>
          <a:xfrm>
            <a:off x="9772650"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5662251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5081551" y="2844042"/>
            <a:ext cx="1747470" cy="1981838"/>
            <a:chOff x="1872611" y="2725684"/>
            <a:chExt cx="1747470"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872611" y="2725684"/>
              <a:ext cx="91958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644783"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8180739" y="2844042"/>
            <a:ext cx="1720907" cy="1981838"/>
            <a:chOff x="2029569" y="2725684"/>
            <a:chExt cx="1720907"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029569" y="2725684"/>
              <a:ext cx="76262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77517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240629" y="2844042"/>
            <a:ext cx="1856721" cy="1981838"/>
            <a:chOff x="1978486" y="2725684"/>
            <a:chExt cx="185672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978486" y="2725684"/>
              <a:ext cx="81371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85990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311337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07402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9001531"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812420"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675398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9695543"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89012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6833099"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9772189"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890129"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6833099"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977218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2" name="Oval 11">
            <a:extLst>
              <a:ext uri="{FF2B5EF4-FFF2-40B4-BE49-F238E27FC236}">
                <a16:creationId xmlns:a16="http://schemas.microsoft.com/office/drawing/2014/main" id="{1B943A2C-7940-A7F9-9651-0B1C185E6240}"/>
              </a:ext>
            </a:extLst>
          </p:cNvPr>
          <p:cNvSpPr/>
          <p:nvPr userDrawn="1"/>
        </p:nvSpPr>
        <p:spPr>
          <a:xfrm>
            <a:off x="6076526"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Oval 12">
            <a:extLst>
              <a:ext uri="{FF2B5EF4-FFF2-40B4-BE49-F238E27FC236}">
                <a16:creationId xmlns:a16="http://schemas.microsoft.com/office/drawing/2014/main" id="{56649D49-AF5A-CE13-2D52-35F23D2033F0}"/>
              </a:ext>
            </a:extLst>
          </p:cNvPr>
          <p:cNvSpPr/>
          <p:nvPr userDrawn="1"/>
        </p:nvSpPr>
        <p:spPr>
          <a:xfrm>
            <a:off x="6064810"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Oval 13">
            <a:extLst>
              <a:ext uri="{FF2B5EF4-FFF2-40B4-BE49-F238E27FC236}">
                <a16:creationId xmlns:a16="http://schemas.microsoft.com/office/drawing/2014/main" id="{F5F77568-02A4-5403-F949-7E604A41346F}"/>
              </a:ext>
            </a:extLst>
          </p:cNvPr>
          <p:cNvSpPr/>
          <p:nvPr userDrawn="1"/>
        </p:nvSpPr>
        <p:spPr>
          <a:xfrm>
            <a:off x="6047342"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Tijdelijke aanduiding voor tekst 12">
            <a:extLst>
              <a:ext uri="{FF2B5EF4-FFF2-40B4-BE49-F238E27FC236}">
                <a16:creationId xmlns:a16="http://schemas.microsoft.com/office/drawing/2014/main" id="{71574408-55C5-B8DE-2ABA-ABAB0FA0012E}"/>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F5908121-D435-CC66-491A-8E6688DC5D43}"/>
              </a:ext>
            </a:extLst>
          </p:cNvPr>
          <p:cNvSpPr>
            <a:spLocks noGrp="1"/>
          </p:cNvSpPr>
          <p:nvPr>
            <p:ph type="body" sz="quarter" idx="42" hasCustomPrompt="1"/>
          </p:nvPr>
        </p:nvSpPr>
        <p:spPr>
          <a:xfrm>
            <a:off x="388605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947ED0DE-17DD-F6B4-D2E2-B6622C021A19}"/>
              </a:ext>
            </a:extLst>
          </p:cNvPr>
          <p:cNvSpPr>
            <a:spLocks noGrp="1"/>
          </p:cNvSpPr>
          <p:nvPr>
            <p:ph type="body" sz="quarter" idx="43" hasCustomPrompt="1"/>
          </p:nvPr>
        </p:nvSpPr>
        <p:spPr>
          <a:xfrm>
            <a:off x="6829021"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9" name="Tijdelijke aanduiding voor tekst 12">
            <a:extLst>
              <a:ext uri="{FF2B5EF4-FFF2-40B4-BE49-F238E27FC236}">
                <a16:creationId xmlns:a16="http://schemas.microsoft.com/office/drawing/2014/main" id="{1FB5E721-FD4D-844F-338C-5700E45205BA}"/>
              </a:ext>
            </a:extLst>
          </p:cNvPr>
          <p:cNvSpPr>
            <a:spLocks noGrp="1"/>
          </p:cNvSpPr>
          <p:nvPr>
            <p:ph type="body" sz="quarter" idx="44" hasCustomPrompt="1"/>
          </p:nvPr>
        </p:nvSpPr>
        <p:spPr>
          <a:xfrm>
            <a:off x="976811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18950752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6673026" y="2844042"/>
            <a:ext cx="3127108" cy="1981838"/>
            <a:chOff x="1429061" y="2725684"/>
            <a:chExt cx="312710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429061" y="2725684"/>
              <a:ext cx="136313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15808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575676" y="2844042"/>
            <a:ext cx="3252751" cy="1981838"/>
            <a:chOff x="1395618" y="2725684"/>
            <a:chExt cx="325275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395618" y="2725684"/>
              <a:ext cx="139657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16730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4032387"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993032"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1190339"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528320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37606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809514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805870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270094"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5361614"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9453132"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381600"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4473118" y="1991731"/>
            <a:ext cx="3245764" cy="1922340"/>
          </a:xfrm>
          <a:noFill/>
        </p:spPr>
        <p:txBody>
          <a:bodyPr wrap="square" lIns="0" rIns="0" bIns="0" rtlCol="0" anchor="b">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8564636"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1266016"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535753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1DFA58BC-375C-5035-6C88-846DEC183955}"/>
              </a:ext>
            </a:extLst>
          </p:cNvPr>
          <p:cNvSpPr>
            <a:spLocks noGrp="1"/>
          </p:cNvSpPr>
          <p:nvPr>
            <p:ph type="body" sz="quarter" idx="43" hasCustomPrompt="1"/>
          </p:nvPr>
        </p:nvSpPr>
        <p:spPr>
          <a:xfrm>
            <a:off x="9449054"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22776889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block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381600" y="1658296"/>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6318947" y="1652072"/>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61355" y="2217940"/>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6397360" y="2210611"/>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2081535" y="1710767"/>
            <a:ext cx="3791518" cy="4412447"/>
          </a:xfrm>
          <a:noFill/>
        </p:spPr>
        <p:txBody>
          <a:bodyPr wrap="square" lIns="125999" rIns="0" bIns="0" rtlCol="0">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8018882" y="1715801"/>
            <a:ext cx="3791518" cy="4269351"/>
          </a:xfrm>
          <a:noFill/>
        </p:spPr>
        <p:txBody>
          <a:bodyPr wrap="square" lIns="125999" rIns="0" bIns="0" rtlCol="0" anchor="t">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457277" y="172910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6393282" y="1715802"/>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2024747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commendati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1CEBE7-B52C-9140-A467-08CD0B43DF99}"/>
              </a:ext>
            </a:extLst>
          </p:cNvPr>
          <p:cNvSpPr>
            <a:spLocks noGrp="1"/>
          </p:cNvSpPr>
          <p:nvPr>
            <p:ph type="body" sz="quarter" idx="26" hasCustomPrompt="1"/>
          </p:nvPr>
        </p:nvSpPr>
        <p:spPr>
          <a:xfrm>
            <a:off x="381600" y="1641474"/>
            <a:ext cx="2615781" cy="977110"/>
          </a:xfrm>
          <a:prstGeom prst="roundRect">
            <a:avLst>
              <a:gd name="adj" fmla="val 3283"/>
            </a:avLst>
          </a:prstGeom>
          <a:gradFill>
            <a:gsLst>
              <a:gs pos="0">
                <a:srgbClr val="1864FF">
                  <a:alpha val="49804"/>
                </a:srgbClr>
              </a:gs>
              <a:gs pos="30000">
                <a:srgbClr val="1864FF">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marL="185738" indent="-185738">
              <a:lnSpc>
                <a:spcPct val="100000"/>
              </a:lnSpc>
              <a:buClr>
                <a:schemeClr val="bg1"/>
              </a:buClr>
              <a:tabLst/>
              <a:defRPr lang="en-US" sz="1400" dirty="0">
                <a:solidFill>
                  <a:schemeClr val="bg1"/>
                </a:solidFill>
              </a:defRPr>
            </a:lvl1pPr>
          </a:lstStyle>
          <a:p>
            <a:pPr marL="285750" lvl="0" indent="-285750"/>
            <a:r>
              <a:rPr lang="en-US" dirty="0"/>
              <a:t>Insert recommendations</a:t>
            </a:r>
          </a:p>
        </p:txBody>
      </p:sp>
      <p:sp>
        <p:nvSpPr>
          <p:cNvPr id="6" name="Text Placeholder 5">
            <a:extLst>
              <a:ext uri="{FF2B5EF4-FFF2-40B4-BE49-F238E27FC236}">
                <a16:creationId xmlns:a16="http://schemas.microsoft.com/office/drawing/2014/main" id="{FF76378E-55D1-2F47-B6DF-5B5DAA1F7D10}"/>
              </a:ext>
            </a:extLst>
          </p:cNvPr>
          <p:cNvSpPr>
            <a:spLocks noGrp="1"/>
          </p:cNvSpPr>
          <p:nvPr>
            <p:ph type="body" sz="quarter" idx="30" hasCustomPrompt="1"/>
          </p:nvPr>
        </p:nvSpPr>
        <p:spPr>
          <a:xfrm>
            <a:off x="536034" y="1797926"/>
            <a:ext cx="2306912" cy="320292"/>
          </a:xfrm>
          <a:prstGeom prst="roundRect">
            <a:avLst/>
          </a:prstGeom>
          <a:solidFill>
            <a:srgbClr val="1864FF"/>
          </a:soli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FFFFFF"/>
                </a:solidFill>
                <a:latin typeface="Noir Pro Medium" pitchFamily="2" charset="0"/>
              </a:defRPr>
            </a:lvl1pPr>
          </a:lstStyle>
          <a:p>
            <a:pPr lvl="0"/>
            <a:r>
              <a:rPr lang="en-US" dirty="0"/>
              <a:t>Category (e.g. “Continuous”)</a:t>
            </a:r>
          </a:p>
        </p:txBody>
      </p:sp>
      <p:sp>
        <p:nvSpPr>
          <p:cNvPr id="42" name="Text Placeholder 2">
            <a:extLst>
              <a:ext uri="{FF2B5EF4-FFF2-40B4-BE49-F238E27FC236}">
                <a16:creationId xmlns:a16="http://schemas.microsoft.com/office/drawing/2014/main" id="{036FAA5D-52AA-F340-B536-4A266D8133AB}"/>
              </a:ext>
            </a:extLst>
          </p:cNvPr>
          <p:cNvSpPr>
            <a:spLocks noGrp="1"/>
          </p:cNvSpPr>
          <p:nvPr>
            <p:ph type="body" sz="quarter" idx="31" hasCustomPrompt="1"/>
          </p:nvPr>
        </p:nvSpPr>
        <p:spPr>
          <a:xfrm>
            <a:off x="3319273" y="1641474"/>
            <a:ext cx="2615781" cy="960705"/>
          </a:xfrm>
          <a:prstGeom prst="roundRect">
            <a:avLst>
              <a:gd name="adj" fmla="val 3283"/>
            </a:avLst>
          </a:prstGeom>
          <a:gradFill>
            <a:gsLst>
              <a:gs pos="0">
                <a:srgbClr val="F8C716">
                  <a:alpha val="49804"/>
                </a:srgbClr>
              </a:gs>
              <a:gs pos="30000">
                <a:srgbClr val="F8C716">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buClr>
                <a:srgbClr val="F8C818"/>
              </a:buClr>
              <a:defRPr lang="en-US" sz="1400" dirty="0">
                <a:solidFill>
                  <a:schemeClr val="bg1"/>
                </a:solidFill>
              </a:defRPr>
            </a:lvl1pPr>
          </a:lstStyle>
          <a:p>
            <a:pPr marL="285750" lvl="0" indent="-285750">
              <a:lnSpc>
                <a:spcPct val="100000"/>
              </a:lnSpc>
              <a:buClr>
                <a:schemeClr val="bg1">
                  <a:lumMod val="65000"/>
                </a:schemeClr>
              </a:buClr>
              <a:tabLst/>
            </a:pPr>
            <a:r>
              <a:rPr lang="en-US" dirty="0"/>
              <a:t>Insert recommendations</a:t>
            </a:r>
          </a:p>
        </p:txBody>
      </p:sp>
      <p:sp>
        <p:nvSpPr>
          <p:cNvPr id="43" name="Text Placeholder 5">
            <a:extLst>
              <a:ext uri="{FF2B5EF4-FFF2-40B4-BE49-F238E27FC236}">
                <a16:creationId xmlns:a16="http://schemas.microsoft.com/office/drawing/2014/main" id="{BA8AC742-76A2-7D49-A610-B2D848237738}"/>
              </a:ext>
            </a:extLst>
          </p:cNvPr>
          <p:cNvSpPr>
            <a:spLocks noGrp="1"/>
          </p:cNvSpPr>
          <p:nvPr>
            <p:ph type="body" sz="quarter" idx="32" hasCustomPrompt="1"/>
          </p:nvPr>
        </p:nvSpPr>
        <p:spPr>
          <a:xfrm>
            <a:off x="3473707"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“Start now”)</a:t>
            </a:r>
          </a:p>
        </p:txBody>
      </p:sp>
      <p:sp>
        <p:nvSpPr>
          <p:cNvPr id="44" name="Text Placeholder 2">
            <a:extLst>
              <a:ext uri="{FF2B5EF4-FFF2-40B4-BE49-F238E27FC236}">
                <a16:creationId xmlns:a16="http://schemas.microsoft.com/office/drawing/2014/main" id="{70E27DA8-2B5F-5245-892C-C815639ECE8C}"/>
              </a:ext>
            </a:extLst>
          </p:cNvPr>
          <p:cNvSpPr>
            <a:spLocks noGrp="1"/>
          </p:cNvSpPr>
          <p:nvPr>
            <p:ph type="body" sz="quarter" idx="33" hasCustomPrompt="1"/>
          </p:nvPr>
        </p:nvSpPr>
        <p:spPr>
          <a:xfrm>
            <a:off x="6256946" y="1641474"/>
            <a:ext cx="2615781" cy="960705"/>
          </a:xfrm>
          <a:prstGeom prst="roundRect">
            <a:avLst>
              <a:gd name="adj" fmla="val 3283"/>
            </a:avLst>
          </a:prstGeom>
          <a:gradFill>
            <a:gsLst>
              <a:gs pos="0">
                <a:srgbClr val="F8C716">
                  <a:alpha val="49804"/>
                </a:srgbClr>
              </a:gs>
              <a:gs pos="30000">
                <a:srgbClr val="F8C716">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buClr>
                <a:srgbClr val="F8C818"/>
              </a:buClr>
              <a:defRPr lang="en-US" sz="1400" dirty="0">
                <a:solidFill>
                  <a:schemeClr val="bg1"/>
                </a:solidFill>
              </a:defRPr>
            </a:lvl1pPr>
          </a:lstStyle>
          <a:p>
            <a:pPr marL="285750" lvl="0" indent="-285750">
              <a:lnSpc>
                <a:spcPct val="100000"/>
              </a:lnSpc>
              <a:buClr>
                <a:schemeClr val="bg1">
                  <a:lumMod val="65000"/>
                </a:schemeClr>
              </a:buClr>
              <a:tabLst/>
            </a:pPr>
            <a:r>
              <a:rPr lang="en-US" dirty="0"/>
              <a:t>Insert recommendations</a:t>
            </a:r>
          </a:p>
        </p:txBody>
      </p:sp>
      <p:sp>
        <p:nvSpPr>
          <p:cNvPr id="45" name="Text Placeholder 5">
            <a:extLst>
              <a:ext uri="{FF2B5EF4-FFF2-40B4-BE49-F238E27FC236}">
                <a16:creationId xmlns:a16="http://schemas.microsoft.com/office/drawing/2014/main" id="{C58A5155-7003-364C-AB1F-7635E0445B5B}"/>
              </a:ext>
            </a:extLst>
          </p:cNvPr>
          <p:cNvSpPr>
            <a:spLocks noGrp="1"/>
          </p:cNvSpPr>
          <p:nvPr>
            <p:ph type="body" sz="quarter" idx="34" hasCustomPrompt="1"/>
          </p:nvPr>
        </p:nvSpPr>
        <p:spPr>
          <a:xfrm>
            <a:off x="6411380"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“In 6 months”)</a:t>
            </a:r>
          </a:p>
        </p:txBody>
      </p:sp>
      <p:sp>
        <p:nvSpPr>
          <p:cNvPr id="46" name="Text Placeholder 2">
            <a:extLst>
              <a:ext uri="{FF2B5EF4-FFF2-40B4-BE49-F238E27FC236}">
                <a16:creationId xmlns:a16="http://schemas.microsoft.com/office/drawing/2014/main" id="{9F987089-40FA-EA45-964C-0F32CB5870D2}"/>
              </a:ext>
            </a:extLst>
          </p:cNvPr>
          <p:cNvSpPr>
            <a:spLocks noGrp="1"/>
          </p:cNvSpPr>
          <p:nvPr>
            <p:ph type="body" sz="quarter" idx="35" hasCustomPrompt="1"/>
          </p:nvPr>
        </p:nvSpPr>
        <p:spPr>
          <a:xfrm>
            <a:off x="9194619" y="1641474"/>
            <a:ext cx="2615781" cy="960705"/>
          </a:xfrm>
          <a:prstGeom prst="roundRect">
            <a:avLst>
              <a:gd name="adj" fmla="val 3283"/>
            </a:avLst>
          </a:prstGeom>
          <a:gradFill>
            <a:gsLst>
              <a:gs pos="0">
                <a:srgbClr val="F8C716">
                  <a:alpha val="49804"/>
                </a:srgbClr>
              </a:gs>
              <a:gs pos="30000">
                <a:srgbClr val="F8C716">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buClr>
                <a:srgbClr val="F8C818"/>
              </a:buClr>
              <a:defRPr lang="en-US" sz="1400" dirty="0">
                <a:solidFill>
                  <a:schemeClr val="bg1"/>
                </a:solidFill>
              </a:defRPr>
            </a:lvl1pPr>
          </a:lstStyle>
          <a:p>
            <a:pPr marL="285750" lvl="0" indent="-285750">
              <a:lnSpc>
                <a:spcPct val="100000"/>
              </a:lnSpc>
              <a:buClr>
                <a:schemeClr val="bg1">
                  <a:lumMod val="65000"/>
                </a:schemeClr>
              </a:buClr>
              <a:tabLst/>
            </a:pPr>
            <a:r>
              <a:rPr lang="en-US" dirty="0"/>
              <a:t>Insert recommendations</a:t>
            </a:r>
          </a:p>
        </p:txBody>
      </p:sp>
      <p:sp>
        <p:nvSpPr>
          <p:cNvPr id="47" name="Text Placeholder 5">
            <a:extLst>
              <a:ext uri="{FF2B5EF4-FFF2-40B4-BE49-F238E27FC236}">
                <a16:creationId xmlns:a16="http://schemas.microsoft.com/office/drawing/2014/main" id="{B1D7A30C-B11F-4D42-9FFF-925CBD1076E2}"/>
              </a:ext>
            </a:extLst>
          </p:cNvPr>
          <p:cNvSpPr>
            <a:spLocks noGrp="1"/>
          </p:cNvSpPr>
          <p:nvPr>
            <p:ph type="body" sz="quarter" idx="36" hasCustomPrompt="1"/>
          </p:nvPr>
        </p:nvSpPr>
        <p:spPr>
          <a:xfrm>
            <a:off x="9349053"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“Continue”)</a:t>
            </a:r>
          </a:p>
        </p:txBody>
      </p:sp>
      <p:sp>
        <p:nvSpPr>
          <p:cNvPr id="2" name="Titel 1">
            <a:extLst>
              <a:ext uri="{FF2B5EF4-FFF2-40B4-BE49-F238E27FC236}">
                <a16:creationId xmlns:a16="http://schemas.microsoft.com/office/drawing/2014/main" id="{3BB94BC7-5E87-B222-4026-C592561D54CE}"/>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0F41211C-20AE-A9F4-5BE9-6490A0E56EC6}"/>
              </a:ext>
            </a:extLst>
          </p:cNvPr>
          <p:cNvSpPr>
            <a:spLocks noGrp="1"/>
          </p:cNvSpPr>
          <p:nvPr>
            <p:ph type="ftr" sz="quarter" idx="37"/>
          </p:nvPr>
        </p:nvSpPr>
        <p:spPr/>
        <p:txBody>
          <a:bodyPr/>
          <a:lstStyle/>
          <a:p>
            <a:r>
              <a:rPr lang="nl-NL"/>
              <a:t>Confidential</a:t>
            </a:r>
          </a:p>
        </p:txBody>
      </p:sp>
      <p:sp>
        <p:nvSpPr>
          <p:cNvPr id="5" name="Tijdelijke aanduiding voor dianummer 4">
            <a:extLst>
              <a:ext uri="{FF2B5EF4-FFF2-40B4-BE49-F238E27FC236}">
                <a16:creationId xmlns:a16="http://schemas.microsoft.com/office/drawing/2014/main" id="{28A25497-5B35-13C6-33C1-C230605235A8}"/>
              </a:ext>
            </a:extLst>
          </p:cNvPr>
          <p:cNvSpPr>
            <a:spLocks noGrp="1"/>
          </p:cNvSpPr>
          <p:nvPr>
            <p:ph type="sldNum" sz="quarter" idx="38"/>
          </p:nvPr>
        </p:nvSpPr>
        <p:spPr/>
        <p:txBody>
          <a:bodyPr/>
          <a:lstStyle/>
          <a:p>
            <a:fld id="{E242BD21-9B61-2246-BCB1-4BE5E1BEBE1C}" type="slidenum">
              <a:rPr lang="nl-NL" smtClean="0"/>
              <a:pPr/>
              <a:t>‹#›</a:t>
            </a:fld>
            <a:endParaRPr lang="nl-NL"/>
          </a:p>
        </p:txBody>
      </p:sp>
      <p:sp>
        <p:nvSpPr>
          <p:cNvPr id="7" name="Text Placeholder 4">
            <a:extLst>
              <a:ext uri="{FF2B5EF4-FFF2-40B4-BE49-F238E27FC236}">
                <a16:creationId xmlns:a16="http://schemas.microsoft.com/office/drawing/2014/main" id="{D264420C-28D5-2ED9-E019-A5959141FB61}"/>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Tree>
    <p:extLst>
      <p:ext uri="{BB962C8B-B14F-4D97-AF65-F5344CB8AC3E}">
        <p14:creationId xmlns:p14="http://schemas.microsoft.com/office/powerpoint/2010/main" val="7797211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37" name="Afgeronde rechthoek 33">
            <a:extLst>
              <a:ext uri="{FF2B5EF4-FFF2-40B4-BE49-F238E27FC236}">
                <a16:creationId xmlns:a16="http://schemas.microsoft.com/office/drawing/2014/main" id="{9CF0A9CD-AB3A-D1A9-B7F0-17AF9635A5F8}"/>
              </a:ext>
            </a:extLst>
          </p:cNvPr>
          <p:cNvSpPr/>
          <p:nvPr userDrawn="1"/>
        </p:nvSpPr>
        <p:spPr>
          <a:xfrm>
            <a:off x="165968" y="4469787"/>
            <a:ext cx="11868832" cy="1921778"/>
          </a:xfrm>
          <a:prstGeom prst="roundRect">
            <a:avLst>
              <a:gd name="adj" fmla="val 6915"/>
            </a:avLst>
          </a:prstGeom>
          <a:gradFill>
            <a:gsLst>
              <a:gs pos="36000">
                <a:srgbClr val="1864FF">
                  <a:alpha val="0"/>
                </a:srgbClr>
              </a:gs>
              <a:gs pos="11000">
                <a:srgbClr val="1864FF">
                  <a:alpha val="7059"/>
                </a:srgbClr>
              </a:gs>
              <a:gs pos="0">
                <a:srgbClr val="1864FF">
                  <a:alpha val="30588"/>
                </a:srgbClr>
              </a:gs>
            </a:gsLst>
            <a:lin ang="45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a:solidFill>
                  <a:srgbClr val="FFFFFF"/>
                </a:solidFill>
                <a:latin typeface="Noir Pro Medium" pitchFamily="2" charset="0"/>
                <a:cs typeface="Calibri" panose="020F0502020204030204" pitchFamily="34" charset="0"/>
              </a:rPr>
              <a:t>Activities</a:t>
            </a:r>
          </a:p>
        </p:txBody>
      </p:sp>
      <p:sp>
        <p:nvSpPr>
          <p:cNvPr id="2" name="Title 1">
            <a:extLst>
              <a:ext uri="{FF2B5EF4-FFF2-40B4-BE49-F238E27FC236}">
                <a16:creationId xmlns:a16="http://schemas.microsoft.com/office/drawing/2014/main" id="{19BF52F5-EEDC-F6F5-613A-426261703BF1}"/>
              </a:ext>
            </a:extLst>
          </p:cNvPr>
          <p:cNvSpPr>
            <a:spLocks noGrp="1"/>
          </p:cNvSpPr>
          <p:nvPr>
            <p:ph type="title" hasCustomPrompt="1"/>
          </p:nvPr>
        </p:nvSpPr>
        <p:spPr/>
        <p:txBody>
          <a:bodyPr/>
          <a:lstStyle/>
          <a:p>
            <a:r>
              <a:rPr lang="en-US" dirty="0"/>
              <a:t>Insert key slide message (title)</a:t>
            </a:r>
          </a:p>
        </p:txBody>
      </p:sp>
      <p:sp>
        <p:nvSpPr>
          <p:cNvPr id="3" name="Slide Number Placeholder 2">
            <a:extLst>
              <a:ext uri="{FF2B5EF4-FFF2-40B4-BE49-F238E27FC236}">
                <a16:creationId xmlns:a16="http://schemas.microsoft.com/office/drawing/2014/main" id="{F7A471AE-9AF5-5C13-DFFB-EF305426B66F}"/>
              </a:ext>
            </a:extLst>
          </p:cNvPr>
          <p:cNvSpPr>
            <a:spLocks noGrp="1"/>
          </p:cNvSpPr>
          <p:nvPr>
            <p:ph type="sldNum" sz="quarter" idx="10"/>
          </p:nvPr>
        </p:nvSpPr>
        <p:spPr/>
        <p:txBody>
          <a:bodyPr/>
          <a:lstStyle/>
          <a:p>
            <a:fld id="{E242BD21-9B61-2246-BCB1-4BE5E1BEBE1C}" type="slidenum">
              <a:rPr lang="nl-NL" smtClean="0"/>
              <a:pPr/>
              <a:t>‹#›</a:t>
            </a:fld>
            <a:endParaRPr lang="nl-NL"/>
          </a:p>
        </p:txBody>
      </p:sp>
      <p:sp>
        <p:nvSpPr>
          <p:cNvPr id="4" name="Footer Placeholder 3">
            <a:extLst>
              <a:ext uri="{FF2B5EF4-FFF2-40B4-BE49-F238E27FC236}">
                <a16:creationId xmlns:a16="http://schemas.microsoft.com/office/drawing/2014/main" id="{B67C997E-DBF8-7A1B-5BC5-AD640A6F8DC5}"/>
              </a:ext>
            </a:extLst>
          </p:cNvPr>
          <p:cNvSpPr>
            <a:spLocks noGrp="1"/>
          </p:cNvSpPr>
          <p:nvPr>
            <p:ph type="ftr" sz="quarter" idx="11"/>
          </p:nvPr>
        </p:nvSpPr>
        <p:spPr/>
        <p:txBody>
          <a:bodyPr/>
          <a:lstStyle/>
          <a:p>
            <a:r>
              <a:rPr lang="nl-NL" err="1"/>
              <a:t>Confidential</a:t>
            </a:r>
            <a:endParaRPr lang="nl-NL"/>
          </a:p>
        </p:txBody>
      </p:sp>
      <p:cxnSp>
        <p:nvCxnSpPr>
          <p:cNvPr id="5" name="Rechte verbindingslijn 16">
            <a:extLst>
              <a:ext uri="{FF2B5EF4-FFF2-40B4-BE49-F238E27FC236}">
                <a16:creationId xmlns:a16="http://schemas.microsoft.com/office/drawing/2014/main" id="{A8595287-BE8A-9A27-31FB-AA691212F803}"/>
              </a:ext>
            </a:extLst>
          </p:cNvPr>
          <p:cNvCxnSpPr/>
          <p:nvPr userDrawn="1"/>
        </p:nvCxnSpPr>
        <p:spPr>
          <a:xfrm>
            <a:off x="154800" y="2073093"/>
            <a:ext cx="11832207" cy="0"/>
          </a:xfrm>
          <a:prstGeom prst="line">
            <a:avLst/>
          </a:prstGeom>
          <a:ln w="101600">
            <a:solidFill>
              <a:srgbClr val="A6A6A6">
                <a:alpha val="15294"/>
              </a:srgbClr>
            </a:solidFill>
            <a:prstDash val="solid"/>
          </a:ln>
        </p:spPr>
        <p:style>
          <a:lnRef idx="1">
            <a:schemeClr val="accent1"/>
          </a:lnRef>
          <a:fillRef idx="0">
            <a:schemeClr val="accent1"/>
          </a:fillRef>
          <a:effectRef idx="0">
            <a:schemeClr val="accent1"/>
          </a:effectRef>
          <a:fontRef idx="minor">
            <a:schemeClr val="tx1"/>
          </a:fontRef>
        </p:style>
      </p:cxnSp>
      <p:sp>
        <p:nvSpPr>
          <p:cNvPr id="10" name="Tekstvak 27">
            <a:extLst>
              <a:ext uri="{FF2B5EF4-FFF2-40B4-BE49-F238E27FC236}">
                <a16:creationId xmlns:a16="http://schemas.microsoft.com/office/drawing/2014/main" id="{088DE6B7-1968-5D18-E6BC-521A7652E26D}"/>
              </a:ext>
            </a:extLst>
          </p:cNvPr>
          <p:cNvSpPr txBox="1"/>
          <p:nvPr userDrawn="1"/>
        </p:nvSpPr>
        <p:spPr>
          <a:xfrm>
            <a:off x="10992425" y="1654806"/>
            <a:ext cx="1107309" cy="365091"/>
          </a:xfrm>
          <a:prstGeom prst="rect">
            <a:avLst/>
          </a:prstGeom>
          <a:solidFill>
            <a:schemeClr val="tx2"/>
          </a:solidFill>
          <a:effectLst>
            <a:outerShdw dist="101600" dir="5400000" algn="t" rotWithShape="0">
              <a:srgbClr val="545972"/>
            </a:outerShdw>
          </a:effectLst>
        </p:spPr>
        <p:txBody>
          <a:bodyPr wrap="none" lIns="144000" rIns="216000" bIns="72000" rtlCol="0" anchor="b">
            <a:spAutoFit/>
          </a:bodyPr>
          <a:lstStyle/>
          <a:p>
            <a:pPr algn="l"/>
            <a:r>
              <a:rPr lang="en-US" sz="1600" b="1" dirty="0">
                <a:solidFill>
                  <a:srgbClr val="545972"/>
                </a:solidFill>
                <a:latin typeface="Noir Pro Semi Bold" pitchFamily="2" charset="0"/>
              </a:rPr>
              <a:t>Beyond</a:t>
            </a:r>
          </a:p>
        </p:txBody>
      </p:sp>
      <p:sp>
        <p:nvSpPr>
          <p:cNvPr id="14" name="Afgeronde rechthoek 34">
            <a:extLst>
              <a:ext uri="{FF2B5EF4-FFF2-40B4-BE49-F238E27FC236}">
                <a16:creationId xmlns:a16="http://schemas.microsoft.com/office/drawing/2014/main" id="{6D188119-7583-97F8-D4A7-3A3B8B8BB7DE}"/>
              </a:ext>
            </a:extLst>
          </p:cNvPr>
          <p:cNvSpPr/>
          <p:nvPr userDrawn="1"/>
        </p:nvSpPr>
        <p:spPr>
          <a:xfrm>
            <a:off x="165968" y="2123231"/>
            <a:ext cx="11868832" cy="1254345"/>
          </a:xfrm>
          <a:prstGeom prst="roundRect">
            <a:avLst>
              <a:gd name="adj" fmla="val 12806"/>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dirty="0">
                <a:solidFill>
                  <a:srgbClr val="FFFFFF"/>
                </a:solidFill>
                <a:latin typeface="Noir Pro Medium" pitchFamily="2" charset="0"/>
                <a:cs typeface="Calibri" panose="020F0502020204030204" pitchFamily="34" charset="0"/>
              </a:rPr>
              <a:t>Sessions</a:t>
            </a:r>
          </a:p>
        </p:txBody>
      </p:sp>
      <p:sp>
        <p:nvSpPr>
          <p:cNvPr id="23" name="Rechthoek 1">
            <a:extLst>
              <a:ext uri="{FF2B5EF4-FFF2-40B4-BE49-F238E27FC236}">
                <a16:creationId xmlns:a16="http://schemas.microsoft.com/office/drawing/2014/main" id="{AE49D331-55A0-2A2A-7AD4-CE34EB1C3445}"/>
              </a:ext>
            </a:extLst>
          </p:cNvPr>
          <p:cNvSpPr/>
          <p:nvPr userDrawn="1"/>
        </p:nvSpPr>
        <p:spPr>
          <a:xfrm>
            <a:off x="11485302" y="1955801"/>
            <a:ext cx="683632" cy="231924"/>
          </a:xfrm>
          <a:prstGeom prst="rect">
            <a:avLst/>
          </a:prstGeom>
          <a:gradFill>
            <a:gsLst>
              <a:gs pos="5000">
                <a:schemeClr val="tx2">
                  <a:alpha val="0"/>
                </a:schemeClr>
              </a:gs>
              <a:gs pos="85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30" name="Text Placeholder 4">
            <a:extLst>
              <a:ext uri="{FF2B5EF4-FFF2-40B4-BE49-F238E27FC236}">
                <a16:creationId xmlns:a16="http://schemas.microsoft.com/office/drawing/2014/main" id="{3F0945A4-1770-AF3E-2D64-0726376829B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1" name="Text Placeholder 2">
            <a:extLst>
              <a:ext uri="{FF2B5EF4-FFF2-40B4-BE49-F238E27FC236}">
                <a16:creationId xmlns:a16="http://schemas.microsoft.com/office/drawing/2014/main" id="{61C638AF-23D5-31B4-9340-0CDDB46DCA5C}"/>
              </a:ext>
            </a:extLst>
          </p:cNvPr>
          <p:cNvSpPr>
            <a:spLocks noGrp="1"/>
          </p:cNvSpPr>
          <p:nvPr>
            <p:ph type="body" sz="quarter" idx="26" hasCustomPrompt="1"/>
          </p:nvPr>
        </p:nvSpPr>
        <p:spPr>
          <a:xfrm>
            <a:off x="1781418" y="1637942"/>
            <a:ext cx="2156400" cy="381955"/>
          </a:xfrm>
          <a:prstGeom prst="rect">
            <a:avLst/>
          </a:prstGeom>
          <a:solidFill>
            <a:schemeClr val="tx2"/>
          </a:solidFill>
          <a:effectLst>
            <a:outerShdw dist="101600" dir="5400000" algn="t" rotWithShape="0">
              <a:srgbClr val="F8C716"/>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FFFFFF"/>
                </a:solidFill>
                <a:latin typeface="Noir Pro Semi Bold" pitchFamily="2" charset="0"/>
              </a:defRPr>
            </a:lvl1pPr>
          </a:lstStyle>
          <a:p>
            <a:pPr lvl="0"/>
            <a:r>
              <a:rPr lang="en-US" dirty="0"/>
              <a:t>Insert phase name</a:t>
            </a:r>
          </a:p>
        </p:txBody>
      </p:sp>
      <p:sp>
        <p:nvSpPr>
          <p:cNvPr id="32" name="Text Placeholder 2">
            <a:extLst>
              <a:ext uri="{FF2B5EF4-FFF2-40B4-BE49-F238E27FC236}">
                <a16:creationId xmlns:a16="http://schemas.microsoft.com/office/drawing/2014/main" id="{FDA4BF5A-F150-6009-1629-CBF6C0CF0509}"/>
              </a:ext>
            </a:extLst>
          </p:cNvPr>
          <p:cNvSpPr>
            <a:spLocks noGrp="1"/>
          </p:cNvSpPr>
          <p:nvPr>
            <p:ph type="body" sz="quarter" idx="31" hasCustomPrompt="1"/>
          </p:nvPr>
        </p:nvSpPr>
        <p:spPr>
          <a:xfrm>
            <a:off x="4084169" y="1637942"/>
            <a:ext cx="2156400" cy="381955"/>
          </a:xfrm>
          <a:prstGeom prst="rect">
            <a:avLst/>
          </a:prstGeom>
          <a:solidFill>
            <a:schemeClr val="tx2"/>
          </a:solidFill>
          <a:effectLst>
            <a:outerShdw dist="101600" dir="5400000" algn="t" rotWithShape="0">
              <a:srgbClr val="E99E1B"/>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FFFFFF"/>
                </a:solidFill>
                <a:latin typeface="Noir Pro Semi Bold" pitchFamily="2" charset="0"/>
              </a:defRPr>
            </a:lvl1pPr>
          </a:lstStyle>
          <a:p>
            <a:pPr lvl="0"/>
            <a:r>
              <a:rPr lang="en-US" dirty="0"/>
              <a:t>Insert phase name</a:t>
            </a:r>
          </a:p>
        </p:txBody>
      </p:sp>
      <p:sp>
        <p:nvSpPr>
          <p:cNvPr id="33" name="Text Placeholder 2">
            <a:extLst>
              <a:ext uri="{FF2B5EF4-FFF2-40B4-BE49-F238E27FC236}">
                <a16:creationId xmlns:a16="http://schemas.microsoft.com/office/drawing/2014/main" id="{C83F4B11-4346-F8F3-4F81-916E4D05DE17}"/>
              </a:ext>
            </a:extLst>
          </p:cNvPr>
          <p:cNvSpPr>
            <a:spLocks noGrp="1"/>
          </p:cNvSpPr>
          <p:nvPr>
            <p:ph type="body" sz="quarter" idx="33" hasCustomPrompt="1"/>
          </p:nvPr>
        </p:nvSpPr>
        <p:spPr>
          <a:xfrm>
            <a:off x="6386921" y="1637942"/>
            <a:ext cx="2156400" cy="381955"/>
          </a:xfrm>
          <a:prstGeom prst="rect">
            <a:avLst/>
          </a:prstGeom>
          <a:solidFill>
            <a:schemeClr val="tx2"/>
          </a:solidFill>
          <a:effectLst>
            <a:outerShdw dist="101600" dir="5400000" algn="t" rotWithShape="0">
              <a:srgbClr val="E98425"/>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FFFFFF"/>
                </a:solidFill>
                <a:latin typeface="Noir Pro Semi Bold" pitchFamily="2" charset="0"/>
              </a:defRPr>
            </a:lvl1pPr>
          </a:lstStyle>
          <a:p>
            <a:pPr lvl="0"/>
            <a:r>
              <a:rPr lang="en-US" dirty="0"/>
              <a:t>Insert phase name</a:t>
            </a:r>
          </a:p>
        </p:txBody>
      </p:sp>
      <p:sp>
        <p:nvSpPr>
          <p:cNvPr id="34" name="Text Placeholder 2">
            <a:extLst>
              <a:ext uri="{FF2B5EF4-FFF2-40B4-BE49-F238E27FC236}">
                <a16:creationId xmlns:a16="http://schemas.microsoft.com/office/drawing/2014/main" id="{691994D4-EA70-9B12-7EEA-AEC182BD0195}"/>
              </a:ext>
            </a:extLst>
          </p:cNvPr>
          <p:cNvSpPr>
            <a:spLocks noGrp="1"/>
          </p:cNvSpPr>
          <p:nvPr>
            <p:ph type="body" sz="quarter" idx="35" hasCustomPrompt="1"/>
          </p:nvPr>
        </p:nvSpPr>
        <p:spPr>
          <a:xfrm>
            <a:off x="8689673" y="1637942"/>
            <a:ext cx="2156400" cy="381955"/>
          </a:xfrm>
          <a:prstGeom prst="rect">
            <a:avLst/>
          </a:prstGeom>
          <a:solidFill>
            <a:schemeClr val="tx2"/>
          </a:solidFill>
          <a:effectLst>
            <a:outerShdw dist="101600" dir="5400000" algn="t" rotWithShape="0">
              <a:srgbClr val="1864FF"/>
            </a:outerShdw>
          </a:effectLst>
        </p:spPr>
        <p:txBody>
          <a:bodyPr wrap="square" lIns="144000" rIns="108000" bIns="72000" rtlCol="0" anchor="b">
            <a:spAutoFit/>
          </a:bodyPr>
          <a:lstStyle>
            <a:lvl1pPr marL="0" indent="0">
              <a:buNone/>
              <a:defRPr lang="en-US" b="1" dirty="0">
                <a:solidFill>
                  <a:srgbClr val="FFFFFF"/>
                </a:solidFill>
                <a:latin typeface="Noir Pro Semi Bold" pitchFamily="2" charset="0"/>
              </a:defRPr>
            </a:lvl1pPr>
          </a:lstStyle>
          <a:p>
            <a:pPr lvl="0"/>
            <a:r>
              <a:rPr lang="en-US" dirty="0"/>
              <a:t>Insert phase name</a:t>
            </a:r>
          </a:p>
        </p:txBody>
      </p:sp>
      <p:sp>
        <p:nvSpPr>
          <p:cNvPr id="36" name="Triangle 226">
            <a:extLst>
              <a:ext uri="{FF2B5EF4-FFF2-40B4-BE49-F238E27FC236}">
                <a16:creationId xmlns:a16="http://schemas.microsoft.com/office/drawing/2014/main" id="{8A3A0914-E464-C26F-6615-ACBAC1F0A77D}"/>
              </a:ext>
            </a:extLst>
          </p:cNvPr>
          <p:cNvSpPr/>
          <p:nvPr userDrawn="1"/>
        </p:nvSpPr>
        <p:spPr>
          <a:xfrm rot="5400000" flipH="1">
            <a:off x="11917995" y="1792467"/>
            <a:ext cx="112623" cy="79252"/>
          </a:xfrm>
          <a:prstGeom prst="triangle">
            <a:avLst/>
          </a:prstGeom>
          <a:solidFill>
            <a:srgbClr val="5459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C9263F1-98AC-0AAC-2561-679B57A18BCB}"/>
              </a:ext>
            </a:extLst>
          </p:cNvPr>
          <p:cNvSpPr txBox="1"/>
          <p:nvPr userDrawn="1"/>
        </p:nvSpPr>
        <p:spPr>
          <a:xfrm>
            <a:off x="2582332" y="6432735"/>
            <a:ext cx="7653867" cy="320257"/>
          </a:xfrm>
          <a:prstGeom prst="rect">
            <a:avLst/>
          </a:prstGeom>
          <a:noFill/>
        </p:spPr>
        <p:txBody>
          <a:bodyPr wrap="square" lIns="216000" tIns="72000" bIns="108000" rtlCol="0" anchor="b">
            <a:spAutoFit/>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chemeClr val="bg1"/>
                </a:solidFill>
                <a:effectLst/>
                <a:uLnTx/>
                <a:uFillTx/>
                <a:latin typeface="Azeret Mono" pitchFamily="2" charset="77"/>
                <a:ea typeface="宋体" panose="02010600030101010101" pitchFamily="2" charset="-122"/>
                <a:cs typeface="Azeret Mono" pitchFamily="2" charset="77"/>
              </a:rPr>
              <a:t>Legend:</a:t>
            </a:r>
            <a:r>
              <a:rPr kumimoji="0" lang="en-US" altLang="zh-CN" sz="900" b="0" i="0" u="none" strike="noStrike" kern="1200" cap="none" spc="0" normalizeH="0" baseline="0" noProof="0" dirty="0">
                <a:ln>
                  <a:noFill/>
                </a:ln>
                <a:solidFill>
                  <a:schemeClr val="bg1"/>
                </a:solidFill>
                <a:effectLst/>
                <a:uLnTx/>
                <a:uFillTx/>
                <a:latin typeface="Azeret Mono" pitchFamily="2" charset="77"/>
                <a:ea typeface="宋体" panose="02010600030101010101" pitchFamily="2" charset="-122"/>
                <a:cs typeface="Azeret Mono" pitchFamily="2" charset="77"/>
              </a:rPr>
              <a:t>   </a:t>
            </a:r>
            <a:r>
              <a:rPr kumimoji="0" lang="en-US" sz="900" b="0" i="0" u="none" strike="noStrike" kern="1200" cap="none" spc="0" normalizeH="0" baseline="0" noProof="0" dirty="0">
                <a:ln>
                  <a:noFill/>
                </a:ln>
                <a:solidFill>
                  <a:srgbClr val="F8C716"/>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chemeClr val="bg1"/>
                </a:solidFill>
                <a:effectLst/>
                <a:uLnTx/>
                <a:uFillTx/>
                <a:latin typeface="Azeret Mono" pitchFamily="2" charset="77"/>
                <a:ea typeface="+mn-ea"/>
                <a:cs typeface="Azeret Mono" pitchFamily="2" charset="77"/>
              </a:rPr>
              <a:t> Session   </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chemeClr val="bg1"/>
                </a:solidFill>
                <a:effectLst/>
                <a:uLnTx/>
                <a:uFillTx/>
                <a:latin typeface="Azeret Mono" pitchFamily="2" charset="77"/>
                <a:ea typeface="+mn-ea"/>
                <a:cs typeface="Azeret Mono" pitchFamily="2" charset="77"/>
              </a:rPr>
              <a:t> Session with deliverable   </a:t>
            </a:r>
            <a:r>
              <a:rPr kumimoji="0" lang="en-US" sz="900" b="0" i="0" u="none" strike="noStrike" kern="1200" cap="none" spc="0" normalizeH="0" baseline="0" noProof="0" dirty="0">
                <a:ln>
                  <a:noFill/>
                </a:ln>
                <a:solidFill>
                  <a:srgbClr val="1641A2"/>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chemeClr val="bg1"/>
                </a:solidFill>
                <a:effectLst/>
                <a:uLnTx/>
                <a:uFillTx/>
                <a:latin typeface="Azeret Mono" pitchFamily="2" charset="77"/>
                <a:ea typeface="+mn-ea"/>
                <a:cs typeface="Azeret Mono" pitchFamily="2" charset="77"/>
              </a:rPr>
              <a:t> Activity</a:t>
            </a:r>
          </a:p>
        </p:txBody>
      </p:sp>
      <p:sp>
        <p:nvSpPr>
          <p:cNvPr id="42" name="Text Placeholder 39">
            <a:extLst>
              <a:ext uri="{FF2B5EF4-FFF2-40B4-BE49-F238E27FC236}">
                <a16:creationId xmlns:a16="http://schemas.microsoft.com/office/drawing/2014/main" id="{CD5AB9AF-EEE3-903B-7D14-82DEA156D443}"/>
              </a:ext>
            </a:extLst>
          </p:cNvPr>
          <p:cNvSpPr>
            <a:spLocks noGrp="1"/>
          </p:cNvSpPr>
          <p:nvPr>
            <p:ph type="body" sz="quarter" idx="38" hasCustomPrompt="1"/>
          </p:nvPr>
        </p:nvSpPr>
        <p:spPr>
          <a:xfrm>
            <a:off x="1781417"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00000"/>
                </a:solidFill>
                <a:cs typeface="Azeret Mono" pitchFamily="2" charset="77"/>
              </a:defRPr>
            </a:lvl1pPr>
          </a:lstStyle>
          <a:p>
            <a:pPr lvl="0"/>
            <a:r>
              <a:rPr lang="en-US" dirty="0"/>
              <a:t>Insert session name + date (on new line, non-bold) </a:t>
            </a:r>
          </a:p>
        </p:txBody>
      </p:sp>
      <p:sp>
        <p:nvSpPr>
          <p:cNvPr id="43" name="Text Placeholder 39">
            <a:extLst>
              <a:ext uri="{FF2B5EF4-FFF2-40B4-BE49-F238E27FC236}">
                <a16:creationId xmlns:a16="http://schemas.microsoft.com/office/drawing/2014/main" id="{8DB08D15-F645-6C28-B74C-E721A676D14B}"/>
              </a:ext>
            </a:extLst>
          </p:cNvPr>
          <p:cNvSpPr>
            <a:spLocks noGrp="1"/>
          </p:cNvSpPr>
          <p:nvPr>
            <p:ph type="body" sz="quarter" idx="39" hasCustomPrompt="1"/>
          </p:nvPr>
        </p:nvSpPr>
        <p:spPr>
          <a:xfrm>
            <a:off x="4084169"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00000"/>
                </a:solidFill>
                <a:cs typeface="Azeret Mono" pitchFamily="2" charset="77"/>
              </a:defRPr>
            </a:lvl1pPr>
          </a:lstStyle>
          <a:p>
            <a:pPr lvl="0"/>
            <a:r>
              <a:rPr lang="en-US" dirty="0"/>
              <a:t>Insert session name + date (on new line, non-bold) </a:t>
            </a:r>
          </a:p>
        </p:txBody>
      </p:sp>
      <p:sp>
        <p:nvSpPr>
          <p:cNvPr id="44" name="Text Placeholder 39">
            <a:extLst>
              <a:ext uri="{FF2B5EF4-FFF2-40B4-BE49-F238E27FC236}">
                <a16:creationId xmlns:a16="http://schemas.microsoft.com/office/drawing/2014/main" id="{54D3DFF2-9654-0DAF-05ED-A664CB699B5E}"/>
              </a:ext>
            </a:extLst>
          </p:cNvPr>
          <p:cNvSpPr>
            <a:spLocks noGrp="1"/>
          </p:cNvSpPr>
          <p:nvPr>
            <p:ph type="body" sz="quarter" idx="40" hasCustomPrompt="1"/>
          </p:nvPr>
        </p:nvSpPr>
        <p:spPr>
          <a:xfrm>
            <a:off x="6386921"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00000"/>
                </a:solidFill>
                <a:cs typeface="Azeret Mono" pitchFamily="2" charset="77"/>
              </a:defRPr>
            </a:lvl1pPr>
          </a:lstStyle>
          <a:p>
            <a:pPr lvl="0"/>
            <a:r>
              <a:rPr lang="en-US" dirty="0"/>
              <a:t>Insert session name + date (on new line, non-bold) </a:t>
            </a:r>
          </a:p>
        </p:txBody>
      </p:sp>
      <p:sp>
        <p:nvSpPr>
          <p:cNvPr id="45" name="Text Placeholder 39">
            <a:extLst>
              <a:ext uri="{FF2B5EF4-FFF2-40B4-BE49-F238E27FC236}">
                <a16:creationId xmlns:a16="http://schemas.microsoft.com/office/drawing/2014/main" id="{D6FA5E9B-00A5-2927-06FC-890CBF6691A1}"/>
              </a:ext>
            </a:extLst>
          </p:cNvPr>
          <p:cNvSpPr>
            <a:spLocks noGrp="1"/>
          </p:cNvSpPr>
          <p:nvPr>
            <p:ph type="body" sz="quarter" idx="41" hasCustomPrompt="1"/>
          </p:nvPr>
        </p:nvSpPr>
        <p:spPr>
          <a:xfrm>
            <a:off x="8689673" y="2314761"/>
            <a:ext cx="2156401" cy="602687"/>
          </a:xfrm>
          <a:prstGeom prst="roundRect">
            <a:avLst>
              <a:gd name="adj" fmla="val 14666"/>
            </a:avLst>
          </a:prstGeom>
          <a:gradFill>
            <a:gsLst>
              <a:gs pos="2000">
                <a:srgbClr val="0045D1"/>
              </a:gs>
              <a:gs pos="17000">
                <a:srgbClr val="1864FF"/>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b="1" dirty="0">
                <a:solidFill>
                  <a:schemeClr val="bg1"/>
                </a:solidFill>
                <a:cs typeface="Azeret Mono" pitchFamily="2" charset="77"/>
              </a:defRPr>
            </a:lvl1pPr>
          </a:lstStyle>
          <a:p>
            <a:pPr lvl="0"/>
            <a:r>
              <a:rPr lang="en-US" dirty="0"/>
              <a:t>Insert session name + date (on new line, non-bold) </a:t>
            </a:r>
          </a:p>
        </p:txBody>
      </p:sp>
      <p:sp>
        <p:nvSpPr>
          <p:cNvPr id="47" name="Text Placeholder 39">
            <a:extLst>
              <a:ext uri="{FF2B5EF4-FFF2-40B4-BE49-F238E27FC236}">
                <a16:creationId xmlns:a16="http://schemas.microsoft.com/office/drawing/2014/main" id="{032673FC-82E6-C8BC-E912-492D6F234CF9}"/>
              </a:ext>
            </a:extLst>
          </p:cNvPr>
          <p:cNvSpPr>
            <a:spLocks noGrp="1"/>
          </p:cNvSpPr>
          <p:nvPr>
            <p:ph type="body" sz="quarter" idx="43" hasCustomPrompt="1"/>
          </p:nvPr>
        </p:nvSpPr>
        <p:spPr>
          <a:xfrm>
            <a:off x="1781416" y="4657854"/>
            <a:ext cx="2156401" cy="397140"/>
          </a:xfrm>
          <a:prstGeom prst="roundRect">
            <a:avLst>
              <a:gd name="adj" fmla="val 23892"/>
            </a:avLst>
          </a:prstGeom>
          <a:solidFill>
            <a:srgbClr val="1864FF">
              <a:alpha val="49804"/>
            </a:srgbClr>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FFFFFF"/>
                </a:solidFill>
                <a:cs typeface="Azeret Mono" pitchFamily="2" charset="77"/>
              </a:defRPr>
            </a:lvl1pPr>
          </a:lstStyle>
          <a:p>
            <a:pPr lvl="0"/>
            <a:r>
              <a:rPr lang="en-US" dirty="0"/>
              <a:t>Insert activity description</a:t>
            </a:r>
          </a:p>
        </p:txBody>
      </p:sp>
      <p:sp>
        <p:nvSpPr>
          <p:cNvPr id="49" name="Text Placeholder 39">
            <a:extLst>
              <a:ext uri="{FF2B5EF4-FFF2-40B4-BE49-F238E27FC236}">
                <a16:creationId xmlns:a16="http://schemas.microsoft.com/office/drawing/2014/main" id="{59A429C3-C6D7-9146-2FCC-357D683E7828}"/>
              </a:ext>
            </a:extLst>
          </p:cNvPr>
          <p:cNvSpPr>
            <a:spLocks noGrp="1"/>
          </p:cNvSpPr>
          <p:nvPr>
            <p:ph type="body" sz="quarter" idx="44" hasCustomPrompt="1"/>
          </p:nvPr>
        </p:nvSpPr>
        <p:spPr>
          <a:xfrm>
            <a:off x="4084168" y="4657854"/>
            <a:ext cx="2156401" cy="397140"/>
          </a:xfrm>
          <a:prstGeom prst="roundRect">
            <a:avLst>
              <a:gd name="adj" fmla="val 23892"/>
            </a:avLst>
          </a:prstGeom>
          <a:solidFill>
            <a:srgbClr val="1864FF">
              <a:alpha val="49804"/>
            </a:srgbClr>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FFFFFF"/>
                </a:solidFill>
                <a:cs typeface="Azeret Mono" pitchFamily="2" charset="77"/>
              </a:defRPr>
            </a:lvl1pPr>
          </a:lstStyle>
          <a:p>
            <a:pPr lvl="0"/>
            <a:r>
              <a:rPr lang="en-US" dirty="0"/>
              <a:t>Insert activity description</a:t>
            </a:r>
          </a:p>
        </p:txBody>
      </p:sp>
    </p:spTree>
    <p:extLst>
      <p:ext uri="{BB962C8B-B14F-4D97-AF65-F5344CB8AC3E}">
        <p14:creationId xmlns:p14="http://schemas.microsoft.com/office/powerpoint/2010/main" val="2908303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C88525C7-1AA7-0CB5-6341-1A5FEEF71177}"/>
              </a:ext>
            </a:extLst>
          </p:cNvPr>
          <p:cNvSpPr/>
          <p:nvPr userDrawn="1"/>
        </p:nvSpPr>
        <p:spPr>
          <a:xfrm>
            <a:off x="154800" y="5677099"/>
            <a:ext cx="4021567" cy="712944"/>
          </a:xfrm>
          <a:prstGeom prst="rect">
            <a:avLst/>
          </a:prstGeom>
          <a:gradFill>
            <a:gsLst>
              <a:gs pos="100000">
                <a:srgbClr val="0045D1"/>
              </a:gs>
              <a:gs pos="73000">
                <a:srgbClr val="1864FF"/>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FFFFFF"/>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FFFFFF"/>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FFFFFF"/>
                </a:solidFill>
                <a:latin typeface="Noir Pro Medium" pitchFamily="2" charset="0"/>
              </a:defRPr>
            </a:lvl1pPr>
          </a:lstStyle>
          <a:p>
            <a:pPr marL="285750" lvl="0" indent="-285750"/>
            <a:r>
              <a:rPr lang="en-US" dirty="0"/>
              <a:t>Insert metric name</a:t>
            </a:r>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2634078" y="6907427"/>
            <a:ext cx="466644" cy="134391"/>
          </a:xfrm>
          <a:prstGeom prst="rect">
            <a:avLst/>
          </a:prstGeom>
          <a:noFill/>
        </p:spPr>
        <p:txBody>
          <a:bodyPr wrap="none" lIns="0" tIns="0" rIns="0" bIns="0" anchor="ctr">
            <a:noAutofit/>
          </a:bodyPr>
          <a:lstStyle>
            <a:lvl1pPr marL="0" indent="0" algn="ctr">
              <a:lnSpc>
                <a:spcPct val="100000"/>
              </a:lnSpc>
              <a:buNone/>
              <a:defRPr sz="1050" b="0" i="0">
                <a:solidFill>
                  <a:schemeClr val="tx1">
                    <a:alpha val="65336"/>
                  </a:schemeClr>
                </a:solidFill>
                <a:latin typeface="Noir Pro" pitchFamily="2" charset="0"/>
              </a:defRPr>
            </a:lvl1pPr>
          </a:lstStyle>
          <a:p>
            <a:pPr lvl="0"/>
            <a:r>
              <a:rPr lang="en-US" dirty="0"/>
              <a:t>+-#.##</a:t>
            </a: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199"/>
            <a:ext cx="3927600" cy="4161697"/>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cxnSp>
        <p:nvCxnSpPr>
          <p:cNvPr id="11" name="Straight Connector 31">
            <a:extLst>
              <a:ext uri="{FF2B5EF4-FFF2-40B4-BE49-F238E27FC236}">
                <a16:creationId xmlns:a16="http://schemas.microsoft.com/office/drawing/2014/main" id="{6707BCA1-6249-8F2C-E4D9-E7411E165BFC}"/>
              </a:ext>
            </a:extLst>
          </p:cNvPr>
          <p:cNvCxnSpPr>
            <a:cxnSpLocks/>
          </p:cNvCxnSpPr>
          <p:nvPr userDrawn="1"/>
        </p:nvCxnSpPr>
        <p:spPr>
          <a:xfrm>
            <a:off x="4176367" y="1366988"/>
            <a:ext cx="0" cy="420590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656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etric overview delta">
    <p:spTree>
      <p:nvGrpSpPr>
        <p:cNvPr id="1" name=""/>
        <p:cNvGrpSpPr/>
        <p:nvPr/>
      </p:nvGrpSpPr>
      <p:grpSpPr>
        <a:xfrm>
          <a:off x="0" y="0"/>
          <a:ext cx="0" cy="0"/>
          <a:chOff x="0" y="0"/>
          <a:chExt cx="0" cy="0"/>
        </a:xfrm>
      </p:grpSpPr>
      <p:sp>
        <p:nvSpPr>
          <p:cNvPr id="2" name="Vrije vorm 1">
            <a:extLst>
              <a:ext uri="{FF2B5EF4-FFF2-40B4-BE49-F238E27FC236}">
                <a16:creationId xmlns:a16="http://schemas.microsoft.com/office/drawing/2014/main" id="{4B2766D6-C7A4-CD6E-D53F-48EA8DDDB26C}"/>
              </a:ext>
            </a:extLst>
          </p:cNvPr>
          <p:cNvSpPr/>
          <p:nvPr userDrawn="1"/>
        </p:nvSpPr>
        <p:spPr>
          <a:xfrm>
            <a:off x="154800" y="5218034"/>
            <a:ext cx="4021567" cy="712944"/>
          </a:xfrm>
          <a:custGeom>
            <a:avLst/>
            <a:gdLst>
              <a:gd name="connsiteX0" fmla="*/ 132525 w 4021567"/>
              <a:gd name="connsiteY0" fmla="*/ 0 h 712944"/>
              <a:gd name="connsiteX1" fmla="*/ 2165721 w 4021567"/>
              <a:gd name="connsiteY1" fmla="*/ 0 h 712944"/>
              <a:gd name="connsiteX2" fmla="*/ 3732904 w 4021567"/>
              <a:gd name="connsiteY2" fmla="*/ 0 h 712944"/>
              <a:gd name="connsiteX3" fmla="*/ 4021567 w 4021567"/>
              <a:gd name="connsiteY3" fmla="*/ 0 h 712944"/>
              <a:gd name="connsiteX4" fmla="*/ 4021567 w 4021567"/>
              <a:gd name="connsiteY4" fmla="*/ 712944 h 712944"/>
              <a:gd name="connsiteX5" fmla="*/ 3732904 w 4021567"/>
              <a:gd name="connsiteY5" fmla="*/ 712944 h 712944"/>
              <a:gd name="connsiteX6" fmla="*/ 2035329 w 4021567"/>
              <a:gd name="connsiteY6" fmla="*/ 712944 h 712944"/>
              <a:gd name="connsiteX7" fmla="*/ 2133 w 4021567"/>
              <a:gd name="connsiteY7" fmla="*/ 712944 h 712944"/>
              <a:gd name="connsiteX8" fmla="*/ 0 w 4021567"/>
              <a:gd name="connsiteY8" fmla="*/ 702378 h 712944"/>
              <a:gd name="connsiteX9" fmla="*/ 0 w 4021567"/>
              <a:gd name="connsiteY9" fmla="*/ 605763 h 712944"/>
              <a:gd name="connsiteX10" fmla="*/ 0 w 4021567"/>
              <a:gd name="connsiteY10" fmla="*/ 486252 h 712944"/>
              <a:gd name="connsiteX11" fmla="*/ 0 w 4021567"/>
              <a:gd name="connsiteY11" fmla="*/ 445266 h 712944"/>
              <a:gd name="connsiteX12" fmla="*/ 0 w 4021567"/>
              <a:gd name="connsiteY12" fmla="*/ 389637 h 712944"/>
              <a:gd name="connsiteX13" fmla="*/ 0 w 4021567"/>
              <a:gd name="connsiteY13" fmla="*/ 348651 h 712944"/>
              <a:gd name="connsiteX14" fmla="*/ 0 w 4021567"/>
              <a:gd name="connsiteY14" fmla="*/ 229140 h 712944"/>
              <a:gd name="connsiteX15" fmla="*/ 0 w 4021567"/>
              <a:gd name="connsiteY15" fmla="*/ 132525 h 712944"/>
              <a:gd name="connsiteX16" fmla="*/ 132525 w 4021567"/>
              <a:gd name="connsiteY16" fmla="*/ 0 h 71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1567" h="712944">
                <a:moveTo>
                  <a:pt x="132525" y="0"/>
                </a:moveTo>
                <a:lnTo>
                  <a:pt x="2165721" y="0"/>
                </a:lnTo>
                <a:lnTo>
                  <a:pt x="3732904" y="0"/>
                </a:lnTo>
                <a:lnTo>
                  <a:pt x="4021567" y="0"/>
                </a:lnTo>
                <a:lnTo>
                  <a:pt x="4021567" y="712944"/>
                </a:lnTo>
                <a:lnTo>
                  <a:pt x="3732904" y="712944"/>
                </a:lnTo>
                <a:lnTo>
                  <a:pt x="2035329" y="712944"/>
                </a:lnTo>
                <a:lnTo>
                  <a:pt x="2133" y="712944"/>
                </a:lnTo>
                <a:lnTo>
                  <a:pt x="0" y="702378"/>
                </a:lnTo>
                <a:lnTo>
                  <a:pt x="0" y="605763"/>
                </a:lnTo>
                <a:lnTo>
                  <a:pt x="0" y="486252"/>
                </a:lnTo>
                <a:lnTo>
                  <a:pt x="0" y="445266"/>
                </a:lnTo>
                <a:lnTo>
                  <a:pt x="0" y="389637"/>
                </a:lnTo>
                <a:lnTo>
                  <a:pt x="0" y="348651"/>
                </a:lnTo>
                <a:lnTo>
                  <a:pt x="0" y="229140"/>
                </a:lnTo>
                <a:lnTo>
                  <a:pt x="0" y="132525"/>
                </a:lnTo>
                <a:cubicBezTo>
                  <a:pt x="0" y="59333"/>
                  <a:pt x="59333" y="0"/>
                  <a:pt x="132525" y="0"/>
                </a:cubicBezTo>
                <a:close/>
              </a:path>
            </a:pathLst>
          </a:custGeom>
          <a:gradFill>
            <a:gsLst>
              <a:gs pos="92000">
                <a:srgbClr val="1864FF">
                  <a:alpha val="31765"/>
                </a:srgbClr>
              </a:gs>
              <a:gs pos="37000">
                <a:srgbClr val="1864FF">
                  <a:alpha val="62745"/>
                </a:srgbClr>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20" name="Tijdelijke aanduiding voor tekst 3">
            <a:extLst>
              <a:ext uri="{FF2B5EF4-FFF2-40B4-BE49-F238E27FC236}">
                <a16:creationId xmlns:a16="http://schemas.microsoft.com/office/drawing/2014/main" id="{6C02DBF1-5B5C-65AA-6CA0-250F91FD3B09}"/>
              </a:ext>
            </a:extLst>
          </p:cNvPr>
          <p:cNvSpPr>
            <a:spLocks noGrp="1"/>
          </p:cNvSpPr>
          <p:nvPr>
            <p:ph type="body" sz="quarter" idx="27" hasCustomPrompt="1"/>
          </p:nvPr>
        </p:nvSpPr>
        <p:spPr>
          <a:xfrm>
            <a:off x="259448" y="5278559"/>
            <a:ext cx="1693524" cy="336546"/>
          </a:xfrm>
        </p:spPr>
        <p:txBody>
          <a:bodyPr lIns="108000" rIns="0" anchor="ctr">
            <a:normAutofit/>
          </a:bodyPr>
          <a:lstStyle>
            <a:lvl1pPr marL="0" indent="0">
              <a:buFont typeface="Arial" panose="020B0604020202020204" pitchFamily="34" charset="0"/>
              <a:buNone/>
              <a:defRPr sz="1100" b="0" i="0">
                <a:solidFill>
                  <a:srgbClr val="FFFFFF"/>
                </a:solidFill>
                <a:latin typeface="Noir Pro"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Previous</a:t>
            </a:r>
            <a:r>
              <a:rPr lang="nl-NL" dirty="0"/>
              <a:t> snapshot date</a:t>
            </a:r>
          </a:p>
        </p:txBody>
      </p:sp>
      <p:sp>
        <p:nvSpPr>
          <p:cNvPr id="22" name="Tijdelijke aanduiding voor tekst 3">
            <a:extLst>
              <a:ext uri="{FF2B5EF4-FFF2-40B4-BE49-F238E27FC236}">
                <a16:creationId xmlns:a16="http://schemas.microsoft.com/office/drawing/2014/main" id="{85A4D23C-7728-5BD3-48FC-7013B8AD79D8}"/>
              </a:ext>
            </a:extLst>
          </p:cNvPr>
          <p:cNvSpPr>
            <a:spLocks noGrp="1"/>
          </p:cNvSpPr>
          <p:nvPr>
            <p:ph type="body" sz="quarter" idx="19" hasCustomPrompt="1"/>
          </p:nvPr>
        </p:nvSpPr>
        <p:spPr>
          <a:xfrm>
            <a:off x="1972289" y="5278559"/>
            <a:ext cx="316247" cy="336546"/>
          </a:xfrm>
        </p:spPr>
        <p:txBody>
          <a:bodyPr lIns="0" rIns="0" anchor="ctr">
            <a:noAutofit/>
          </a:bodyPr>
          <a:lstStyle>
            <a:lvl1pPr marL="0" indent="0" algn="ctr">
              <a:buFont typeface="Arial" panose="020B0604020202020204" pitchFamily="34" charset="0"/>
              <a:buNone/>
              <a:defRPr sz="1100" b="0" i="0">
                <a:solidFill>
                  <a:srgbClr val="FFFFFF"/>
                </a:solidFill>
                <a:latin typeface="Noir Pro Medium"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27" name="Rechthoek 26">
            <a:extLst>
              <a:ext uri="{FF2B5EF4-FFF2-40B4-BE49-F238E27FC236}">
                <a16:creationId xmlns:a16="http://schemas.microsoft.com/office/drawing/2014/main" id="{3F3656F1-847D-8D66-6FA2-EE7F7FC3F755}"/>
              </a:ext>
            </a:extLst>
          </p:cNvPr>
          <p:cNvSpPr/>
          <p:nvPr userDrawn="1"/>
        </p:nvSpPr>
        <p:spPr>
          <a:xfrm>
            <a:off x="2632331" y="5008728"/>
            <a:ext cx="1568933" cy="736164"/>
          </a:xfrm>
          <a:prstGeom prst="rect">
            <a:avLst/>
          </a:prstGeom>
          <a:gradFill>
            <a:gsLst>
              <a:gs pos="71000">
                <a:srgbClr val="151632">
                  <a:alpha val="74902"/>
                </a:srgbClr>
              </a:gs>
              <a:gs pos="20000">
                <a:srgbClr val="151632">
                  <a:alpha val="0"/>
                </a:srgbClr>
              </a:gs>
            </a:gsLst>
            <a:lin ang="18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Tijdelijke aanduiding voor tekst 3">
            <a:extLst>
              <a:ext uri="{FF2B5EF4-FFF2-40B4-BE49-F238E27FC236}">
                <a16:creationId xmlns:a16="http://schemas.microsoft.com/office/drawing/2014/main" id="{7990B9FA-8077-639C-2D7C-2AC917CE5C60}"/>
              </a:ext>
            </a:extLst>
          </p:cNvPr>
          <p:cNvSpPr>
            <a:spLocks noGrp="1"/>
          </p:cNvSpPr>
          <p:nvPr>
            <p:ph type="body" sz="quarter" idx="28" hasCustomPrompt="1"/>
          </p:nvPr>
        </p:nvSpPr>
        <p:spPr>
          <a:xfrm>
            <a:off x="2306407" y="5278559"/>
            <a:ext cx="768878" cy="336546"/>
          </a:xfrm>
        </p:spPr>
        <p:txBody>
          <a:bodyPr lIns="0" tIns="36000" rIns="0" anchor="ctr">
            <a:noAutofit/>
          </a:bodyPr>
          <a:lstStyle>
            <a:lvl1pPr marL="0" indent="0" algn="ctr">
              <a:lnSpc>
                <a:spcPct val="60000"/>
              </a:lnSpc>
              <a:spcAft>
                <a:spcPts val="0"/>
              </a:spcAft>
              <a:buFont typeface="Arial" panose="020B0604020202020204" pitchFamily="34" charset="0"/>
              <a:buNone/>
              <a:defRPr sz="1400" b="0" i="0">
                <a:solidFill>
                  <a:srgbClr val="FFFFFF"/>
                </a:solidFill>
                <a:latin typeface="Sigsterren"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IIIII</a:t>
            </a:r>
            <a:endParaRPr lang="nl-NL" dirty="0"/>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578400" y="5277600"/>
            <a:ext cx="503999" cy="334800"/>
          </a:xfrm>
          <a:prstGeom prst="rect">
            <a:avLst/>
          </a:prstGeom>
        </p:spPr>
        <p:txBody>
          <a:bodyPr vert="horz" wrap="none" lIns="0" tIns="45720" rIns="0" bIns="45720" rtlCol="0" anchor="ctr">
            <a:noAutofit/>
          </a:bodyPr>
          <a:lstStyle>
            <a:lvl1pPr marL="0" indent="0">
              <a:buNone/>
              <a:defRPr lang="en-US" sz="1400" b="1" i="0" dirty="0">
                <a:solidFill>
                  <a:srgbClr val="FFFFFF"/>
                </a:solidFill>
                <a:latin typeface="Noir Pro Semi Bold" pitchFamily="2" charset="0"/>
              </a:defRPr>
            </a:lvl1pPr>
          </a:lstStyle>
          <a:p>
            <a:pPr marL="285750" lvl="0" indent="-285750" algn="ctr"/>
            <a:r>
              <a:rPr lang="en-US" dirty="0"/>
              <a:t>+-#.##</a:t>
            </a:r>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176367" y="1366988"/>
            <a:ext cx="0" cy="3735138"/>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4" name="Rechthoek 3">
            <a:extLst>
              <a:ext uri="{FF2B5EF4-FFF2-40B4-BE49-F238E27FC236}">
                <a16:creationId xmlns:a16="http://schemas.microsoft.com/office/drawing/2014/main" id="{848753C9-D09C-25F6-A155-04AAADDEAF30}"/>
              </a:ext>
            </a:extLst>
          </p:cNvPr>
          <p:cNvSpPr/>
          <p:nvPr userDrawn="1"/>
        </p:nvSpPr>
        <p:spPr>
          <a:xfrm>
            <a:off x="154800" y="5677099"/>
            <a:ext cx="4021567" cy="712944"/>
          </a:xfrm>
          <a:prstGeom prst="rect">
            <a:avLst/>
          </a:prstGeom>
          <a:gradFill>
            <a:gsLst>
              <a:gs pos="100000">
                <a:srgbClr val="0045D1"/>
              </a:gs>
              <a:gs pos="73000">
                <a:srgbClr val="1864FF"/>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cxnSp>
        <p:nvCxnSpPr>
          <p:cNvPr id="7" name="Straight Connector 9">
            <a:extLst>
              <a:ext uri="{FF2B5EF4-FFF2-40B4-BE49-F238E27FC236}">
                <a16:creationId xmlns:a16="http://schemas.microsoft.com/office/drawing/2014/main" id="{4E10F74B-B34B-7A5B-AB7A-A3244C766D15}"/>
              </a:ext>
            </a:extLst>
          </p:cNvPr>
          <p:cNvCxnSpPr>
            <a:cxnSpLocks/>
          </p:cNvCxnSpPr>
          <p:nvPr userDrawn="1"/>
        </p:nvCxnSpPr>
        <p:spPr>
          <a:xfrm>
            <a:off x="154800" y="5673760"/>
            <a:ext cx="4021568" cy="0"/>
          </a:xfrm>
          <a:prstGeom prst="line">
            <a:avLst/>
          </a:prstGeom>
          <a:ln w="952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FFFFFF"/>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FFFFFF"/>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FFFFFF"/>
                </a:solidFill>
                <a:latin typeface="Noir Pro Medium" pitchFamily="2" charset="0"/>
              </a:defRPr>
            </a:lvl1pPr>
          </a:lstStyle>
          <a:p>
            <a:pPr marL="285750" lvl="0" indent="-285750"/>
            <a:r>
              <a:rPr lang="en-US" dirty="0"/>
              <a:t>Insert metric name</a:t>
            </a:r>
          </a:p>
        </p:txBody>
      </p:sp>
      <p:grpSp>
        <p:nvGrpSpPr>
          <p:cNvPr id="8" name="Groep 7">
            <a:extLst>
              <a:ext uri="{FF2B5EF4-FFF2-40B4-BE49-F238E27FC236}">
                <a16:creationId xmlns:a16="http://schemas.microsoft.com/office/drawing/2014/main" id="{D693F32B-C9B8-B62A-A0F4-DCBE37DE3A18}"/>
              </a:ext>
            </a:extLst>
          </p:cNvPr>
          <p:cNvGrpSpPr/>
          <p:nvPr userDrawn="1"/>
        </p:nvGrpSpPr>
        <p:grpSpPr>
          <a:xfrm>
            <a:off x="3211702" y="5379098"/>
            <a:ext cx="399750" cy="518346"/>
            <a:chOff x="3282952" y="5379098"/>
            <a:chExt cx="399750" cy="518346"/>
          </a:xfrm>
        </p:grpSpPr>
        <p:grpSp>
          <p:nvGrpSpPr>
            <p:cNvPr id="9" name="Groep 8">
              <a:extLst>
                <a:ext uri="{FF2B5EF4-FFF2-40B4-BE49-F238E27FC236}">
                  <a16:creationId xmlns:a16="http://schemas.microsoft.com/office/drawing/2014/main" id="{F46EDB46-7367-4B87-9E0D-3A7C139C80E5}"/>
                </a:ext>
              </a:extLst>
            </p:cNvPr>
            <p:cNvGrpSpPr/>
            <p:nvPr userDrawn="1"/>
          </p:nvGrpSpPr>
          <p:grpSpPr>
            <a:xfrm rot="5400000" flipV="1">
              <a:off x="3257521" y="5472263"/>
              <a:ext cx="450612" cy="399750"/>
              <a:chOff x="1137173" y="284540"/>
              <a:chExt cx="450612" cy="399750"/>
            </a:xfrm>
          </p:grpSpPr>
          <p:sp>
            <p:nvSpPr>
              <p:cNvPr id="25" name="Triangle 56">
                <a:extLst>
                  <a:ext uri="{FF2B5EF4-FFF2-40B4-BE49-F238E27FC236}">
                    <a16:creationId xmlns:a16="http://schemas.microsoft.com/office/drawing/2014/main" id="{B1715DAE-7CA7-FBCA-187E-A9CB4FAD6CEA}"/>
                  </a:ext>
                </a:extLst>
              </p:cNvPr>
              <p:cNvSpPr/>
              <p:nvPr userDrawn="1"/>
            </p:nvSpPr>
            <p:spPr>
              <a:xfrm rot="5400000">
                <a:off x="1346692" y="557860"/>
                <a:ext cx="135796" cy="117064"/>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57">
                <a:extLst>
                  <a:ext uri="{FF2B5EF4-FFF2-40B4-BE49-F238E27FC236}">
                    <a16:creationId xmlns:a16="http://schemas.microsoft.com/office/drawing/2014/main" id="{E31798AA-2F98-77A5-86E7-B4C8CBF2F89B}"/>
                  </a:ext>
                </a:extLst>
              </p:cNvPr>
              <p:cNvSpPr/>
              <p:nvPr userDrawn="1"/>
            </p:nvSpPr>
            <p:spPr>
              <a:xfrm>
                <a:off x="1137173" y="284540"/>
                <a:ext cx="450612" cy="332031"/>
              </a:xfrm>
              <a:prstGeom prst="arc">
                <a:avLst>
                  <a:gd name="adj1" fmla="val 5174322"/>
                  <a:gd name="adj2" fmla="val 10825137"/>
                </a:avLst>
              </a:prstGeom>
              <a:ln w="254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24" name="Straight Connector 9">
              <a:extLst>
                <a:ext uri="{FF2B5EF4-FFF2-40B4-BE49-F238E27FC236}">
                  <a16:creationId xmlns:a16="http://schemas.microsoft.com/office/drawing/2014/main" id="{A97F9235-DBDE-3D29-C002-71161D828234}"/>
                </a:ext>
              </a:extLst>
            </p:cNvPr>
            <p:cNvCxnSpPr>
              <a:cxnSpLocks/>
            </p:cNvCxnSpPr>
            <p:nvPr userDrawn="1"/>
          </p:nvCxnSpPr>
          <p:spPr>
            <a:xfrm flipV="1">
              <a:off x="3448967" y="5379098"/>
              <a:ext cx="0" cy="144062"/>
            </a:xfrm>
            <a:prstGeom prst="line">
              <a:avLst/>
            </a:prstGeom>
            <a:ln w="25400" cap="rnd">
              <a:solidFill>
                <a:srgbClr val="FFFFFF"/>
              </a:solidFill>
              <a:prstDash val="solid"/>
            </a:ln>
          </p:spPr>
          <p:style>
            <a:lnRef idx="1">
              <a:schemeClr val="accent1"/>
            </a:lnRef>
            <a:fillRef idx="0">
              <a:schemeClr val="accent1"/>
            </a:fillRef>
            <a:effectRef idx="0">
              <a:schemeClr val="accent1"/>
            </a:effectRef>
            <a:fontRef idx="minor">
              <a:schemeClr val="tx1"/>
            </a:fontRef>
          </p:style>
        </p:cxnSp>
      </p:gr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200"/>
            <a:ext cx="3927594" cy="3690926"/>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Tree>
    <p:extLst>
      <p:ext uri="{BB962C8B-B14F-4D97-AF65-F5344CB8AC3E}">
        <p14:creationId xmlns:p14="http://schemas.microsoft.com/office/powerpoint/2010/main" val="12057597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er testimony">
    <p:spTree>
      <p:nvGrpSpPr>
        <p:cNvPr id="1" name=""/>
        <p:cNvGrpSpPr/>
        <p:nvPr/>
      </p:nvGrpSpPr>
      <p:grpSpPr>
        <a:xfrm>
          <a:off x="0" y="0"/>
          <a:ext cx="0" cy="0"/>
          <a:chOff x="0" y="0"/>
          <a:chExt cx="0" cy="0"/>
        </a:xfrm>
      </p:grpSpPr>
      <p:sp>
        <p:nvSpPr>
          <p:cNvPr id="34" name="Ovaal 33">
            <a:extLst>
              <a:ext uri="{FF2B5EF4-FFF2-40B4-BE49-F238E27FC236}">
                <a16:creationId xmlns:a16="http://schemas.microsoft.com/office/drawing/2014/main" id="{E9AC63CC-4978-D923-B5A0-11D2A72AFD6C}"/>
              </a:ext>
            </a:extLst>
          </p:cNvPr>
          <p:cNvSpPr/>
          <p:nvPr userDrawn="1"/>
        </p:nvSpPr>
        <p:spPr>
          <a:xfrm>
            <a:off x="3225817" y="3166737"/>
            <a:ext cx="820232" cy="820232"/>
          </a:xfrm>
          <a:prstGeom prst="ellipse">
            <a:avLst/>
          </a:prstGeom>
          <a:solidFill>
            <a:srgbClr val="F8C71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ekstvak 4">
            <a:extLst>
              <a:ext uri="{FF2B5EF4-FFF2-40B4-BE49-F238E27FC236}">
                <a16:creationId xmlns:a16="http://schemas.microsoft.com/office/drawing/2014/main" id="{B2F6DA7D-4CF4-69E0-FBAF-A48AC1F4EA0A}"/>
              </a:ext>
            </a:extLst>
          </p:cNvPr>
          <p:cNvSpPr txBox="1"/>
          <p:nvPr userDrawn="1"/>
        </p:nvSpPr>
        <p:spPr>
          <a:xfrm>
            <a:off x="5016472" y="1871001"/>
            <a:ext cx="792735" cy="1153329"/>
          </a:xfrm>
          <a:prstGeom prst="rect">
            <a:avLst/>
          </a:prstGeom>
          <a:noFill/>
        </p:spPr>
        <p:txBody>
          <a:bodyPr wrap="square" lIns="90000" rtlCol="0" anchor="t">
            <a:spAutoFit/>
          </a:bodyPr>
          <a:lstStyle/>
          <a:p>
            <a:pPr algn="l">
              <a:lnSpc>
                <a:spcPct val="113000"/>
              </a:lnSpc>
            </a:pPr>
            <a:r>
              <a:rPr lang="en-US" sz="6600" b="1" dirty="0">
                <a:solidFill>
                  <a:srgbClr val="FFFFFF"/>
                </a:solidFill>
                <a:latin typeface="Azeret Mono" pitchFamily="2" charset="77"/>
                <a:cs typeface="Azeret Mono" pitchFamily="2" charset="77"/>
              </a:rPr>
              <a:t>“</a:t>
            </a:r>
            <a:endParaRPr lang="en-US" sz="1100" b="1" dirty="0">
              <a:solidFill>
                <a:srgbClr val="FFFFFF"/>
              </a:solidFill>
              <a:latin typeface="Azeret Mono" pitchFamily="2" charset="77"/>
              <a:cs typeface="Azeret Mono" pitchFamily="2" charset="77"/>
            </a:endParaRPr>
          </a:p>
        </p:txBody>
      </p:sp>
      <p:sp>
        <p:nvSpPr>
          <p:cNvPr id="14" name="Ovaal 13">
            <a:extLst>
              <a:ext uri="{FF2B5EF4-FFF2-40B4-BE49-F238E27FC236}">
                <a16:creationId xmlns:a16="http://schemas.microsoft.com/office/drawing/2014/main" id="{E06AC4B6-D196-E6FE-A1E6-AF3C3AB87A25}"/>
              </a:ext>
            </a:extLst>
          </p:cNvPr>
          <p:cNvSpPr/>
          <p:nvPr userDrawn="1"/>
        </p:nvSpPr>
        <p:spPr>
          <a:xfrm>
            <a:off x="3531070" y="1891881"/>
            <a:ext cx="1527826" cy="1527826"/>
          </a:xfrm>
          <a:prstGeom prst="ellipse">
            <a:avLst/>
          </a:prstGeom>
          <a:gradFill>
            <a:gsLst>
              <a:gs pos="81750">
                <a:srgbClr val="F8C716">
                  <a:alpha val="50196"/>
                </a:srgbClr>
              </a:gs>
              <a:gs pos="55000">
                <a:srgbClr val="F8C716">
                  <a:alpha val="0"/>
                </a:srgbClr>
              </a:gs>
              <a:gs pos="100000">
                <a:srgbClr val="E88C36"/>
              </a:gs>
            </a:gsLst>
            <a:lin ang="2700000" scaled="0"/>
          </a:gradFill>
          <a:ln>
            <a:gradFill>
              <a:gsLst>
                <a:gs pos="41000">
                  <a:srgbClr val="F8C716">
                    <a:alpha val="0"/>
                  </a:srgbClr>
                </a:gs>
                <a:gs pos="63500">
                  <a:srgbClr val="F8C716"/>
                </a:gs>
                <a:gs pos="86000">
                  <a:srgbClr val="E88C3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pic>
        <p:nvPicPr>
          <p:cNvPr id="15" name="Graphic 14">
            <a:extLst>
              <a:ext uri="{FF2B5EF4-FFF2-40B4-BE49-F238E27FC236}">
                <a16:creationId xmlns:a16="http://schemas.microsoft.com/office/drawing/2014/main" id="{5C996B94-F94F-F917-7C99-37EF5479E3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1475" y="2095977"/>
            <a:ext cx="2660787" cy="2366862"/>
          </a:xfrm>
          <a:prstGeom prst="rect">
            <a:avLst/>
          </a:prstGeom>
        </p:spPr>
      </p:pic>
      <p:sp>
        <p:nvSpPr>
          <p:cNvPr id="17" name="Ovaal 16">
            <a:extLst>
              <a:ext uri="{FF2B5EF4-FFF2-40B4-BE49-F238E27FC236}">
                <a16:creationId xmlns:a16="http://schemas.microsoft.com/office/drawing/2014/main" id="{D09F5B43-FF63-47C9-C37C-A7441CD3F6FC}"/>
              </a:ext>
            </a:extLst>
          </p:cNvPr>
          <p:cNvSpPr/>
          <p:nvPr userDrawn="1"/>
        </p:nvSpPr>
        <p:spPr>
          <a:xfrm>
            <a:off x="1999898" y="2395362"/>
            <a:ext cx="215764" cy="215764"/>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18" name="Ovaal 17">
            <a:extLst>
              <a:ext uri="{FF2B5EF4-FFF2-40B4-BE49-F238E27FC236}">
                <a16:creationId xmlns:a16="http://schemas.microsoft.com/office/drawing/2014/main" id="{63808A08-4DAB-E19F-EEE5-B9885EA7A710}"/>
              </a:ext>
            </a:extLst>
          </p:cNvPr>
          <p:cNvSpPr/>
          <p:nvPr userDrawn="1"/>
        </p:nvSpPr>
        <p:spPr>
          <a:xfrm>
            <a:off x="2734205" y="2669675"/>
            <a:ext cx="416958" cy="4169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16" name="Ovaal 15">
            <a:extLst>
              <a:ext uri="{FF2B5EF4-FFF2-40B4-BE49-F238E27FC236}">
                <a16:creationId xmlns:a16="http://schemas.microsoft.com/office/drawing/2014/main" id="{10FE19CC-A295-2A80-35AE-A0FD1265E224}"/>
              </a:ext>
            </a:extLst>
          </p:cNvPr>
          <p:cNvSpPr/>
          <p:nvPr userDrawn="1"/>
        </p:nvSpPr>
        <p:spPr>
          <a:xfrm>
            <a:off x="2342271" y="3832200"/>
            <a:ext cx="344658" cy="3446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33" name="Ovaal 32">
            <a:extLst>
              <a:ext uri="{FF2B5EF4-FFF2-40B4-BE49-F238E27FC236}">
                <a16:creationId xmlns:a16="http://schemas.microsoft.com/office/drawing/2014/main" id="{50A82314-1546-C656-9622-ED2B1A3C2E4C}"/>
              </a:ext>
            </a:extLst>
          </p:cNvPr>
          <p:cNvSpPr/>
          <p:nvPr userDrawn="1"/>
        </p:nvSpPr>
        <p:spPr>
          <a:xfrm>
            <a:off x="3602969" y="1963780"/>
            <a:ext cx="1384028" cy="1384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22" name="Tijdelijke aanduiding voor inhoud 21">
            <a:extLst>
              <a:ext uri="{FF2B5EF4-FFF2-40B4-BE49-F238E27FC236}">
                <a16:creationId xmlns:a16="http://schemas.microsoft.com/office/drawing/2014/main" id="{FBB448AB-360E-01D1-7D60-E1E88FE026D0}"/>
              </a:ext>
            </a:extLst>
          </p:cNvPr>
          <p:cNvSpPr>
            <a:spLocks noGrp="1"/>
          </p:cNvSpPr>
          <p:nvPr>
            <p:ph sz="quarter" idx="16" hasCustomPrompt="1"/>
          </p:nvPr>
        </p:nvSpPr>
        <p:spPr>
          <a:xfrm>
            <a:off x="3657902" y="2018714"/>
            <a:ext cx="1274162" cy="1274160"/>
          </a:xfrm>
          <a:prstGeom prst="ellipse">
            <a:avLst/>
          </a:prstGeom>
        </p:spPr>
        <p:txBody>
          <a:bodyPr lIns="0" rIns="0" anchor="ctr"/>
          <a:lstStyle>
            <a:lvl1pPr marL="0" indent="0" algn="ctr">
              <a:buFont typeface="Arial" panose="020B0604020202020204" pitchFamily="34" charset="0"/>
              <a:buNone/>
              <a:defRPr sz="1200"/>
            </a:lvl1pPr>
          </a:lstStyle>
          <a:p>
            <a:pPr lvl="0"/>
            <a:r>
              <a:rPr lang="nl-NL" dirty="0" err="1"/>
              <a:t>Insert</a:t>
            </a:r>
            <a:r>
              <a:rPr lang="nl-NL" dirty="0"/>
              <a:t> company logo</a:t>
            </a:r>
            <a:endParaRPr lang="en-US" dirty="0"/>
          </a:p>
        </p:txBody>
      </p:sp>
      <p:sp>
        <p:nvSpPr>
          <p:cNvPr id="35" name="Ovaal 34">
            <a:extLst>
              <a:ext uri="{FF2B5EF4-FFF2-40B4-BE49-F238E27FC236}">
                <a16:creationId xmlns:a16="http://schemas.microsoft.com/office/drawing/2014/main" id="{3D5B3B7E-51A6-5C44-793D-643CFBB4E602}"/>
              </a:ext>
            </a:extLst>
          </p:cNvPr>
          <p:cNvSpPr/>
          <p:nvPr userDrawn="1"/>
        </p:nvSpPr>
        <p:spPr>
          <a:xfrm>
            <a:off x="2839229" y="3507388"/>
            <a:ext cx="241596" cy="241596"/>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4932063" y="2844573"/>
            <a:ext cx="6888462" cy="495156"/>
          </a:xfrm>
          <a:prstGeom prst="roundRect">
            <a:avLst>
              <a:gd name="adj" fmla="val 6051"/>
            </a:avLst>
          </a:prstGeom>
          <a:gradFill flip="none" rotWithShape="1">
            <a:gsLst>
              <a:gs pos="0">
                <a:srgbClr val="E88C2B"/>
              </a:gs>
              <a:gs pos="39000">
                <a:srgbClr val="F9C816"/>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16000" tIns="108000" rIns="144000" bIns="108000" rtlCol="0" anchor="t">
            <a:spAutoFit/>
          </a:bodyPr>
          <a:lstStyle>
            <a:lvl1pPr marL="0" indent="0">
              <a:buFont typeface="Arial" panose="020B0604020202020204" pitchFamily="34" charset="0"/>
              <a:buNone/>
              <a:defRPr lang="en-US" b="0" i="0" dirty="0">
                <a:solidFill>
                  <a:srgbClr val="000000"/>
                </a:solidFill>
                <a:latin typeface="Noir Pro" pitchFamily="2" charset="0"/>
              </a:defRPr>
            </a:lvl1pPr>
          </a:lstStyle>
          <a:p>
            <a:pPr algn="l">
              <a:lnSpc>
                <a:spcPct val="114000"/>
              </a:lnSpc>
              <a:spcAft>
                <a:spcPts val="600"/>
              </a:spcAft>
            </a:pPr>
            <a:r>
              <a:rPr lang="en-US" sz="1600" b="0" i="0" dirty="0">
                <a:solidFill>
                  <a:schemeClr val="tx1"/>
                </a:solidFill>
                <a:latin typeface="Noir Pro" pitchFamily="2" charset="0"/>
              </a:rPr>
              <a:t>Insert quote text</a:t>
            </a:r>
            <a:endParaRPr lang="en-RO" sz="1600" b="0" i="0">
              <a:solidFill>
                <a:schemeClr val="tx1"/>
              </a:solidFill>
              <a:latin typeface="Noir Pro" pitchFamily="2" charset="0"/>
            </a:endParaRPr>
          </a:p>
        </p:txBody>
      </p:sp>
      <p:sp>
        <p:nvSpPr>
          <p:cNvPr id="39" name="Tijdelijke aanduiding voor tekst 36">
            <a:extLst>
              <a:ext uri="{FF2B5EF4-FFF2-40B4-BE49-F238E27FC236}">
                <a16:creationId xmlns:a16="http://schemas.microsoft.com/office/drawing/2014/main" id="{54E821C7-92FA-25E1-BE1E-3EB86B4F8C70}"/>
              </a:ext>
            </a:extLst>
          </p:cNvPr>
          <p:cNvSpPr>
            <a:spLocks noGrp="1"/>
          </p:cNvSpPr>
          <p:nvPr>
            <p:ph type="body" sz="quarter" idx="17" hasCustomPrompt="1"/>
          </p:nvPr>
        </p:nvSpPr>
        <p:spPr>
          <a:xfrm>
            <a:off x="5629939" y="2137563"/>
            <a:ext cx="6190586" cy="257799"/>
          </a:xfrm>
          <a:noFill/>
        </p:spPr>
        <p:txBody>
          <a:bodyPr wrap="none" lIns="108000" tIns="36000" rIns="108000" bIns="36000" rtlCol="0">
            <a:noAutofit/>
          </a:bodyPr>
          <a:lstStyle>
            <a:lvl1pPr marL="0" indent="0">
              <a:lnSpc>
                <a:spcPct val="80000"/>
              </a:lnSpc>
              <a:spcAft>
                <a:spcPts val="0"/>
              </a:spcAft>
              <a:buFont typeface="Arial" panose="020B0604020202020204" pitchFamily="34" charset="0"/>
              <a:buNone/>
              <a:defRPr lang="nl-NL" sz="2000" dirty="0" smtClean="0">
                <a:solidFill>
                  <a:srgbClr val="FFFFFF"/>
                </a:solidFill>
                <a:effectLst/>
                <a:latin typeface="Noir Pro Medium"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name</a:t>
            </a:r>
            <a:endParaRPr lang="en-US" dirty="0"/>
          </a:p>
        </p:txBody>
      </p:sp>
      <p:sp>
        <p:nvSpPr>
          <p:cNvPr id="40" name="Tijdelijke aanduiding voor tekst 36">
            <a:extLst>
              <a:ext uri="{FF2B5EF4-FFF2-40B4-BE49-F238E27FC236}">
                <a16:creationId xmlns:a16="http://schemas.microsoft.com/office/drawing/2014/main" id="{D92576C6-9471-E76B-DC52-92E02B6619AF}"/>
              </a:ext>
            </a:extLst>
          </p:cNvPr>
          <p:cNvSpPr>
            <a:spLocks noGrp="1"/>
          </p:cNvSpPr>
          <p:nvPr>
            <p:ph type="body" sz="quarter" idx="18" hasCustomPrompt="1"/>
          </p:nvPr>
        </p:nvSpPr>
        <p:spPr>
          <a:xfrm>
            <a:off x="5629938" y="2419369"/>
            <a:ext cx="6190586" cy="250306"/>
          </a:xfrm>
          <a:noFill/>
        </p:spPr>
        <p:txBody>
          <a:bodyPr wrap="none" lIns="108000" tIns="36000" rIns="108000" bIns="0" rtlCol="0" anchor="b">
            <a:noAutofit/>
          </a:bodyPr>
          <a:lstStyle>
            <a:lvl1pPr marL="0" indent="0">
              <a:lnSpc>
                <a:spcPct val="80000"/>
              </a:lnSpc>
              <a:spcAft>
                <a:spcPts val="0"/>
              </a:spcAft>
              <a:buFont typeface="Arial" panose="020B0604020202020204" pitchFamily="34" charset="0"/>
              <a:buNone/>
              <a:defRPr lang="nl-NL" sz="1600" b="0" i="0" dirty="0" smtClean="0">
                <a:solidFill>
                  <a:srgbClr val="FFFFFF"/>
                </a:solidFill>
                <a:effectLst/>
                <a:latin typeface="Noir Pro"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company</a:t>
            </a:r>
            <a:endParaRPr lang="en-US" dirty="0"/>
          </a:p>
        </p:txBody>
      </p:sp>
      <p:sp>
        <p:nvSpPr>
          <p:cNvPr id="6" name="Tijdelijke aanduiding voor voettekst 5">
            <a:extLst>
              <a:ext uri="{FF2B5EF4-FFF2-40B4-BE49-F238E27FC236}">
                <a16:creationId xmlns:a16="http://schemas.microsoft.com/office/drawing/2014/main" id="{7DBAB383-628D-2417-9CE6-82B0BE51C1CD}"/>
              </a:ext>
            </a:extLst>
          </p:cNvPr>
          <p:cNvSpPr>
            <a:spLocks noGrp="1"/>
          </p:cNvSpPr>
          <p:nvPr>
            <p:ph type="ftr" sz="quarter" idx="19"/>
          </p:nvPr>
        </p:nvSpPr>
        <p:spPr/>
        <p:txBody>
          <a:bodyPr/>
          <a:lstStyle/>
          <a:p>
            <a:r>
              <a:rPr lang="nl-NL" dirty="0" err="1"/>
              <a:t>Confidential</a:t>
            </a:r>
            <a:endParaRPr lang="nl-NL" dirty="0"/>
          </a:p>
        </p:txBody>
      </p:sp>
      <p:sp>
        <p:nvSpPr>
          <p:cNvPr id="7" name="Tijdelijke aanduiding voor dianummer 6">
            <a:extLst>
              <a:ext uri="{FF2B5EF4-FFF2-40B4-BE49-F238E27FC236}">
                <a16:creationId xmlns:a16="http://schemas.microsoft.com/office/drawing/2014/main" id="{ED4D086C-D983-DC32-DB31-80BEB7AF380F}"/>
              </a:ext>
            </a:extLst>
          </p:cNvPr>
          <p:cNvSpPr>
            <a:spLocks noGrp="1"/>
          </p:cNvSpPr>
          <p:nvPr>
            <p:ph type="sldNum" sz="quarter" idx="20"/>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23161386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3732544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5864400"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177600" y="1411200"/>
            <a:ext cx="5857200" cy="4842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7662483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solidFill>
            <a:srgbClr val="1864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a:noFill/>
        </p:spPr>
        <p:txBody>
          <a:bodyPr lIns="216000" tIns="144000" rIns="234000">
            <a:noAutofit/>
          </a:bodyPr>
          <a:lstStyle>
            <a:lvl1pPr marL="0" indent="0">
              <a:buClr>
                <a:schemeClr val="bg1"/>
              </a:buClr>
              <a:buFont typeface="Arial" panose="020B0604020202020204" pitchFamily="34" charset="0"/>
              <a:buNone/>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1668755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3516272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 with description and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5473700"/>
            <a:ext cx="6578932" cy="782638"/>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7137400" y="1540934"/>
            <a:ext cx="4897400" cy="4715404"/>
          </a:xfrm>
        </p:spPr>
        <p:txBody>
          <a:bodyPr vert="horz" lIns="216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lvl1pPr marL="0" indent="0">
              <a:buFont typeface="Arial" panose="020B0604020202020204" pitchFamily="34" charset="0"/>
              <a:buNone/>
              <a:defRPr/>
            </a:lvl1p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6578933" cy="3700139"/>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4" name="Text Placeholder 4">
            <a:extLst>
              <a:ext uri="{FF2B5EF4-FFF2-40B4-BE49-F238E27FC236}">
                <a16:creationId xmlns:a16="http://schemas.microsoft.com/office/drawing/2014/main" id="{2B26B961-7FE8-75BC-1865-117AC23918E6}"/>
              </a:ext>
            </a:extLst>
          </p:cNvPr>
          <p:cNvSpPr>
            <a:spLocks noGrp="1"/>
          </p:cNvSpPr>
          <p:nvPr>
            <p:ph type="body" sz="quarter" idx="12"/>
          </p:nvPr>
        </p:nvSpPr>
        <p:spPr>
          <a:xfrm>
            <a:off x="381600" y="129568"/>
            <a:ext cx="145471" cy="228209"/>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Tree>
    <p:extLst>
      <p:ext uri="{BB962C8B-B14F-4D97-AF65-F5344CB8AC3E}">
        <p14:creationId xmlns:p14="http://schemas.microsoft.com/office/powerpoint/2010/main" val="8606523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images with description">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4861366"/>
            <a:ext cx="5522420" cy="1393200"/>
          </a:xfrm>
        </p:spPr>
        <p:txBody>
          <a:bodyPr lIns="234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288911" y="4861367"/>
            <a:ext cx="5522421" cy="1393200"/>
          </a:xfrm>
        </p:spPr>
        <p:txBody>
          <a:bodyPr vert="horz" lIns="234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11" name="Tijdelijke aanduiding voor afbeelding 10">
            <a:extLst>
              <a:ext uri="{FF2B5EF4-FFF2-40B4-BE49-F238E27FC236}">
                <a16:creationId xmlns:a16="http://schemas.microsoft.com/office/drawing/2014/main" id="{3278BC24-FF8A-184E-4F1C-1879F1DF8FB4}"/>
              </a:ext>
            </a:extLst>
          </p:cNvPr>
          <p:cNvSpPr>
            <a:spLocks noGrp="1"/>
          </p:cNvSpPr>
          <p:nvPr>
            <p:ph type="pic" sz="quarter" idx="23" hasCustomPrompt="1"/>
          </p:nvPr>
        </p:nvSpPr>
        <p:spPr>
          <a:xfrm>
            <a:off x="6288914"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1898795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splay demo">
    <p:spTree>
      <p:nvGrpSpPr>
        <p:cNvPr id="1" name=""/>
        <p:cNvGrpSpPr/>
        <p:nvPr/>
      </p:nvGrpSpPr>
      <p:grpSpPr>
        <a:xfrm>
          <a:off x="0" y="0"/>
          <a:ext cx="0" cy="0"/>
          <a:chOff x="0" y="0"/>
          <a:chExt cx="0" cy="0"/>
        </a:xfrm>
      </p:grpSpPr>
      <p:sp>
        <p:nvSpPr>
          <p:cNvPr id="5" name="Oval 20">
            <a:extLst>
              <a:ext uri="{FF2B5EF4-FFF2-40B4-BE49-F238E27FC236}">
                <a16:creationId xmlns:a16="http://schemas.microsoft.com/office/drawing/2014/main" id="{F15B1F8D-10F5-61D2-B422-98A5EDDCE8B2}"/>
              </a:ext>
            </a:extLst>
          </p:cNvPr>
          <p:cNvSpPr/>
          <p:nvPr userDrawn="1"/>
        </p:nvSpPr>
        <p:spPr>
          <a:xfrm>
            <a:off x="676656" y="4282697"/>
            <a:ext cx="4730496" cy="1005682"/>
          </a:xfrm>
          <a:prstGeom prst="ellipse">
            <a:avLst/>
          </a:prstGeom>
          <a:solidFill>
            <a:srgbClr val="151632">
              <a:alpha val="41569"/>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6" name="Oval 20">
            <a:extLst>
              <a:ext uri="{FF2B5EF4-FFF2-40B4-BE49-F238E27FC236}">
                <a16:creationId xmlns:a16="http://schemas.microsoft.com/office/drawing/2014/main" id="{89FD4F71-E85B-8836-B609-51F71E98777C}"/>
              </a:ext>
            </a:extLst>
          </p:cNvPr>
          <p:cNvSpPr/>
          <p:nvPr userDrawn="1"/>
        </p:nvSpPr>
        <p:spPr>
          <a:xfrm>
            <a:off x="-243944" y="5157159"/>
            <a:ext cx="6663032" cy="1132006"/>
          </a:xfrm>
          <a:prstGeom prst="ellipse">
            <a:avLst/>
          </a:prstGeom>
          <a:solidFill>
            <a:srgbClr val="020202">
              <a:alpha val="37647"/>
            </a:srgbClr>
          </a:solidFill>
          <a:ln>
            <a:noFill/>
          </a:ln>
          <a:effectLst>
            <a:softEdge rad="463918"/>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7" name="Oval 20">
            <a:extLst>
              <a:ext uri="{FF2B5EF4-FFF2-40B4-BE49-F238E27FC236}">
                <a16:creationId xmlns:a16="http://schemas.microsoft.com/office/drawing/2014/main" id="{BE255861-DEEE-319F-BFF7-1BE1130113D0}"/>
              </a:ext>
            </a:extLst>
          </p:cNvPr>
          <p:cNvSpPr/>
          <p:nvPr userDrawn="1"/>
        </p:nvSpPr>
        <p:spPr>
          <a:xfrm>
            <a:off x="-988886" y="757351"/>
            <a:ext cx="8960463" cy="5362830"/>
          </a:xfrm>
          <a:prstGeom prst="ellipse">
            <a:avLst/>
          </a:prstGeom>
          <a:solidFill>
            <a:srgbClr val="1864FF">
              <a:alpha val="11765"/>
            </a:srgbClr>
          </a:solidFill>
          <a:ln>
            <a:noFill/>
          </a:ln>
          <a:effectLst>
            <a:softEdge rad="968824"/>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9" name="Oval 20">
            <a:extLst>
              <a:ext uri="{FF2B5EF4-FFF2-40B4-BE49-F238E27FC236}">
                <a16:creationId xmlns:a16="http://schemas.microsoft.com/office/drawing/2014/main" id="{776F2219-D282-6D24-12AE-146E48743980}"/>
              </a:ext>
            </a:extLst>
          </p:cNvPr>
          <p:cNvSpPr/>
          <p:nvPr userDrawn="1"/>
        </p:nvSpPr>
        <p:spPr>
          <a:xfrm>
            <a:off x="-1246779" y="935444"/>
            <a:ext cx="8260227" cy="4477804"/>
          </a:xfrm>
          <a:prstGeom prst="ellipse">
            <a:avLst/>
          </a:prstGeom>
          <a:solidFill>
            <a:srgbClr val="E2A3F2">
              <a:alpha val="20000"/>
            </a:srgbClr>
          </a:solidFill>
          <a:ln>
            <a:noFill/>
          </a:ln>
          <a:effectLst>
            <a:softEdge rad="968824"/>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0" name="Oval 20">
            <a:extLst>
              <a:ext uri="{FF2B5EF4-FFF2-40B4-BE49-F238E27FC236}">
                <a16:creationId xmlns:a16="http://schemas.microsoft.com/office/drawing/2014/main" id="{3C644330-B974-CFD5-AF0F-C0245E406711}"/>
              </a:ext>
            </a:extLst>
          </p:cNvPr>
          <p:cNvSpPr/>
          <p:nvPr userDrawn="1"/>
        </p:nvSpPr>
        <p:spPr>
          <a:xfrm>
            <a:off x="-97966" y="4801170"/>
            <a:ext cx="6276980" cy="1716652"/>
          </a:xfrm>
          <a:prstGeom prst="ellipse">
            <a:avLst/>
          </a:prstGeom>
          <a:solidFill>
            <a:srgbClr val="020202">
              <a:alpha val="4706"/>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1" name="Oval 20">
            <a:extLst>
              <a:ext uri="{FF2B5EF4-FFF2-40B4-BE49-F238E27FC236}">
                <a16:creationId xmlns:a16="http://schemas.microsoft.com/office/drawing/2014/main" id="{1B2606B9-72D9-1046-4318-A13425FA5468}"/>
              </a:ext>
            </a:extLst>
          </p:cNvPr>
          <p:cNvSpPr/>
          <p:nvPr userDrawn="1"/>
        </p:nvSpPr>
        <p:spPr>
          <a:xfrm rot="20593722">
            <a:off x="-1415915" y="1945341"/>
            <a:ext cx="7892374" cy="3581273"/>
          </a:xfrm>
          <a:prstGeom prst="ellipse">
            <a:avLst/>
          </a:prstGeom>
          <a:gradFill>
            <a:gsLst>
              <a:gs pos="35000">
                <a:srgbClr val="1864FF">
                  <a:alpha val="34902"/>
                </a:srgbClr>
              </a:gs>
              <a:gs pos="66000">
                <a:srgbClr val="E2A3F2"/>
              </a:gs>
              <a:gs pos="13000">
                <a:srgbClr val="1847B2">
                  <a:alpha val="52549"/>
                </a:srgbClr>
              </a:gs>
              <a:gs pos="86000">
                <a:srgbClr val="E2A3F2">
                  <a:alpha val="22745"/>
                </a:srgbClr>
              </a:gs>
            </a:gsLst>
            <a:lin ang="0" scaled="0"/>
          </a:gradFill>
          <a:ln>
            <a:noFill/>
          </a:ln>
          <a:effectLst>
            <a:softEdge rad="968824"/>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2" name="Rounded Rectangle 30">
            <a:extLst>
              <a:ext uri="{FF2B5EF4-FFF2-40B4-BE49-F238E27FC236}">
                <a16:creationId xmlns:a16="http://schemas.microsoft.com/office/drawing/2014/main" id="{D06BC0C8-5175-51D9-7E76-563951BA03FE}"/>
              </a:ext>
            </a:extLst>
          </p:cNvPr>
          <p:cNvSpPr/>
          <p:nvPr userDrawn="1"/>
        </p:nvSpPr>
        <p:spPr>
          <a:xfrm>
            <a:off x="885346" y="2141445"/>
            <a:ext cx="4325637" cy="2843570"/>
          </a:xfrm>
          <a:prstGeom prst="roundRect">
            <a:avLst>
              <a:gd name="adj" fmla="val 3222"/>
            </a:avLst>
          </a:prstGeom>
          <a:solidFill>
            <a:srgbClr val="151632"/>
          </a:solidFill>
          <a:ln>
            <a:noFill/>
          </a:ln>
          <a:effectLst>
            <a:outerShdw blurRad="1270000" dist="38100" dir="5400000" sx="107000" sy="107000" algn="t" rotWithShape="0">
              <a:srgbClr val="1864FF">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pic>
        <p:nvPicPr>
          <p:cNvPr id="14" name="Afbeelding 13">
            <a:extLst>
              <a:ext uri="{FF2B5EF4-FFF2-40B4-BE49-F238E27FC236}">
                <a16:creationId xmlns:a16="http://schemas.microsoft.com/office/drawing/2014/main" id="{1E5FE55A-A95C-697C-C52F-05EBDACCE591}"/>
              </a:ext>
            </a:extLst>
          </p:cNvPr>
          <p:cNvPicPr>
            <a:picLocks noChangeAspect="1"/>
          </p:cNvPicPr>
          <p:nvPr userDrawn="1"/>
        </p:nvPicPr>
        <p:blipFill>
          <a:blip r:embed="rId2"/>
          <a:srcRect t="7416"/>
          <a:stretch>
            <a:fillRect/>
          </a:stretch>
        </p:blipFill>
        <p:spPr>
          <a:xfrm>
            <a:off x="849439" y="2465494"/>
            <a:ext cx="4407954" cy="3115925"/>
          </a:xfrm>
          <a:custGeom>
            <a:avLst/>
            <a:gdLst>
              <a:gd name="connsiteX0" fmla="*/ 0 w 4407954"/>
              <a:gd name="connsiteY0" fmla="*/ 0 h 3115925"/>
              <a:gd name="connsiteX1" fmla="*/ 4407954 w 4407954"/>
              <a:gd name="connsiteY1" fmla="*/ 0 h 3115925"/>
              <a:gd name="connsiteX2" fmla="*/ 4407954 w 4407954"/>
              <a:gd name="connsiteY2" fmla="*/ 3115925 h 3115925"/>
              <a:gd name="connsiteX3" fmla="*/ 0 w 4407954"/>
              <a:gd name="connsiteY3" fmla="*/ 3115925 h 3115925"/>
            </a:gdLst>
            <a:ahLst/>
            <a:cxnLst>
              <a:cxn ang="0">
                <a:pos x="connsiteX0" y="connsiteY0"/>
              </a:cxn>
              <a:cxn ang="0">
                <a:pos x="connsiteX1" y="connsiteY1"/>
              </a:cxn>
              <a:cxn ang="0">
                <a:pos x="connsiteX2" y="connsiteY2"/>
              </a:cxn>
              <a:cxn ang="0">
                <a:pos x="connsiteX3" y="connsiteY3"/>
              </a:cxn>
            </a:cxnLst>
            <a:rect l="l" t="t" r="r" b="b"/>
            <a:pathLst>
              <a:path w="4407954" h="3115925">
                <a:moveTo>
                  <a:pt x="0" y="0"/>
                </a:moveTo>
                <a:lnTo>
                  <a:pt x="4407954" y="0"/>
                </a:lnTo>
                <a:lnTo>
                  <a:pt x="4407954" y="3115925"/>
                </a:lnTo>
                <a:lnTo>
                  <a:pt x="0" y="3115925"/>
                </a:lnTo>
                <a:close/>
              </a:path>
            </a:pathLst>
          </a:custGeom>
          <a:effectLst>
            <a:outerShdw blurRad="1270000" dist="38100" algn="t" rotWithShape="0">
              <a:srgbClr val="1864FF">
                <a:alpha val="41961"/>
              </a:srgbClr>
            </a:outerShdw>
          </a:effectLst>
        </p:spPr>
      </p:pic>
      <p:pic>
        <p:nvPicPr>
          <p:cNvPr id="15" name="Afbeelding 14">
            <a:extLst>
              <a:ext uri="{FF2B5EF4-FFF2-40B4-BE49-F238E27FC236}">
                <a16:creationId xmlns:a16="http://schemas.microsoft.com/office/drawing/2014/main" id="{96632964-50AC-4303-FE4A-2693797ACA10}"/>
              </a:ext>
            </a:extLst>
          </p:cNvPr>
          <p:cNvPicPr>
            <a:picLocks noChangeAspect="1"/>
          </p:cNvPicPr>
          <p:nvPr userDrawn="1"/>
        </p:nvPicPr>
        <p:blipFill>
          <a:blip r:embed="rId2"/>
          <a:srcRect b="61224"/>
          <a:stretch>
            <a:fillRect/>
          </a:stretch>
        </p:blipFill>
        <p:spPr>
          <a:xfrm>
            <a:off x="849439" y="2095472"/>
            <a:ext cx="4407954" cy="1305004"/>
          </a:xfrm>
          <a:custGeom>
            <a:avLst/>
            <a:gdLst>
              <a:gd name="connsiteX0" fmla="*/ 0 w 4407954"/>
              <a:gd name="connsiteY0" fmla="*/ 0 h 1305004"/>
              <a:gd name="connsiteX1" fmla="*/ 4407954 w 4407954"/>
              <a:gd name="connsiteY1" fmla="*/ 0 h 1305004"/>
              <a:gd name="connsiteX2" fmla="*/ 4407954 w 4407954"/>
              <a:gd name="connsiteY2" fmla="*/ 1305004 h 1305004"/>
              <a:gd name="connsiteX3" fmla="*/ 0 w 4407954"/>
              <a:gd name="connsiteY3" fmla="*/ 1305004 h 1305004"/>
            </a:gdLst>
            <a:ahLst/>
            <a:cxnLst>
              <a:cxn ang="0">
                <a:pos x="connsiteX0" y="connsiteY0"/>
              </a:cxn>
              <a:cxn ang="0">
                <a:pos x="connsiteX1" y="connsiteY1"/>
              </a:cxn>
              <a:cxn ang="0">
                <a:pos x="connsiteX2" y="connsiteY2"/>
              </a:cxn>
              <a:cxn ang="0">
                <a:pos x="connsiteX3" y="connsiteY3"/>
              </a:cxn>
            </a:cxnLst>
            <a:rect l="l" t="t" r="r" b="b"/>
            <a:pathLst>
              <a:path w="4407954" h="1305004">
                <a:moveTo>
                  <a:pt x="0" y="0"/>
                </a:moveTo>
                <a:lnTo>
                  <a:pt x="4407954" y="0"/>
                </a:lnTo>
                <a:lnTo>
                  <a:pt x="4407954" y="1305004"/>
                </a:lnTo>
                <a:lnTo>
                  <a:pt x="0" y="1305004"/>
                </a:lnTo>
                <a:close/>
              </a:path>
            </a:pathLst>
          </a:custGeom>
          <a:effectLst>
            <a:outerShdw blurRad="1270000" dist="38100" algn="t" rotWithShape="0">
              <a:srgbClr val="1864FF">
                <a:alpha val="41961"/>
              </a:srgbClr>
            </a:outerShdw>
          </a:effectLst>
        </p:spPr>
      </p:pic>
      <p:sp>
        <p:nvSpPr>
          <p:cNvPr id="16" name="Freeform 24">
            <a:extLst>
              <a:ext uri="{FF2B5EF4-FFF2-40B4-BE49-F238E27FC236}">
                <a16:creationId xmlns:a16="http://schemas.microsoft.com/office/drawing/2014/main" id="{6A41487D-7F70-916C-1BA6-DCC6571865FE}"/>
              </a:ext>
            </a:extLst>
          </p:cNvPr>
          <p:cNvSpPr/>
          <p:nvPr userDrawn="1"/>
        </p:nvSpPr>
        <p:spPr>
          <a:xfrm>
            <a:off x="859851" y="2111188"/>
            <a:ext cx="4364794" cy="2532415"/>
          </a:xfrm>
          <a:custGeom>
            <a:avLst/>
            <a:gdLst>
              <a:gd name="connsiteX0" fmla="*/ 109488 w 3988658"/>
              <a:gd name="connsiteY0" fmla="*/ 0 h 2200275"/>
              <a:gd name="connsiteX1" fmla="*/ 3879170 w 3988658"/>
              <a:gd name="connsiteY1" fmla="*/ 0 h 2200275"/>
              <a:gd name="connsiteX2" fmla="*/ 3988658 w 3988658"/>
              <a:gd name="connsiteY2" fmla="*/ 109488 h 2200275"/>
              <a:gd name="connsiteX3" fmla="*/ 3988658 w 3988658"/>
              <a:gd name="connsiteY3" fmla="*/ 2200275 h 2200275"/>
              <a:gd name="connsiteX4" fmla="*/ 0 w 3988658"/>
              <a:gd name="connsiteY4" fmla="*/ 2200275 h 2200275"/>
              <a:gd name="connsiteX5" fmla="*/ 0 w 3988658"/>
              <a:gd name="connsiteY5" fmla="*/ 109488 h 2200275"/>
              <a:gd name="connsiteX6" fmla="*/ 109488 w 3988658"/>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8658" h="2200275">
                <a:moveTo>
                  <a:pt x="109488" y="0"/>
                </a:moveTo>
                <a:lnTo>
                  <a:pt x="3879170" y="0"/>
                </a:lnTo>
                <a:cubicBezTo>
                  <a:pt x="3939639" y="0"/>
                  <a:pt x="3988658" y="49019"/>
                  <a:pt x="3988658" y="109488"/>
                </a:cubicBezTo>
                <a:lnTo>
                  <a:pt x="3988658" y="2200275"/>
                </a:lnTo>
                <a:lnTo>
                  <a:pt x="0" y="2200275"/>
                </a:lnTo>
                <a:lnTo>
                  <a:pt x="0" y="109488"/>
                </a:lnTo>
                <a:cubicBezTo>
                  <a:pt x="0" y="49019"/>
                  <a:pt x="49019" y="0"/>
                  <a:pt x="109488" y="0"/>
                </a:cubicBezTo>
                <a:close/>
              </a:path>
            </a:pathLst>
          </a:custGeom>
          <a:gradFill>
            <a:gsLst>
              <a:gs pos="65000">
                <a:srgbClr val="FFFFFF">
                  <a:alpha val="0"/>
                </a:srgbClr>
              </a:gs>
              <a:gs pos="44000">
                <a:srgbClr val="1864FF">
                  <a:alpha val="20000"/>
                </a:srgbClr>
              </a:gs>
              <a:gs pos="23000">
                <a:srgbClr val="E2A3F2">
                  <a:alpha val="20000"/>
                </a:srgbClr>
              </a:gs>
              <a:gs pos="0">
                <a:srgbClr val="FFFFFF">
                  <a:alpha val="0"/>
                </a:srgbClr>
              </a:gs>
            </a:gsLst>
            <a:lin ang="3600000" scaled="0"/>
          </a:gradFill>
          <a:ln>
            <a:noFill/>
          </a:ln>
          <a:effectLst>
            <a:outerShdw blurRad="310988" sx="108000" sy="108000" algn="ctr" rotWithShape="0">
              <a:srgbClr val="000000">
                <a:alpha val="89804"/>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NL" sz="1600" err="1">
              <a:solidFill>
                <a:schemeClr val="bg1"/>
              </a:solidFill>
            </a:endParaRPr>
          </a:p>
        </p:txBody>
      </p:sp>
      <p:sp>
        <p:nvSpPr>
          <p:cNvPr id="17" name="Oval 20">
            <a:extLst>
              <a:ext uri="{FF2B5EF4-FFF2-40B4-BE49-F238E27FC236}">
                <a16:creationId xmlns:a16="http://schemas.microsoft.com/office/drawing/2014/main" id="{D5A58590-5CDB-1749-DD67-5003671B07B1}"/>
              </a:ext>
            </a:extLst>
          </p:cNvPr>
          <p:cNvSpPr/>
          <p:nvPr userDrawn="1"/>
        </p:nvSpPr>
        <p:spPr>
          <a:xfrm>
            <a:off x="88287" y="4941609"/>
            <a:ext cx="6016858" cy="1237583"/>
          </a:xfrm>
          <a:prstGeom prst="ellipse">
            <a:avLst/>
          </a:prstGeom>
          <a:solidFill>
            <a:srgbClr val="020202">
              <a:alpha val="5098"/>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8" name="Oval 20">
            <a:extLst>
              <a:ext uri="{FF2B5EF4-FFF2-40B4-BE49-F238E27FC236}">
                <a16:creationId xmlns:a16="http://schemas.microsoft.com/office/drawing/2014/main" id="{525ED7C8-40EF-C651-7086-7C18A8F57207}"/>
              </a:ext>
            </a:extLst>
          </p:cNvPr>
          <p:cNvSpPr/>
          <p:nvPr userDrawn="1"/>
        </p:nvSpPr>
        <p:spPr>
          <a:xfrm>
            <a:off x="1268188" y="5048928"/>
            <a:ext cx="3657056" cy="973046"/>
          </a:xfrm>
          <a:prstGeom prst="ellipse">
            <a:avLst/>
          </a:prstGeom>
          <a:solidFill>
            <a:srgbClr val="151632">
              <a:alpha val="51373"/>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pic>
        <p:nvPicPr>
          <p:cNvPr id="19" name="Graphic 18">
            <a:extLst>
              <a:ext uri="{FF2B5EF4-FFF2-40B4-BE49-F238E27FC236}">
                <a16:creationId xmlns:a16="http://schemas.microsoft.com/office/drawing/2014/main" id="{A6F1428A-8467-A13C-72AA-FCE1D7A962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950651" y="4740902"/>
            <a:ext cx="249778" cy="166520"/>
          </a:xfrm>
          <a:prstGeom prst="rect">
            <a:avLst/>
          </a:prstGeom>
        </p:spPr>
      </p:pic>
      <p:sp>
        <p:nvSpPr>
          <p:cNvPr id="20" name="Tijdelijke aanduiding voor afbeelding 26">
            <a:extLst>
              <a:ext uri="{FF2B5EF4-FFF2-40B4-BE49-F238E27FC236}">
                <a16:creationId xmlns:a16="http://schemas.microsoft.com/office/drawing/2014/main" id="{3EAC5904-9DB4-0E55-8E2B-41354E07A198}"/>
              </a:ext>
            </a:extLst>
          </p:cNvPr>
          <p:cNvSpPr>
            <a:spLocks noGrp="1"/>
          </p:cNvSpPr>
          <p:nvPr>
            <p:ph type="pic" sz="quarter" idx="16" hasCustomPrompt="1"/>
          </p:nvPr>
        </p:nvSpPr>
        <p:spPr>
          <a:xfrm>
            <a:off x="952309" y="2197932"/>
            <a:ext cx="4192577" cy="2358000"/>
          </a:xfrm>
          <a:custGeom>
            <a:avLst/>
            <a:gdLst>
              <a:gd name="connsiteX0" fmla="*/ 35810 w 4192577"/>
              <a:gd name="connsiteY0" fmla="*/ 0 h 2249133"/>
              <a:gd name="connsiteX1" fmla="*/ 4150091 w 4192577"/>
              <a:gd name="connsiteY1" fmla="*/ 0 h 2249133"/>
              <a:gd name="connsiteX2" fmla="*/ 4192577 w 4192577"/>
              <a:gd name="connsiteY2" fmla="*/ 42486 h 2249133"/>
              <a:gd name="connsiteX3" fmla="*/ 4192577 w 4192577"/>
              <a:gd name="connsiteY3" fmla="*/ 2206647 h 2249133"/>
              <a:gd name="connsiteX4" fmla="*/ 4150091 w 4192577"/>
              <a:gd name="connsiteY4" fmla="*/ 2249133 h 2249133"/>
              <a:gd name="connsiteX5" fmla="*/ 35810 w 4192577"/>
              <a:gd name="connsiteY5" fmla="*/ 2249133 h 2249133"/>
              <a:gd name="connsiteX6" fmla="*/ 5768 w 4192577"/>
              <a:gd name="connsiteY6" fmla="*/ 2236690 h 2249133"/>
              <a:gd name="connsiteX7" fmla="*/ 0 w 4192577"/>
              <a:gd name="connsiteY7" fmla="*/ 2222764 h 2249133"/>
              <a:gd name="connsiteX8" fmla="*/ 0 w 4192577"/>
              <a:gd name="connsiteY8" fmla="*/ 26370 h 2249133"/>
              <a:gd name="connsiteX9" fmla="*/ 5768 w 4192577"/>
              <a:gd name="connsiteY9" fmla="*/ 12445 h 2249133"/>
              <a:gd name="connsiteX10" fmla="*/ 35810 w 4192577"/>
              <a:gd name="connsiteY10" fmla="*/ 0 h 22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2577" h="2249133">
                <a:moveTo>
                  <a:pt x="35810" y="0"/>
                </a:moveTo>
                <a:lnTo>
                  <a:pt x="4150091" y="0"/>
                </a:lnTo>
                <a:cubicBezTo>
                  <a:pt x="4173556" y="0"/>
                  <a:pt x="4192577" y="19022"/>
                  <a:pt x="4192577" y="42486"/>
                </a:cubicBezTo>
                <a:lnTo>
                  <a:pt x="4192577" y="2206647"/>
                </a:lnTo>
                <a:cubicBezTo>
                  <a:pt x="4192577" y="2230112"/>
                  <a:pt x="4173556" y="2249133"/>
                  <a:pt x="4150091" y="2249133"/>
                </a:cubicBezTo>
                <a:lnTo>
                  <a:pt x="35810" y="2249133"/>
                </a:lnTo>
                <a:cubicBezTo>
                  <a:pt x="24079" y="2249133"/>
                  <a:pt x="13456" y="2244378"/>
                  <a:pt x="5768" y="2236690"/>
                </a:cubicBezTo>
                <a:lnTo>
                  <a:pt x="0" y="2222764"/>
                </a:lnTo>
                <a:lnTo>
                  <a:pt x="0" y="26370"/>
                </a:lnTo>
                <a:lnTo>
                  <a:pt x="5768" y="12445"/>
                </a:lnTo>
                <a:cubicBezTo>
                  <a:pt x="13456" y="4756"/>
                  <a:pt x="24079" y="0"/>
                  <a:pt x="35810" y="0"/>
                </a:cubicBezTo>
                <a:close/>
              </a:path>
            </a:pathLst>
          </a:custGeom>
        </p:spPr>
        <p:txBody>
          <a:bodyPr wrap="square" tIns="288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br>
              <a:rPr lang="nl-NL">
                <a:effectLst/>
                <a:latin typeface="Helvetica" pitchFamily="2" charset="0"/>
              </a:rPr>
            </a:b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501898" y="2007031"/>
            <a:ext cx="6532902" cy="3639538"/>
          </a:xfrm>
        </p:spPr>
        <p:txBody>
          <a:bodyPr lIns="2160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30577623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microsoft.com/office/2007/relationships/hdphoto" Target="../media/hdphoto1.wdp"/><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image" Target="../media/image2.emf"/><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microsoft.com/office/2007/relationships/hdphoto" Target="../media/hdphoto1.wdp"/><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theme" Target="../theme/theme2.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image" Target="../media/image1.pn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image" Target="../media/image14.svg"/><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image" Target="../media/image1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13" Type="http://schemas.microsoft.com/office/2007/relationships/hdphoto" Target="../media/hdphoto1.wdp"/><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image" Target="../media/image1.png"/><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image" Target="../media/image14.svg"/><Relationship Id="rId5" Type="http://schemas.openxmlformats.org/officeDocument/2006/relationships/slideLayout" Target="../slideLayouts/slideLayout58.xml"/><Relationship Id="rId10" Type="http://schemas.openxmlformats.org/officeDocument/2006/relationships/image" Target="../media/image12.png"/><Relationship Id="rId4" Type="http://schemas.openxmlformats.org/officeDocument/2006/relationships/slideLayout" Target="../slideLayouts/slideLayout57.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grpSp>
        <p:nvGrpSpPr>
          <p:cNvPr id="90" name="Groep 89">
            <a:extLst>
              <a:ext uri="{FF2B5EF4-FFF2-40B4-BE49-F238E27FC236}">
                <a16:creationId xmlns:a16="http://schemas.microsoft.com/office/drawing/2014/main" id="{BCBBF4CA-47F1-1260-3659-E8174118DACD}"/>
              </a:ext>
            </a:extLst>
          </p:cNvPr>
          <p:cNvGrpSpPr/>
          <p:nvPr userDrawn="1"/>
        </p:nvGrpSpPr>
        <p:grpSpPr>
          <a:xfrm>
            <a:off x="-1427007" y="-511645"/>
            <a:ext cx="2903894" cy="1940242"/>
            <a:chOff x="-1427007" y="-511645"/>
            <a:chExt cx="2903894" cy="1940242"/>
          </a:xfrm>
        </p:grpSpPr>
        <p:sp>
          <p:nvSpPr>
            <p:cNvPr id="91" name="TextBox 225">
              <a:extLst>
                <a:ext uri="{FF2B5EF4-FFF2-40B4-BE49-F238E27FC236}">
                  <a16:creationId xmlns:a16="http://schemas.microsoft.com/office/drawing/2014/main" id="{A7BB1513-5C51-E276-7BE7-9426C1D7725E}"/>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92" name="Rectangle 68">
              <a:extLst>
                <a:ext uri="{FF2B5EF4-FFF2-40B4-BE49-F238E27FC236}">
                  <a16:creationId xmlns:a16="http://schemas.microsoft.com/office/drawing/2014/main" id="{9CCBFF64-8E1C-09D9-BEE2-FA0A04D38D58}"/>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93" name="Vrije vorm 92">
              <a:extLst>
                <a:ext uri="{FF2B5EF4-FFF2-40B4-BE49-F238E27FC236}">
                  <a16:creationId xmlns:a16="http://schemas.microsoft.com/office/drawing/2014/main" id="{6176AACF-16D9-4BDF-7CC5-0742DD56F2CA}"/>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4" name="Vrije vorm 93">
              <a:extLst>
                <a:ext uri="{FF2B5EF4-FFF2-40B4-BE49-F238E27FC236}">
                  <a16:creationId xmlns:a16="http://schemas.microsoft.com/office/drawing/2014/main" id="{7C66DE53-4C4D-61AA-4F9E-D7C33EDE420B}"/>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95" name="TextBox 6">
              <a:extLst>
                <a:ext uri="{FF2B5EF4-FFF2-40B4-BE49-F238E27FC236}">
                  <a16:creationId xmlns:a16="http://schemas.microsoft.com/office/drawing/2014/main" id="{E1ABBD82-29C2-0090-82A7-6FE090FEA167}"/>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96" name="Triangle 20">
              <a:extLst>
                <a:ext uri="{FF2B5EF4-FFF2-40B4-BE49-F238E27FC236}">
                  <a16:creationId xmlns:a16="http://schemas.microsoft.com/office/drawing/2014/main" id="{CA602E92-72F5-4513-0C18-057D6942E8AD}"/>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22">
              <a:extLst>
                <a:ext uri="{FF2B5EF4-FFF2-40B4-BE49-F238E27FC236}">
                  <a16:creationId xmlns:a16="http://schemas.microsoft.com/office/drawing/2014/main" id="{769ACB37-58A3-290D-2185-C1F76B0FDE5B}"/>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98" name="TextBox 61">
              <a:extLst>
                <a:ext uri="{FF2B5EF4-FFF2-40B4-BE49-F238E27FC236}">
                  <a16:creationId xmlns:a16="http://schemas.microsoft.com/office/drawing/2014/main" id="{A503F6ED-F6A8-CAAC-3E89-D474A882119F}"/>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99" name="Straight Connector 80">
              <a:extLst>
                <a:ext uri="{FF2B5EF4-FFF2-40B4-BE49-F238E27FC236}">
                  <a16:creationId xmlns:a16="http://schemas.microsoft.com/office/drawing/2014/main" id="{197741A7-4A76-AE3A-49D7-8D3AAA30FAAB}"/>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81">
              <a:extLst>
                <a:ext uri="{FF2B5EF4-FFF2-40B4-BE49-F238E27FC236}">
                  <a16:creationId xmlns:a16="http://schemas.microsoft.com/office/drawing/2014/main" id="{63E62130-FCC0-1F8A-DFB0-82199E6CA3CD}"/>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01" name="TextBox 225">
              <a:extLst>
                <a:ext uri="{FF2B5EF4-FFF2-40B4-BE49-F238E27FC236}">
                  <a16:creationId xmlns:a16="http://schemas.microsoft.com/office/drawing/2014/main" id="{ABE95444-9DAA-961A-D59B-BBF9E0C577F6}"/>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02" name="Triangle 226">
              <a:extLst>
                <a:ext uri="{FF2B5EF4-FFF2-40B4-BE49-F238E27FC236}">
                  <a16:creationId xmlns:a16="http://schemas.microsoft.com/office/drawing/2014/main" id="{21D01BFD-5355-54CD-0374-F5782629238C}"/>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riangle 226">
              <a:extLst>
                <a:ext uri="{FF2B5EF4-FFF2-40B4-BE49-F238E27FC236}">
                  <a16:creationId xmlns:a16="http://schemas.microsoft.com/office/drawing/2014/main" id="{820B02ED-A0F8-A60B-698B-97DFBA9E55B1}"/>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0" name="Groep 119">
            <a:extLst>
              <a:ext uri="{FF2B5EF4-FFF2-40B4-BE49-F238E27FC236}">
                <a16:creationId xmlns:a16="http://schemas.microsoft.com/office/drawing/2014/main" id="{DE5F6B98-5475-A5EF-EC23-7D3F41F76FF9}"/>
              </a:ext>
            </a:extLst>
          </p:cNvPr>
          <p:cNvGrpSpPr/>
          <p:nvPr userDrawn="1"/>
        </p:nvGrpSpPr>
        <p:grpSpPr>
          <a:xfrm flipH="1">
            <a:off x="10714464" y="-511645"/>
            <a:ext cx="2854391" cy="1940242"/>
            <a:chOff x="-1377504" y="-511645"/>
            <a:chExt cx="2854391" cy="1940242"/>
          </a:xfrm>
        </p:grpSpPr>
        <p:sp>
          <p:nvSpPr>
            <p:cNvPr id="121" name="TextBox 225">
              <a:extLst>
                <a:ext uri="{FF2B5EF4-FFF2-40B4-BE49-F238E27FC236}">
                  <a16:creationId xmlns:a16="http://schemas.microsoft.com/office/drawing/2014/main" id="{3B5BCC0B-0520-2D45-E3C8-22620BD1C94F}"/>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122" name="Rectangle 68">
              <a:extLst>
                <a:ext uri="{FF2B5EF4-FFF2-40B4-BE49-F238E27FC236}">
                  <a16:creationId xmlns:a16="http://schemas.microsoft.com/office/drawing/2014/main" id="{8F729C13-2DF8-2107-3025-DF8C982624FC}"/>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23" name="Vrije vorm 122">
              <a:extLst>
                <a:ext uri="{FF2B5EF4-FFF2-40B4-BE49-F238E27FC236}">
                  <a16:creationId xmlns:a16="http://schemas.microsoft.com/office/drawing/2014/main" id="{B05B2442-B7C8-1292-92AD-91CBDD2457B5}"/>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124" name="TextBox 6">
              <a:extLst>
                <a:ext uri="{FF2B5EF4-FFF2-40B4-BE49-F238E27FC236}">
                  <a16:creationId xmlns:a16="http://schemas.microsoft.com/office/drawing/2014/main" id="{E9E61750-E0A0-C8FD-9D5E-A1325F4928BE}"/>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25" name="Triangle 20">
              <a:extLst>
                <a:ext uri="{FF2B5EF4-FFF2-40B4-BE49-F238E27FC236}">
                  <a16:creationId xmlns:a16="http://schemas.microsoft.com/office/drawing/2014/main" id="{53B3844B-F902-A95E-8A06-5B5399AC49BC}"/>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6" name="Straight Connector 22">
              <a:extLst>
                <a:ext uri="{FF2B5EF4-FFF2-40B4-BE49-F238E27FC236}">
                  <a16:creationId xmlns:a16="http://schemas.microsoft.com/office/drawing/2014/main" id="{3C138769-2A57-C715-6CE4-0C465877F9D7}"/>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80">
              <a:extLst>
                <a:ext uri="{FF2B5EF4-FFF2-40B4-BE49-F238E27FC236}">
                  <a16:creationId xmlns:a16="http://schemas.microsoft.com/office/drawing/2014/main" id="{77FD24A5-E3E3-3B5C-7751-D6C65C67737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81">
              <a:extLst>
                <a:ext uri="{FF2B5EF4-FFF2-40B4-BE49-F238E27FC236}">
                  <a16:creationId xmlns:a16="http://schemas.microsoft.com/office/drawing/2014/main" id="{D173882B-0B41-38B8-264C-7232F0E2BB3C}"/>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29" name="TextBox 225">
              <a:extLst>
                <a:ext uri="{FF2B5EF4-FFF2-40B4-BE49-F238E27FC236}">
                  <a16:creationId xmlns:a16="http://schemas.microsoft.com/office/drawing/2014/main" id="{DC8F5D12-BF38-2DD7-3F8A-7681121B85C6}"/>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130" name="Triangle 226">
              <a:extLst>
                <a:ext uri="{FF2B5EF4-FFF2-40B4-BE49-F238E27FC236}">
                  <a16:creationId xmlns:a16="http://schemas.microsoft.com/office/drawing/2014/main" id="{4726E70B-03A5-7B1D-E9C1-E37C8E3F2CF2}"/>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Triangle 226">
              <a:extLst>
                <a:ext uri="{FF2B5EF4-FFF2-40B4-BE49-F238E27FC236}">
                  <a16:creationId xmlns:a16="http://schemas.microsoft.com/office/drawing/2014/main" id="{617241CC-0F76-B968-B0F3-6D146ADBB06D}"/>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 name="Groep 131">
            <a:extLst>
              <a:ext uri="{FF2B5EF4-FFF2-40B4-BE49-F238E27FC236}">
                <a16:creationId xmlns:a16="http://schemas.microsoft.com/office/drawing/2014/main" id="{CE0D0F66-5030-8043-700E-B5F2B4EC3E12}"/>
              </a:ext>
            </a:extLst>
          </p:cNvPr>
          <p:cNvGrpSpPr/>
          <p:nvPr userDrawn="1"/>
        </p:nvGrpSpPr>
        <p:grpSpPr>
          <a:xfrm flipH="1">
            <a:off x="10710451" y="4674513"/>
            <a:ext cx="2854391" cy="2702025"/>
            <a:chOff x="-1377504" y="-455451"/>
            <a:chExt cx="2854391" cy="2702025"/>
          </a:xfrm>
        </p:grpSpPr>
        <p:sp>
          <p:nvSpPr>
            <p:cNvPr id="133" name="Rectangle 68">
              <a:extLst>
                <a:ext uri="{FF2B5EF4-FFF2-40B4-BE49-F238E27FC236}">
                  <a16:creationId xmlns:a16="http://schemas.microsoft.com/office/drawing/2014/main" id="{8A87150E-44BB-DDB5-A88B-8F39C7D8C7ED}"/>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34" name="TextBox 225">
              <a:extLst>
                <a:ext uri="{FF2B5EF4-FFF2-40B4-BE49-F238E27FC236}">
                  <a16:creationId xmlns:a16="http://schemas.microsoft.com/office/drawing/2014/main" id="{97CEADCD-08DB-4550-312F-532DDF4F3091}"/>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135" name="Rectangle 68">
              <a:extLst>
                <a:ext uri="{FF2B5EF4-FFF2-40B4-BE49-F238E27FC236}">
                  <a16:creationId xmlns:a16="http://schemas.microsoft.com/office/drawing/2014/main" id="{B6099F9A-4345-8108-8BC1-3BD715F891C2}"/>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36" name="Vrije vorm 135">
              <a:extLst>
                <a:ext uri="{FF2B5EF4-FFF2-40B4-BE49-F238E27FC236}">
                  <a16:creationId xmlns:a16="http://schemas.microsoft.com/office/drawing/2014/main" id="{E3827335-2CB5-24C2-40E2-8A38240C18F8}"/>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137" name="TextBox 6">
              <a:extLst>
                <a:ext uri="{FF2B5EF4-FFF2-40B4-BE49-F238E27FC236}">
                  <a16:creationId xmlns:a16="http://schemas.microsoft.com/office/drawing/2014/main" id="{2EAE56C3-6039-4832-4325-4BEEFCDEFA97}"/>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138" name="Triangle 20">
              <a:extLst>
                <a:ext uri="{FF2B5EF4-FFF2-40B4-BE49-F238E27FC236}">
                  <a16:creationId xmlns:a16="http://schemas.microsoft.com/office/drawing/2014/main" id="{8FE665B8-005E-8836-12B4-C951CAD3E3F3}"/>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Connector 22">
              <a:extLst>
                <a:ext uri="{FF2B5EF4-FFF2-40B4-BE49-F238E27FC236}">
                  <a16:creationId xmlns:a16="http://schemas.microsoft.com/office/drawing/2014/main" id="{205612A1-5DF2-F793-7F2A-582D96AF38A6}"/>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80">
              <a:extLst>
                <a:ext uri="{FF2B5EF4-FFF2-40B4-BE49-F238E27FC236}">
                  <a16:creationId xmlns:a16="http://schemas.microsoft.com/office/drawing/2014/main" id="{0185AAA4-B048-0CE5-B2DA-0DB4E18C5168}"/>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81">
              <a:extLst>
                <a:ext uri="{FF2B5EF4-FFF2-40B4-BE49-F238E27FC236}">
                  <a16:creationId xmlns:a16="http://schemas.microsoft.com/office/drawing/2014/main" id="{7791B51B-C0B6-9F2F-3322-6CA9F8482E2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42" name="TextBox 225">
              <a:extLst>
                <a:ext uri="{FF2B5EF4-FFF2-40B4-BE49-F238E27FC236}">
                  <a16:creationId xmlns:a16="http://schemas.microsoft.com/office/drawing/2014/main" id="{4D421ECC-256B-4227-925C-90EEB6F7B0EB}"/>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143" name="Triangle 226">
              <a:extLst>
                <a:ext uri="{FF2B5EF4-FFF2-40B4-BE49-F238E27FC236}">
                  <a16:creationId xmlns:a16="http://schemas.microsoft.com/office/drawing/2014/main" id="{0AEF1B64-AE82-2152-9B34-E5B09E457A5B}"/>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Triangle 226">
              <a:extLst>
                <a:ext uri="{FF2B5EF4-FFF2-40B4-BE49-F238E27FC236}">
                  <a16:creationId xmlns:a16="http://schemas.microsoft.com/office/drawing/2014/main" id="{BFB3BEF7-43A5-A756-75FE-28F1999A3FF3}"/>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5" name="Straight Connector 22">
              <a:extLst>
                <a:ext uri="{FF2B5EF4-FFF2-40B4-BE49-F238E27FC236}">
                  <a16:creationId xmlns:a16="http://schemas.microsoft.com/office/drawing/2014/main" id="{FB2714CF-7CDC-9316-21B5-37391CBD5AEC}"/>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146" name="TextBox 6">
              <a:extLst>
                <a:ext uri="{FF2B5EF4-FFF2-40B4-BE49-F238E27FC236}">
                  <a16:creationId xmlns:a16="http://schemas.microsoft.com/office/drawing/2014/main" id="{054EB780-0A2D-44AC-75CE-2E5A006C3F28}"/>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147" name="Triangle 20">
              <a:extLst>
                <a:ext uri="{FF2B5EF4-FFF2-40B4-BE49-F238E27FC236}">
                  <a16:creationId xmlns:a16="http://schemas.microsoft.com/office/drawing/2014/main" id="{CEFDF346-813F-759F-CD0F-7324F64A9F2B}"/>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grpSp>
        <p:nvGrpSpPr>
          <p:cNvPr id="149" name="Groep 148">
            <a:extLst>
              <a:ext uri="{FF2B5EF4-FFF2-40B4-BE49-F238E27FC236}">
                <a16:creationId xmlns:a16="http://schemas.microsoft.com/office/drawing/2014/main" id="{8F90A02B-DD13-74E6-19CA-402D705219DB}"/>
              </a:ext>
            </a:extLst>
          </p:cNvPr>
          <p:cNvGrpSpPr/>
          <p:nvPr userDrawn="1"/>
        </p:nvGrpSpPr>
        <p:grpSpPr>
          <a:xfrm>
            <a:off x="-1377504" y="4674513"/>
            <a:ext cx="2854391" cy="2702025"/>
            <a:chOff x="-1377504" y="-455451"/>
            <a:chExt cx="2854391" cy="2702025"/>
          </a:xfrm>
        </p:grpSpPr>
        <p:sp>
          <p:nvSpPr>
            <p:cNvPr id="150" name="Rectangle 68">
              <a:extLst>
                <a:ext uri="{FF2B5EF4-FFF2-40B4-BE49-F238E27FC236}">
                  <a16:creationId xmlns:a16="http://schemas.microsoft.com/office/drawing/2014/main" id="{C0A8ACA3-902E-E087-C591-AE42D3F7D1D3}"/>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51" name="TextBox 225">
              <a:extLst>
                <a:ext uri="{FF2B5EF4-FFF2-40B4-BE49-F238E27FC236}">
                  <a16:creationId xmlns:a16="http://schemas.microsoft.com/office/drawing/2014/main" id="{0910F4A0-8663-4C36-F790-69B24775D62A}"/>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162" name="Rectangle 68">
              <a:extLst>
                <a:ext uri="{FF2B5EF4-FFF2-40B4-BE49-F238E27FC236}">
                  <a16:creationId xmlns:a16="http://schemas.microsoft.com/office/drawing/2014/main" id="{180A1FAF-ABD7-FD31-B0AB-74A2337FB4D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63" name="Vrije vorm 162">
              <a:extLst>
                <a:ext uri="{FF2B5EF4-FFF2-40B4-BE49-F238E27FC236}">
                  <a16:creationId xmlns:a16="http://schemas.microsoft.com/office/drawing/2014/main" id="{2254E6DD-F1FD-2D36-4BEF-172D9E0218A8}"/>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165" name="TextBox 6">
              <a:extLst>
                <a:ext uri="{FF2B5EF4-FFF2-40B4-BE49-F238E27FC236}">
                  <a16:creationId xmlns:a16="http://schemas.microsoft.com/office/drawing/2014/main" id="{DBE39451-A8C8-3459-E34F-91D79D7FC2F4}"/>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166" name="Triangle 20">
              <a:extLst>
                <a:ext uri="{FF2B5EF4-FFF2-40B4-BE49-F238E27FC236}">
                  <a16:creationId xmlns:a16="http://schemas.microsoft.com/office/drawing/2014/main" id="{80BB1EB9-BF5E-0D3F-D4B6-780961B3FCBC}"/>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22">
              <a:extLst>
                <a:ext uri="{FF2B5EF4-FFF2-40B4-BE49-F238E27FC236}">
                  <a16:creationId xmlns:a16="http://schemas.microsoft.com/office/drawing/2014/main" id="{244231FE-1195-0D7E-053C-19633E1C45E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80">
              <a:extLst>
                <a:ext uri="{FF2B5EF4-FFF2-40B4-BE49-F238E27FC236}">
                  <a16:creationId xmlns:a16="http://schemas.microsoft.com/office/drawing/2014/main" id="{B33CB3B3-025D-A10D-518A-75E4AEB44A58}"/>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81">
              <a:extLst>
                <a:ext uri="{FF2B5EF4-FFF2-40B4-BE49-F238E27FC236}">
                  <a16:creationId xmlns:a16="http://schemas.microsoft.com/office/drawing/2014/main" id="{9B539B30-9920-763A-418C-CF52875FA93B}"/>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70" name="TextBox 225">
              <a:extLst>
                <a:ext uri="{FF2B5EF4-FFF2-40B4-BE49-F238E27FC236}">
                  <a16:creationId xmlns:a16="http://schemas.microsoft.com/office/drawing/2014/main" id="{9C053ECD-2A80-8B62-E014-4422C4DE9698}"/>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171" name="Triangle 226">
              <a:extLst>
                <a:ext uri="{FF2B5EF4-FFF2-40B4-BE49-F238E27FC236}">
                  <a16:creationId xmlns:a16="http://schemas.microsoft.com/office/drawing/2014/main" id="{F1F62CA8-6154-7861-31F7-AAB786C45948}"/>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Triangle 226">
              <a:extLst>
                <a:ext uri="{FF2B5EF4-FFF2-40B4-BE49-F238E27FC236}">
                  <a16:creationId xmlns:a16="http://schemas.microsoft.com/office/drawing/2014/main" id="{DD41B437-F1C0-C6C7-AE05-D8F262D6895F}"/>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3" name="Straight Connector 22">
              <a:extLst>
                <a:ext uri="{FF2B5EF4-FFF2-40B4-BE49-F238E27FC236}">
                  <a16:creationId xmlns:a16="http://schemas.microsoft.com/office/drawing/2014/main" id="{73941FEF-FC60-185A-5567-A70D2BB11B36}"/>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174" name="TextBox 6">
              <a:extLst>
                <a:ext uri="{FF2B5EF4-FFF2-40B4-BE49-F238E27FC236}">
                  <a16:creationId xmlns:a16="http://schemas.microsoft.com/office/drawing/2014/main" id="{9DABAFFA-2003-F8C8-5CA9-D70681C512C6}"/>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175" name="Triangle 20">
              <a:extLst>
                <a:ext uri="{FF2B5EF4-FFF2-40B4-BE49-F238E27FC236}">
                  <a16:creationId xmlns:a16="http://schemas.microsoft.com/office/drawing/2014/main" id="{18600B7F-8289-271C-3B53-5FF1D0CB9D92}"/>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1">
            <a:extLst>
              <a:ext uri="{FF2B5EF4-FFF2-40B4-BE49-F238E27FC236}">
                <a16:creationId xmlns:a16="http://schemas.microsoft.com/office/drawing/2014/main" id="{EA8683E6-D7C8-8B13-9D50-7853ED860895}"/>
              </a:ext>
            </a:extLst>
          </p:cNvPr>
          <p:cNvGrpSpPr/>
          <p:nvPr userDrawn="1"/>
        </p:nvGrpSpPr>
        <p:grpSpPr>
          <a:xfrm>
            <a:off x="12194479" y="1557707"/>
            <a:ext cx="1757701" cy="4093925"/>
            <a:chOff x="12194479" y="1557707"/>
            <a:chExt cx="1757701" cy="4093925"/>
          </a:xfrm>
        </p:grpSpPr>
        <p:sp>
          <p:nvSpPr>
            <p:cNvPr id="8" name="TextBox 221">
              <a:extLst>
                <a:ext uri="{FF2B5EF4-FFF2-40B4-BE49-F238E27FC236}">
                  <a16:creationId xmlns:a16="http://schemas.microsoft.com/office/drawing/2014/main" id="{F626BB43-B856-0265-4205-CCB581F096B0}"/>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28" name="TextBox 224">
              <a:extLst>
                <a:ext uri="{FF2B5EF4-FFF2-40B4-BE49-F238E27FC236}">
                  <a16:creationId xmlns:a16="http://schemas.microsoft.com/office/drawing/2014/main" id="{669972F9-7E83-1C9D-838D-4686A0B265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5" name="Groep 4">
              <a:extLst>
                <a:ext uri="{FF2B5EF4-FFF2-40B4-BE49-F238E27FC236}">
                  <a16:creationId xmlns:a16="http://schemas.microsoft.com/office/drawing/2014/main" id="{EF82EA7F-926A-9775-0EA5-27BC4C31C1F5}"/>
                </a:ext>
              </a:extLst>
            </p:cNvPr>
            <p:cNvGrpSpPr/>
            <p:nvPr userDrawn="1"/>
          </p:nvGrpSpPr>
          <p:grpSpPr>
            <a:xfrm>
              <a:off x="12301425" y="3044549"/>
              <a:ext cx="1288114" cy="238539"/>
              <a:chOff x="12298208" y="4999574"/>
              <a:chExt cx="1288114" cy="238539"/>
            </a:xfrm>
          </p:grpSpPr>
          <p:sp>
            <p:nvSpPr>
              <p:cNvPr id="79" name="Rounded Rectangle 192">
                <a:extLst>
                  <a:ext uri="{FF2B5EF4-FFF2-40B4-BE49-F238E27FC236}">
                    <a16:creationId xmlns:a16="http://schemas.microsoft.com/office/drawing/2014/main" id="{68091C28-FABB-8389-16C8-5433BEB402EA}"/>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80" name="Rounded Rectangle 192">
                <a:extLst>
                  <a:ext uri="{FF2B5EF4-FFF2-40B4-BE49-F238E27FC236}">
                    <a16:creationId xmlns:a16="http://schemas.microsoft.com/office/drawing/2014/main" id="{5E0A086C-4FEF-58C3-BCE9-05737018B6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81" name="Rounded Rectangle 192">
                <a:extLst>
                  <a:ext uri="{FF2B5EF4-FFF2-40B4-BE49-F238E27FC236}">
                    <a16:creationId xmlns:a16="http://schemas.microsoft.com/office/drawing/2014/main" id="{9FE8178D-5A17-FBDF-C2D3-740C677429AD}"/>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82" name="Rounded Rectangle 192">
                <a:extLst>
                  <a:ext uri="{FF2B5EF4-FFF2-40B4-BE49-F238E27FC236}">
                    <a16:creationId xmlns:a16="http://schemas.microsoft.com/office/drawing/2014/main" id="{5A2D947D-649E-C349-D6A0-96BFA5942D22}"/>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83" name="Rounded Rectangle 192">
                <a:extLst>
                  <a:ext uri="{FF2B5EF4-FFF2-40B4-BE49-F238E27FC236}">
                    <a16:creationId xmlns:a16="http://schemas.microsoft.com/office/drawing/2014/main" id="{647364CF-4E98-2AB3-50C5-2A51663F7592}"/>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84" name="Rounded Rectangle 192">
                <a:extLst>
                  <a:ext uri="{FF2B5EF4-FFF2-40B4-BE49-F238E27FC236}">
                    <a16:creationId xmlns:a16="http://schemas.microsoft.com/office/drawing/2014/main" id="{24B086C4-91E0-E539-1ECF-97C5634B5791}"/>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85" name="Rounded Rectangle 192">
                <a:extLst>
                  <a:ext uri="{FF2B5EF4-FFF2-40B4-BE49-F238E27FC236}">
                    <a16:creationId xmlns:a16="http://schemas.microsoft.com/office/drawing/2014/main" id="{D4AD394B-5F1A-132F-B1A9-3B6B6D663687}"/>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86" name="Rounded Rectangle 192">
                <a:extLst>
                  <a:ext uri="{FF2B5EF4-FFF2-40B4-BE49-F238E27FC236}">
                    <a16:creationId xmlns:a16="http://schemas.microsoft.com/office/drawing/2014/main" id="{D035A622-0D60-09A2-5EF2-A687B637F50D}"/>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87" name="Rounded Rectangle 192">
                <a:extLst>
                  <a:ext uri="{FF2B5EF4-FFF2-40B4-BE49-F238E27FC236}">
                    <a16:creationId xmlns:a16="http://schemas.microsoft.com/office/drawing/2014/main" id="{B2E58F2C-2563-F6AE-AC97-A156C5625B86}"/>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88" name="Rounded Rectangle 192">
                <a:extLst>
                  <a:ext uri="{FF2B5EF4-FFF2-40B4-BE49-F238E27FC236}">
                    <a16:creationId xmlns:a16="http://schemas.microsoft.com/office/drawing/2014/main" id="{E52B2DF9-9EEE-5542-36C3-9A92B93A893C}"/>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89" name="Rounded Rectangle 192">
                <a:extLst>
                  <a:ext uri="{FF2B5EF4-FFF2-40B4-BE49-F238E27FC236}">
                    <a16:creationId xmlns:a16="http://schemas.microsoft.com/office/drawing/2014/main" id="{495F2F91-2356-C69E-7859-8DBDD40E60F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 name="Freeform 9">
              <a:extLst>
                <a:ext uri="{FF2B5EF4-FFF2-40B4-BE49-F238E27FC236}">
                  <a16:creationId xmlns:a16="http://schemas.microsoft.com/office/drawing/2014/main" id="{31039813-A219-DED7-2273-726779587ED5}"/>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v20250611a</a:t>
              </a:r>
              <a:endParaRPr lang="en-US" sz="1000" b="0" i="0" dirty="0">
                <a:solidFill>
                  <a:schemeClr val="bg1"/>
                </a:solidFill>
                <a:latin typeface="Calibri Bold"/>
              </a:endParaRPr>
            </a:p>
          </p:txBody>
        </p:sp>
        <p:grpSp>
          <p:nvGrpSpPr>
            <p:cNvPr id="9" name="Group 168">
              <a:extLst>
                <a:ext uri="{FF2B5EF4-FFF2-40B4-BE49-F238E27FC236}">
                  <a16:creationId xmlns:a16="http://schemas.microsoft.com/office/drawing/2014/main" id="{811746D1-964C-ED73-F220-21A014895F82}"/>
                </a:ext>
              </a:extLst>
            </p:cNvPr>
            <p:cNvGrpSpPr/>
            <p:nvPr userDrawn="1"/>
          </p:nvGrpSpPr>
          <p:grpSpPr>
            <a:xfrm>
              <a:off x="12301425" y="2133519"/>
              <a:ext cx="1288114" cy="238539"/>
              <a:chOff x="8158038" y="2122998"/>
              <a:chExt cx="1288114" cy="238539"/>
            </a:xfrm>
          </p:grpSpPr>
          <p:sp>
            <p:nvSpPr>
              <p:cNvPr id="74" name="Rounded Rectangle 169">
                <a:extLst>
                  <a:ext uri="{FF2B5EF4-FFF2-40B4-BE49-F238E27FC236}">
                    <a16:creationId xmlns:a16="http://schemas.microsoft.com/office/drawing/2014/main" id="{2962F13F-19D1-5C88-8312-03B725059421}"/>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5" name="Rounded Rectangle 170">
                <a:extLst>
                  <a:ext uri="{FF2B5EF4-FFF2-40B4-BE49-F238E27FC236}">
                    <a16:creationId xmlns:a16="http://schemas.microsoft.com/office/drawing/2014/main" id="{4E9BA5FA-902E-432C-1314-1CD78DDAD489}"/>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6" name="Rounded Rectangle 171">
                <a:extLst>
                  <a:ext uri="{FF2B5EF4-FFF2-40B4-BE49-F238E27FC236}">
                    <a16:creationId xmlns:a16="http://schemas.microsoft.com/office/drawing/2014/main" id="{D9800D18-E1E7-031A-80A3-E2A4646F433B}"/>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7" name="Rounded Rectangle 172">
                <a:extLst>
                  <a:ext uri="{FF2B5EF4-FFF2-40B4-BE49-F238E27FC236}">
                    <a16:creationId xmlns:a16="http://schemas.microsoft.com/office/drawing/2014/main" id="{7682CFF9-705C-9DFA-5DC7-D1166DEBD2D8}"/>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8" name="Rounded Rectangle 173">
                <a:extLst>
                  <a:ext uri="{FF2B5EF4-FFF2-40B4-BE49-F238E27FC236}">
                    <a16:creationId xmlns:a16="http://schemas.microsoft.com/office/drawing/2014/main" id="{0FC8AC49-71AE-56AD-0A5B-19A0F1D72F26}"/>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10" name="Group 174">
              <a:extLst>
                <a:ext uri="{FF2B5EF4-FFF2-40B4-BE49-F238E27FC236}">
                  <a16:creationId xmlns:a16="http://schemas.microsoft.com/office/drawing/2014/main" id="{C2583F21-A6E0-4B8E-2C5E-7540E2CA5880}"/>
                </a:ext>
              </a:extLst>
            </p:cNvPr>
            <p:cNvGrpSpPr/>
            <p:nvPr userDrawn="1"/>
          </p:nvGrpSpPr>
          <p:grpSpPr>
            <a:xfrm>
              <a:off x="12301425" y="2589990"/>
              <a:ext cx="1288114" cy="238539"/>
              <a:chOff x="8158038" y="2385390"/>
              <a:chExt cx="1288114" cy="238539"/>
            </a:xfrm>
          </p:grpSpPr>
          <p:sp>
            <p:nvSpPr>
              <p:cNvPr id="69" name="Rounded Rectangle 175">
                <a:extLst>
                  <a:ext uri="{FF2B5EF4-FFF2-40B4-BE49-F238E27FC236}">
                    <a16:creationId xmlns:a16="http://schemas.microsoft.com/office/drawing/2014/main" id="{0C039340-FF82-D71E-DAC3-F87156E1C878}"/>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0" name="Rounded Rectangle 176">
                <a:extLst>
                  <a:ext uri="{FF2B5EF4-FFF2-40B4-BE49-F238E27FC236}">
                    <a16:creationId xmlns:a16="http://schemas.microsoft.com/office/drawing/2014/main" id="{6B52EF1F-AFE5-5ACA-2FE4-55820CD8BBD2}"/>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1" name="Rounded Rectangle 177">
                <a:extLst>
                  <a:ext uri="{FF2B5EF4-FFF2-40B4-BE49-F238E27FC236}">
                    <a16:creationId xmlns:a16="http://schemas.microsoft.com/office/drawing/2014/main" id="{5DE5237D-6477-C153-15BB-E23C9A45FAE6}"/>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2" name="Rounded Rectangle 178">
                <a:extLst>
                  <a:ext uri="{FF2B5EF4-FFF2-40B4-BE49-F238E27FC236}">
                    <a16:creationId xmlns:a16="http://schemas.microsoft.com/office/drawing/2014/main" id="{A2079867-0C2D-361D-3D7E-5CE5ADA1564D}"/>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3" name="Rounded Rectangle 179">
                <a:extLst>
                  <a:ext uri="{FF2B5EF4-FFF2-40B4-BE49-F238E27FC236}">
                    <a16:creationId xmlns:a16="http://schemas.microsoft.com/office/drawing/2014/main" id="{580F5202-CB04-4B89-F65D-4BD32F87354D}"/>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59" name="Rounded Rectangle 181">
              <a:extLst>
                <a:ext uri="{FF2B5EF4-FFF2-40B4-BE49-F238E27FC236}">
                  <a16:creationId xmlns:a16="http://schemas.microsoft.com/office/drawing/2014/main" id="{C065F842-57F7-18A1-9A5A-16031D130EB7}"/>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60" name="Rounded Rectangle 182">
              <a:extLst>
                <a:ext uri="{FF2B5EF4-FFF2-40B4-BE49-F238E27FC236}">
                  <a16:creationId xmlns:a16="http://schemas.microsoft.com/office/drawing/2014/main" id="{78D75A33-C751-E7DD-C33E-51CE22A17C23}"/>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61" name="Rounded Rectangle 183">
              <a:extLst>
                <a:ext uri="{FF2B5EF4-FFF2-40B4-BE49-F238E27FC236}">
                  <a16:creationId xmlns:a16="http://schemas.microsoft.com/office/drawing/2014/main" id="{4B986878-5FF5-9FAD-E5C7-2EF1474E66A5}"/>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62" name="Rounded Rectangle 184">
              <a:extLst>
                <a:ext uri="{FF2B5EF4-FFF2-40B4-BE49-F238E27FC236}">
                  <a16:creationId xmlns:a16="http://schemas.microsoft.com/office/drawing/2014/main" id="{41EBC05D-DFC4-9DEE-F728-FF3C7D0E3642}"/>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63" name="Rounded Rectangle 185">
              <a:extLst>
                <a:ext uri="{FF2B5EF4-FFF2-40B4-BE49-F238E27FC236}">
                  <a16:creationId xmlns:a16="http://schemas.microsoft.com/office/drawing/2014/main" id="{E2A326A4-2765-817D-7BBF-582DB5F67790}"/>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12" name="Group 191">
              <a:extLst>
                <a:ext uri="{FF2B5EF4-FFF2-40B4-BE49-F238E27FC236}">
                  <a16:creationId xmlns:a16="http://schemas.microsoft.com/office/drawing/2014/main" id="{195B2C9F-3DEC-7283-8E5F-E2AC0443FB98}"/>
                </a:ext>
              </a:extLst>
            </p:cNvPr>
            <p:cNvGrpSpPr/>
            <p:nvPr userDrawn="1"/>
          </p:nvGrpSpPr>
          <p:grpSpPr>
            <a:xfrm>
              <a:off x="12301425" y="5413093"/>
              <a:ext cx="1288114" cy="238539"/>
              <a:chOff x="8158038" y="4031086"/>
              <a:chExt cx="1288114" cy="238539"/>
            </a:xfrm>
          </p:grpSpPr>
          <p:sp>
            <p:nvSpPr>
              <p:cNvPr id="54" name="Rounded Rectangle 192">
                <a:extLst>
                  <a:ext uri="{FF2B5EF4-FFF2-40B4-BE49-F238E27FC236}">
                    <a16:creationId xmlns:a16="http://schemas.microsoft.com/office/drawing/2014/main" id="{94FF7CE1-5E9C-D892-9907-A0B68DED90F1}"/>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5" name="Rounded Rectangle 193">
                <a:extLst>
                  <a:ext uri="{FF2B5EF4-FFF2-40B4-BE49-F238E27FC236}">
                    <a16:creationId xmlns:a16="http://schemas.microsoft.com/office/drawing/2014/main" id="{E26D6307-A11E-41DF-F0F7-26FCA6C330FC}"/>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6" name="Rounded Rectangle 194">
                <a:extLst>
                  <a:ext uri="{FF2B5EF4-FFF2-40B4-BE49-F238E27FC236}">
                    <a16:creationId xmlns:a16="http://schemas.microsoft.com/office/drawing/2014/main" id="{64B99BDA-5DDC-60B1-33B9-06286403EFE1}"/>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7" name="Rounded Rectangle 195">
                <a:extLst>
                  <a:ext uri="{FF2B5EF4-FFF2-40B4-BE49-F238E27FC236}">
                    <a16:creationId xmlns:a16="http://schemas.microsoft.com/office/drawing/2014/main" id="{31FDBF38-787D-3FE1-4C7B-14B31017763C}"/>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8" name="Rounded Rectangle 196">
                <a:extLst>
                  <a:ext uri="{FF2B5EF4-FFF2-40B4-BE49-F238E27FC236}">
                    <a16:creationId xmlns:a16="http://schemas.microsoft.com/office/drawing/2014/main" id="{488341D9-C41C-79C2-7CB5-0A02D1458183}"/>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13" name="Group 197">
              <a:extLst>
                <a:ext uri="{FF2B5EF4-FFF2-40B4-BE49-F238E27FC236}">
                  <a16:creationId xmlns:a16="http://schemas.microsoft.com/office/drawing/2014/main" id="{2B5AC58B-337B-2CD7-6FA8-FEF6341572E9}"/>
                </a:ext>
              </a:extLst>
            </p:cNvPr>
            <p:cNvGrpSpPr/>
            <p:nvPr userDrawn="1"/>
          </p:nvGrpSpPr>
          <p:grpSpPr>
            <a:xfrm>
              <a:off x="12301425" y="4231124"/>
              <a:ext cx="1288114" cy="238539"/>
              <a:chOff x="8158038" y="3021495"/>
              <a:chExt cx="1288114" cy="238539"/>
            </a:xfrm>
          </p:grpSpPr>
          <p:sp>
            <p:nvSpPr>
              <p:cNvPr id="43" name="Rounded Rectangle 198">
                <a:extLst>
                  <a:ext uri="{FF2B5EF4-FFF2-40B4-BE49-F238E27FC236}">
                    <a16:creationId xmlns:a16="http://schemas.microsoft.com/office/drawing/2014/main" id="{437FCCBF-4846-809E-830D-FDD28D1CDF76}"/>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45" name="Rounded Rectangle 199">
                <a:extLst>
                  <a:ext uri="{FF2B5EF4-FFF2-40B4-BE49-F238E27FC236}">
                    <a16:creationId xmlns:a16="http://schemas.microsoft.com/office/drawing/2014/main" id="{9EB512E6-4B9A-B1AB-78B0-E7A0EDAB0E59}"/>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46" name="Rounded Rectangle 200">
                <a:extLst>
                  <a:ext uri="{FF2B5EF4-FFF2-40B4-BE49-F238E27FC236}">
                    <a16:creationId xmlns:a16="http://schemas.microsoft.com/office/drawing/2014/main" id="{19C199F6-6973-D73B-E93C-069FC54D0955}"/>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47" name="Rounded Rectangle 201">
                <a:extLst>
                  <a:ext uri="{FF2B5EF4-FFF2-40B4-BE49-F238E27FC236}">
                    <a16:creationId xmlns:a16="http://schemas.microsoft.com/office/drawing/2014/main" id="{165406F3-2E07-3DD6-8EBE-E3F1D1DB30B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48" name="Rounded Rectangle 202">
                <a:extLst>
                  <a:ext uri="{FF2B5EF4-FFF2-40B4-BE49-F238E27FC236}">
                    <a16:creationId xmlns:a16="http://schemas.microsoft.com/office/drawing/2014/main" id="{295B5479-3F96-32FD-8A1E-7326220EF94F}"/>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49" name="Rounded Rectangle 203">
                <a:extLst>
                  <a:ext uri="{FF2B5EF4-FFF2-40B4-BE49-F238E27FC236}">
                    <a16:creationId xmlns:a16="http://schemas.microsoft.com/office/drawing/2014/main" id="{2BB1E17F-615D-1AC1-4A42-AFEECC93724E}"/>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204">
                <a:extLst>
                  <a:ext uri="{FF2B5EF4-FFF2-40B4-BE49-F238E27FC236}">
                    <a16:creationId xmlns:a16="http://schemas.microsoft.com/office/drawing/2014/main" id="{E10767F9-BC65-8DA3-BFAF-463BBA88682F}"/>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205">
                <a:extLst>
                  <a:ext uri="{FF2B5EF4-FFF2-40B4-BE49-F238E27FC236}">
                    <a16:creationId xmlns:a16="http://schemas.microsoft.com/office/drawing/2014/main" id="{A38E893F-1369-D0A8-2C9B-27F854637FA4}"/>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206">
                <a:extLst>
                  <a:ext uri="{FF2B5EF4-FFF2-40B4-BE49-F238E27FC236}">
                    <a16:creationId xmlns:a16="http://schemas.microsoft.com/office/drawing/2014/main" id="{A636F485-2DC0-932A-4CD2-CAD5DE906DD5}"/>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207">
                <a:extLst>
                  <a:ext uri="{FF2B5EF4-FFF2-40B4-BE49-F238E27FC236}">
                    <a16:creationId xmlns:a16="http://schemas.microsoft.com/office/drawing/2014/main" id="{B48372ED-6E5A-9AC4-DDBC-489698DB1A62}"/>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ounded Rectangle 209">
              <a:extLst>
                <a:ext uri="{FF2B5EF4-FFF2-40B4-BE49-F238E27FC236}">
                  <a16:creationId xmlns:a16="http://schemas.microsoft.com/office/drawing/2014/main" id="{663A6AD2-35D3-36E7-D129-2CCAC04035BB}"/>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15" name="Rounded Rectangle 210">
              <a:extLst>
                <a:ext uri="{FF2B5EF4-FFF2-40B4-BE49-F238E27FC236}">
                  <a16:creationId xmlns:a16="http://schemas.microsoft.com/office/drawing/2014/main" id="{AA32058E-248B-5DEF-D191-55B116AC4246}"/>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16" name="Rounded Rectangle 211">
              <a:extLst>
                <a:ext uri="{FF2B5EF4-FFF2-40B4-BE49-F238E27FC236}">
                  <a16:creationId xmlns:a16="http://schemas.microsoft.com/office/drawing/2014/main" id="{5AA81573-FF92-F14B-9770-0116EB4151DE}"/>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17" name="Rounded Rectangle 212">
              <a:extLst>
                <a:ext uri="{FF2B5EF4-FFF2-40B4-BE49-F238E27FC236}">
                  <a16:creationId xmlns:a16="http://schemas.microsoft.com/office/drawing/2014/main" id="{D5D0D744-CEC9-D423-DADF-965EEA19BBD3}"/>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18" name="Rounded Rectangle 213">
              <a:extLst>
                <a:ext uri="{FF2B5EF4-FFF2-40B4-BE49-F238E27FC236}">
                  <a16:creationId xmlns:a16="http://schemas.microsoft.com/office/drawing/2014/main" id="{F7A4D767-C87F-3E40-FFBF-F4613E8F35ED}"/>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19" name="Rounded Rectangle 214">
              <a:extLst>
                <a:ext uri="{FF2B5EF4-FFF2-40B4-BE49-F238E27FC236}">
                  <a16:creationId xmlns:a16="http://schemas.microsoft.com/office/drawing/2014/main" id="{77098B3F-F178-734A-9373-3F1C26874798}"/>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215">
              <a:extLst>
                <a:ext uri="{FF2B5EF4-FFF2-40B4-BE49-F238E27FC236}">
                  <a16:creationId xmlns:a16="http://schemas.microsoft.com/office/drawing/2014/main" id="{7AE7C660-DB31-B269-45EB-E8B8CBAF993A}"/>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16">
              <a:extLst>
                <a:ext uri="{FF2B5EF4-FFF2-40B4-BE49-F238E27FC236}">
                  <a16:creationId xmlns:a16="http://schemas.microsoft.com/office/drawing/2014/main" id="{10796E2F-EFFB-EB6F-682C-414611D50BAE}"/>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7">
              <a:extLst>
                <a:ext uri="{FF2B5EF4-FFF2-40B4-BE49-F238E27FC236}">
                  <a16:creationId xmlns:a16="http://schemas.microsoft.com/office/drawing/2014/main" id="{CDF3323E-4B4D-E4C3-02F5-90DB619C72D5}"/>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18">
              <a:extLst>
                <a:ext uri="{FF2B5EF4-FFF2-40B4-BE49-F238E27FC236}">
                  <a16:creationId xmlns:a16="http://schemas.microsoft.com/office/drawing/2014/main" id="{1DD35CD5-EF33-836A-2E9F-70B934B66724}"/>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19">
              <a:extLst>
                <a:ext uri="{FF2B5EF4-FFF2-40B4-BE49-F238E27FC236}">
                  <a16:creationId xmlns:a16="http://schemas.microsoft.com/office/drawing/2014/main" id="{194E95A6-CA79-5953-24F1-658F17E26849}"/>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25" name="TextBox 220">
              <a:extLst>
                <a:ext uri="{FF2B5EF4-FFF2-40B4-BE49-F238E27FC236}">
                  <a16:creationId xmlns:a16="http://schemas.microsoft.com/office/drawing/2014/main" id="{9EF547AF-4BDC-4F2D-B08D-6A4F10079984}"/>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26" name="TextBox 222">
              <a:extLst>
                <a:ext uri="{FF2B5EF4-FFF2-40B4-BE49-F238E27FC236}">
                  <a16:creationId xmlns:a16="http://schemas.microsoft.com/office/drawing/2014/main" id="{CCDE992C-3E60-587C-42B9-CA9169D2FC3E}"/>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27" name="TextBox 223">
              <a:extLst>
                <a:ext uri="{FF2B5EF4-FFF2-40B4-BE49-F238E27FC236}">
                  <a16:creationId xmlns:a16="http://schemas.microsoft.com/office/drawing/2014/main" id="{0FEA448D-B15C-8765-E3A0-F34130363CFE}"/>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29" name="Picture 2" descr="color picker&quot; Icon - Download for free – Iconduck">
              <a:extLst>
                <a:ext uri="{FF2B5EF4-FFF2-40B4-BE49-F238E27FC236}">
                  <a16:creationId xmlns:a16="http://schemas.microsoft.com/office/drawing/2014/main" id="{DBA84B03-081B-ED72-F3AE-B4910FCC4EBF}"/>
                </a:ext>
              </a:extLst>
            </p:cNvPr>
            <p:cNvPicPr>
              <a:picLocks noChangeAspect="1" noChangeArrowheads="1"/>
            </p:cNvPicPr>
            <p:nvPr userDrawn="1"/>
          </p:nvPicPr>
          <p:blipFill>
            <a:blip r:embed="rId36">
              <a:extLst>
                <a:ext uri="{BEBA8EAE-BF5A-486C-A8C5-ECC9F3942E4B}">
                  <a14:imgProps xmlns:a14="http://schemas.microsoft.com/office/drawing/2010/main">
                    <a14:imgLayer r:embed="rId3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ep 29">
              <a:extLst>
                <a:ext uri="{FF2B5EF4-FFF2-40B4-BE49-F238E27FC236}">
                  <a16:creationId xmlns:a16="http://schemas.microsoft.com/office/drawing/2014/main" id="{D6FACC17-B347-1E4F-0A9A-DF6AE099AC3F}"/>
                </a:ext>
              </a:extLst>
            </p:cNvPr>
            <p:cNvGrpSpPr/>
            <p:nvPr userDrawn="1"/>
          </p:nvGrpSpPr>
          <p:grpSpPr>
            <a:xfrm>
              <a:off x="12301425" y="3311063"/>
              <a:ext cx="1288114" cy="238539"/>
              <a:chOff x="12298208" y="5356993"/>
              <a:chExt cx="1288114" cy="238539"/>
            </a:xfrm>
          </p:grpSpPr>
          <p:sp>
            <p:nvSpPr>
              <p:cNvPr id="32" name="Rounded Rectangle 192">
                <a:extLst>
                  <a:ext uri="{FF2B5EF4-FFF2-40B4-BE49-F238E27FC236}">
                    <a16:creationId xmlns:a16="http://schemas.microsoft.com/office/drawing/2014/main" id="{640E950E-435D-7BD6-6C03-FEF94DBD743A}"/>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33" name="Rounded Rectangle 192">
                <a:extLst>
                  <a:ext uri="{FF2B5EF4-FFF2-40B4-BE49-F238E27FC236}">
                    <a16:creationId xmlns:a16="http://schemas.microsoft.com/office/drawing/2014/main" id="{347CB003-B1E4-85E2-4ABB-36580CFE6B56}"/>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34" name="Rounded Rectangle 192">
                <a:extLst>
                  <a:ext uri="{FF2B5EF4-FFF2-40B4-BE49-F238E27FC236}">
                    <a16:creationId xmlns:a16="http://schemas.microsoft.com/office/drawing/2014/main" id="{5F429482-2FB2-ACE7-8C47-BF7B8C2BA3FC}"/>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35" name="Rounded Rectangle 192">
                <a:extLst>
                  <a:ext uri="{FF2B5EF4-FFF2-40B4-BE49-F238E27FC236}">
                    <a16:creationId xmlns:a16="http://schemas.microsoft.com/office/drawing/2014/main" id="{D29F1AE0-EC67-1214-D381-4FC1539B8DF3}"/>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36" name="Rounded Rectangle 192">
                <a:extLst>
                  <a:ext uri="{FF2B5EF4-FFF2-40B4-BE49-F238E27FC236}">
                    <a16:creationId xmlns:a16="http://schemas.microsoft.com/office/drawing/2014/main" id="{CB595518-A8AD-0D8F-B8C4-EDE82796ECC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37" name="Rounded Rectangle 192">
                <a:extLst>
                  <a:ext uri="{FF2B5EF4-FFF2-40B4-BE49-F238E27FC236}">
                    <a16:creationId xmlns:a16="http://schemas.microsoft.com/office/drawing/2014/main" id="{69FA1B18-DB5D-42EE-9AD5-91C0AEEC5259}"/>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38" name="Rounded Rectangle 192">
                <a:extLst>
                  <a:ext uri="{FF2B5EF4-FFF2-40B4-BE49-F238E27FC236}">
                    <a16:creationId xmlns:a16="http://schemas.microsoft.com/office/drawing/2014/main" id="{C6076F2A-73BB-8F32-065A-CEB47165BD21}"/>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39" name="Rounded Rectangle 192">
                <a:extLst>
                  <a:ext uri="{FF2B5EF4-FFF2-40B4-BE49-F238E27FC236}">
                    <a16:creationId xmlns:a16="http://schemas.microsoft.com/office/drawing/2014/main" id="{B4E41E35-EDF3-B90A-7682-B05BB213A946}"/>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40" name="Rounded Rectangle 192">
                <a:extLst>
                  <a:ext uri="{FF2B5EF4-FFF2-40B4-BE49-F238E27FC236}">
                    <a16:creationId xmlns:a16="http://schemas.microsoft.com/office/drawing/2014/main" id="{684D309E-FBFC-9F46-A2B0-0C7837E870ED}"/>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41" name="Rounded Rectangle 192">
                <a:extLst>
                  <a:ext uri="{FF2B5EF4-FFF2-40B4-BE49-F238E27FC236}">
                    <a16:creationId xmlns:a16="http://schemas.microsoft.com/office/drawing/2014/main" id="{94B8E4E4-66E2-AC6C-4B30-C1D80E3082A9}"/>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42" name="Rounded Rectangle 192">
                <a:extLst>
                  <a:ext uri="{FF2B5EF4-FFF2-40B4-BE49-F238E27FC236}">
                    <a16:creationId xmlns:a16="http://schemas.microsoft.com/office/drawing/2014/main" id="{8BA9C395-EC6E-2260-3BBB-996BBAC23739}"/>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1" name="TextBox 220">
              <a:extLst>
                <a:ext uri="{FF2B5EF4-FFF2-40B4-BE49-F238E27FC236}">
                  <a16:creationId xmlns:a16="http://schemas.microsoft.com/office/drawing/2014/main" id="{0A6FB853-AED4-3B91-35BD-90B1EE5B7C32}"/>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183" name="Groep 182">
              <a:extLst>
                <a:ext uri="{FF2B5EF4-FFF2-40B4-BE49-F238E27FC236}">
                  <a16:creationId xmlns:a16="http://schemas.microsoft.com/office/drawing/2014/main" id="{961628B6-B417-C290-ED09-C838B257DC4A}"/>
                </a:ext>
              </a:extLst>
            </p:cNvPr>
            <p:cNvGrpSpPr/>
            <p:nvPr userDrawn="1"/>
          </p:nvGrpSpPr>
          <p:grpSpPr>
            <a:xfrm>
              <a:off x="12301425" y="4952389"/>
              <a:ext cx="238539" cy="238539"/>
              <a:chOff x="12301425" y="4952389"/>
              <a:chExt cx="238539" cy="238539"/>
            </a:xfrm>
          </p:grpSpPr>
          <p:sp>
            <p:nvSpPr>
              <p:cNvPr id="184" name="Vrije vorm 183">
                <a:extLst>
                  <a:ext uri="{FF2B5EF4-FFF2-40B4-BE49-F238E27FC236}">
                    <a16:creationId xmlns:a16="http://schemas.microsoft.com/office/drawing/2014/main" id="{4B9269AE-464A-1B86-49EA-CF7C2D374F4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85" name="Vrije vorm 184">
                <a:extLst>
                  <a:ext uri="{FF2B5EF4-FFF2-40B4-BE49-F238E27FC236}">
                    <a16:creationId xmlns:a16="http://schemas.microsoft.com/office/drawing/2014/main" id="{6B35BBC9-2B3E-0055-FE14-9F598C8AE64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86" name="Groep 185">
              <a:extLst>
                <a:ext uri="{FF2B5EF4-FFF2-40B4-BE49-F238E27FC236}">
                  <a16:creationId xmlns:a16="http://schemas.microsoft.com/office/drawing/2014/main" id="{27742D26-71C7-29B2-EAA1-8A63F5613BAD}"/>
                </a:ext>
              </a:extLst>
            </p:cNvPr>
            <p:cNvGrpSpPr/>
            <p:nvPr userDrawn="1"/>
          </p:nvGrpSpPr>
          <p:grpSpPr>
            <a:xfrm>
              <a:off x="12563819" y="4952389"/>
              <a:ext cx="238539" cy="238539"/>
              <a:chOff x="12301425" y="4952389"/>
              <a:chExt cx="238539" cy="238539"/>
            </a:xfrm>
          </p:grpSpPr>
          <p:sp>
            <p:nvSpPr>
              <p:cNvPr id="187" name="Vrije vorm 186">
                <a:extLst>
                  <a:ext uri="{FF2B5EF4-FFF2-40B4-BE49-F238E27FC236}">
                    <a16:creationId xmlns:a16="http://schemas.microsoft.com/office/drawing/2014/main" id="{40BBEB98-38B6-C7FC-3993-0660F5AB6DC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88" name="Vrije vorm 187">
                <a:extLst>
                  <a:ext uri="{FF2B5EF4-FFF2-40B4-BE49-F238E27FC236}">
                    <a16:creationId xmlns:a16="http://schemas.microsoft.com/office/drawing/2014/main" id="{BF551E7B-2BFC-74E9-4A67-D021D8A0FF03}"/>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89" name="Groep 188">
              <a:extLst>
                <a:ext uri="{FF2B5EF4-FFF2-40B4-BE49-F238E27FC236}">
                  <a16:creationId xmlns:a16="http://schemas.microsoft.com/office/drawing/2014/main" id="{F813C505-BAF2-D461-7E50-6E503DB12447}"/>
                </a:ext>
              </a:extLst>
            </p:cNvPr>
            <p:cNvGrpSpPr/>
            <p:nvPr userDrawn="1"/>
          </p:nvGrpSpPr>
          <p:grpSpPr>
            <a:xfrm>
              <a:off x="12826213" y="4952389"/>
              <a:ext cx="238539" cy="238539"/>
              <a:chOff x="12301425" y="4952389"/>
              <a:chExt cx="238539" cy="238539"/>
            </a:xfrm>
          </p:grpSpPr>
          <p:sp>
            <p:nvSpPr>
              <p:cNvPr id="190" name="Vrije vorm 189">
                <a:extLst>
                  <a:ext uri="{FF2B5EF4-FFF2-40B4-BE49-F238E27FC236}">
                    <a16:creationId xmlns:a16="http://schemas.microsoft.com/office/drawing/2014/main" id="{931C2E76-AEE4-99C8-45ED-D367EDE4A929}"/>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91" name="Vrije vorm 190">
                <a:extLst>
                  <a:ext uri="{FF2B5EF4-FFF2-40B4-BE49-F238E27FC236}">
                    <a16:creationId xmlns:a16="http://schemas.microsoft.com/office/drawing/2014/main" id="{F34677D5-8873-5AD4-24AE-E4B93E192F45}"/>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96" name="Groep 195">
              <a:extLst>
                <a:ext uri="{FF2B5EF4-FFF2-40B4-BE49-F238E27FC236}">
                  <a16:creationId xmlns:a16="http://schemas.microsoft.com/office/drawing/2014/main" id="{7436D299-7048-0953-6BD6-2050A1B852B2}"/>
                </a:ext>
              </a:extLst>
            </p:cNvPr>
            <p:cNvGrpSpPr/>
            <p:nvPr userDrawn="1"/>
          </p:nvGrpSpPr>
          <p:grpSpPr>
            <a:xfrm>
              <a:off x="13088607" y="4952389"/>
              <a:ext cx="238539" cy="238539"/>
              <a:chOff x="12301425" y="4952389"/>
              <a:chExt cx="238539" cy="238539"/>
            </a:xfrm>
          </p:grpSpPr>
          <p:sp>
            <p:nvSpPr>
              <p:cNvPr id="197" name="Vrije vorm 196">
                <a:extLst>
                  <a:ext uri="{FF2B5EF4-FFF2-40B4-BE49-F238E27FC236}">
                    <a16:creationId xmlns:a16="http://schemas.microsoft.com/office/drawing/2014/main" id="{5D45CA89-6462-EFFB-844B-F1CCB667B6E0}"/>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98" name="Vrije vorm 197">
                <a:extLst>
                  <a:ext uri="{FF2B5EF4-FFF2-40B4-BE49-F238E27FC236}">
                    <a16:creationId xmlns:a16="http://schemas.microsoft.com/office/drawing/2014/main" id="{5869D85C-B673-72EF-C86C-87D624FBAE12}"/>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99" name="Groep 198">
              <a:extLst>
                <a:ext uri="{FF2B5EF4-FFF2-40B4-BE49-F238E27FC236}">
                  <a16:creationId xmlns:a16="http://schemas.microsoft.com/office/drawing/2014/main" id="{9DFF9383-7A1E-1DD1-356E-A86293E23A3E}"/>
                </a:ext>
              </a:extLst>
            </p:cNvPr>
            <p:cNvGrpSpPr/>
            <p:nvPr userDrawn="1"/>
          </p:nvGrpSpPr>
          <p:grpSpPr>
            <a:xfrm>
              <a:off x="13351000" y="4952389"/>
              <a:ext cx="238539" cy="238539"/>
              <a:chOff x="12301425" y="4952389"/>
              <a:chExt cx="238539" cy="238539"/>
            </a:xfrm>
          </p:grpSpPr>
          <p:sp>
            <p:nvSpPr>
              <p:cNvPr id="200" name="Vrije vorm 199">
                <a:extLst>
                  <a:ext uri="{FF2B5EF4-FFF2-40B4-BE49-F238E27FC236}">
                    <a16:creationId xmlns:a16="http://schemas.microsoft.com/office/drawing/2014/main" id="{C464857F-DDA7-EA23-C09A-E2B3225CF65E}"/>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201" name="Vrije vorm 200">
                <a:extLst>
                  <a:ext uri="{FF2B5EF4-FFF2-40B4-BE49-F238E27FC236}">
                    <a16:creationId xmlns:a16="http://schemas.microsoft.com/office/drawing/2014/main" id="{41825614-7E33-81D3-941F-E63C309C91B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107" name="Rounded Rectangle 11">
            <a:extLst>
              <a:ext uri="{FF2B5EF4-FFF2-40B4-BE49-F238E27FC236}">
                <a16:creationId xmlns:a16="http://schemas.microsoft.com/office/drawing/2014/main" id="{BA19FB19-E04C-8BA5-4B29-8D0A44A8F4B4}"/>
              </a:ext>
            </a:extLst>
          </p:cNvPr>
          <p:cNvSpPr/>
          <p:nvPr userDrawn="1"/>
        </p:nvSpPr>
        <p:spPr>
          <a:xfrm>
            <a:off x="158400" y="6255515"/>
            <a:ext cx="3579411" cy="522162"/>
          </a:xfrm>
          <a:prstGeom prst="roundRect">
            <a:avLst>
              <a:gd name="adj" fmla="val 25380"/>
            </a:avLst>
          </a:prstGeom>
          <a:gradFill>
            <a:gsLst>
              <a:gs pos="98000">
                <a:srgbClr val="FFFFFF"/>
              </a:gs>
              <a:gs pos="86000">
                <a:srgbClr val="FFFFFF">
                  <a:alpha val="0"/>
                </a:srgbClr>
              </a:gs>
            </a:gsLst>
            <a:lin ang="66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Confidential</a:t>
            </a:r>
            <a:endParaRPr lang="nl-NL" dirty="0"/>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3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79" r:id="rId1"/>
    <p:sldLayoutId id="2147483669" r:id="rId2"/>
    <p:sldLayoutId id="2147483671" r:id="rId3"/>
    <p:sldLayoutId id="2147483700" r:id="rId4"/>
    <p:sldLayoutId id="2147483701" r:id="rId5"/>
    <p:sldLayoutId id="2147483702" r:id="rId6"/>
    <p:sldLayoutId id="2147483703" r:id="rId7"/>
    <p:sldLayoutId id="2147483662" r:id="rId8"/>
    <p:sldLayoutId id="2147483779" r:id="rId9"/>
    <p:sldLayoutId id="2147483776" r:id="rId10"/>
    <p:sldLayoutId id="2147483664" r:id="rId11"/>
    <p:sldLayoutId id="2147483692" r:id="rId12"/>
    <p:sldLayoutId id="2147483693" r:id="rId13"/>
    <p:sldLayoutId id="2147483721" r:id="rId14"/>
    <p:sldLayoutId id="2147483763" r:id="rId15"/>
    <p:sldLayoutId id="2147483761" r:id="rId16"/>
    <p:sldLayoutId id="2147483769" r:id="rId17"/>
    <p:sldLayoutId id="2147483760" r:id="rId18"/>
    <p:sldLayoutId id="2147483691" r:id="rId19"/>
    <p:sldLayoutId id="2147483787" r:id="rId20"/>
    <p:sldLayoutId id="2147483788" r:id="rId21"/>
    <p:sldLayoutId id="2147483789" r:id="rId22"/>
    <p:sldLayoutId id="2147483791" r:id="rId23"/>
    <p:sldLayoutId id="2147483773" r:id="rId24"/>
    <p:sldLayoutId id="2147483777" r:id="rId25"/>
    <p:sldLayoutId id="2147483697" r:id="rId26"/>
    <p:sldLayoutId id="2147483720" r:id="rId27"/>
    <p:sldLayoutId id="2147483713" r:id="rId28"/>
    <p:sldLayoutId id="2147483716" r:id="rId29"/>
    <p:sldLayoutId id="2147483717" r:id="rId30"/>
    <p:sldLayoutId id="2147483704" r:id="rId31"/>
    <p:sldLayoutId id="2147483719" r:id="rId32"/>
    <p:sldLayoutId id="2147483793" r:id="rId33"/>
    <p:sldLayoutId id="2147483794" r:id="rId34"/>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68" name="Rounded Rectangle 11">
            <a:extLst>
              <a:ext uri="{FF2B5EF4-FFF2-40B4-BE49-F238E27FC236}">
                <a16:creationId xmlns:a16="http://schemas.microsoft.com/office/drawing/2014/main" id="{6A6F3B9F-9EC2-99EF-F797-0FF9BDB9F368}"/>
              </a:ext>
            </a:extLst>
          </p:cNvPr>
          <p:cNvSpPr/>
          <p:nvPr userDrawn="1"/>
        </p:nvSpPr>
        <p:spPr>
          <a:xfrm>
            <a:off x="154800" y="6255515"/>
            <a:ext cx="3927438" cy="522162"/>
          </a:xfrm>
          <a:prstGeom prst="roundRect">
            <a:avLst>
              <a:gd name="adj" fmla="val 25380"/>
            </a:avLst>
          </a:prstGeom>
          <a:gradFill>
            <a:gsLst>
              <a:gs pos="0">
                <a:srgbClr val="1764FF"/>
              </a:gs>
              <a:gs pos="19000">
                <a:srgbClr val="084ED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69" name="Afbeelding 168">
            <a:extLst>
              <a:ext uri="{FF2B5EF4-FFF2-40B4-BE49-F238E27FC236}">
                <a16:creationId xmlns:a16="http://schemas.microsoft.com/office/drawing/2014/main" id="{CEE3DB91-DFA0-23FF-7786-B249F4DD0921}"/>
              </a:ext>
            </a:extLst>
          </p:cNvPr>
          <p:cNvPicPr>
            <a:picLocks noChangeAspect="1"/>
          </p:cNvPicPr>
          <p:nvPr userDrawn="1"/>
        </p:nvPicPr>
        <p:blipFill>
          <a:blip r:embed="rId21"/>
          <a:stretch>
            <a:fillRect/>
          </a:stretch>
        </p:blipFill>
        <p:spPr>
          <a:xfrm>
            <a:off x="10413622" y="6420571"/>
            <a:ext cx="1727200" cy="406400"/>
          </a:xfrm>
          <a:prstGeom prst="rect">
            <a:avLst/>
          </a:prstGeom>
        </p:spPr>
      </p:pic>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pic>
        <p:nvPicPr>
          <p:cNvPr id="151" name="Graphic 150">
            <a:extLst>
              <a:ext uri="{FF2B5EF4-FFF2-40B4-BE49-F238E27FC236}">
                <a16:creationId xmlns:a16="http://schemas.microsoft.com/office/drawing/2014/main" id="{33C85386-E280-8281-1ED5-8D3D775E66CB}"/>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81663" y="6471870"/>
            <a:ext cx="325232" cy="216821"/>
          </a:xfrm>
          <a:prstGeom prst="rect">
            <a:avLst/>
          </a:prstGeom>
        </p:spPr>
      </p:pic>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v20250611a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24">
              <a:extLst>
                <a:ext uri="{BEBA8EAE-BF5A-486C-A8C5-ECC9F3942E4B}">
                  <a14:imgProps xmlns:a14="http://schemas.microsoft.com/office/drawing/2010/main">
                    <a14:imgLayer r:embed="rId2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56930757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68" r:id="rId5"/>
    <p:sldLayoutId id="2147483764" r:id="rId6"/>
    <p:sldLayoutId id="2147483762" r:id="rId7"/>
    <p:sldLayoutId id="2147483770" r:id="rId8"/>
    <p:sldLayoutId id="2147483765" r:id="rId9"/>
    <p:sldLayoutId id="2147483736" r:id="rId10"/>
    <p:sldLayoutId id="2147483784" r:id="rId11"/>
    <p:sldLayoutId id="2147483785" r:id="rId12"/>
    <p:sldLayoutId id="2147483786" r:id="rId13"/>
    <p:sldLayoutId id="2147483790" r:id="rId14"/>
    <p:sldLayoutId id="2147483774" r:id="rId15"/>
    <p:sldLayoutId id="2147483778" r:id="rId16"/>
    <p:sldLayoutId id="2147483737" r:id="rId17"/>
    <p:sldLayoutId id="2147483738" r:id="rId18"/>
    <p:sldLayoutId id="2147483775" r:id="rId19"/>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234" userDrawn="1">
          <p15:clr>
            <a:srgbClr val="5ACBF0"/>
          </p15:clr>
        </p15:guide>
        <p15:guide id="4" orient="horz" pos="4024" userDrawn="1">
          <p15:clr>
            <a:srgbClr val="F26B43"/>
          </p15:clr>
        </p15:guide>
        <p15:guide id="5" pos="7582" userDrawn="1">
          <p15:clr>
            <a:srgbClr val="F26B43"/>
          </p15:clr>
        </p15:guide>
        <p15:guide id="6" orient="horz" pos="3941" userDrawn="1">
          <p15:clr>
            <a:srgbClr val="5ACBF0"/>
          </p15:clr>
        </p15:guide>
        <p15:guide id="7" pos="7446"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60115C54-EC0F-B6BD-BEA8-161D9DBEB398}"/>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A6DF4C6E-A946-FB59-71FE-7541F8B90288}"/>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EC7EFC16-CA1B-A495-126F-9E4073F54FEC}"/>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0A63CD75-E0FA-BB1B-0803-358004D0FC8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9F9F3964-BA5B-3F46-D000-D49D47796C0D}"/>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504FC2F7-7328-057D-0984-28363753074C}"/>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50CEDFFB-86DC-0A68-CB88-EC49A4FC9E66}"/>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33A778A5-77DA-F443-215D-4399DCBCFA05}"/>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5A2F03FC-600D-7BF3-8139-0C8C167C3C00}"/>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93671ADE-36B2-1733-1BF8-87C51859D578}"/>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4A874850-6266-2A23-D50B-AC0538CC105F}"/>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D3FCDBF-B0BA-FFA9-1C5F-7291574C95BE}"/>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1249EA2A-55B9-F6F9-CCA2-12E5EAF7758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223E693C-629D-391B-5D6E-3A835AB3CB9E}"/>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07D6FCDB-C6F8-E7F7-7F2F-FE4F8319E6D9}"/>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689ED486-6EE1-38A4-B5D7-8FA15AE57A1F}"/>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C13AB13E-5CAB-2C65-BBE9-BFFF57AB96D7}"/>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A0A8C9BB-C2E4-81E3-D372-545EA71BB8DE}"/>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978DDFE3-7B73-5616-264C-DEB9B2348F9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D0072C70-2FF9-8F91-09D0-A00D01A09169}"/>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711CF4D7-8EBC-7CB3-027C-938B1CCD19D0}"/>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F7C56970-E526-BF2E-4E35-6AD4384BEA83}"/>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965640A9-D934-5FE6-19CA-2779D216DE74}"/>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9CDBCF89-C740-6B75-6D63-296E4EAA4DE1}"/>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03DE0ADE-134B-6C1E-0930-22F5D1A430D3}"/>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FCA2C031-2983-D5D1-DC9F-837D67ACD0B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A382FC40-9A50-370F-5898-C6E93795FE2F}"/>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E58567A1-E75E-FCA9-B840-AF379D189512}"/>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9C54DAE6-EE81-0C13-4458-0B8468E717E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8AFF3D23-6B85-10E3-80EE-0E6ECCEA54ED}"/>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113E2426-F4CA-0893-E2FB-B0816A712C60}"/>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741879F9-08A7-3E9F-4C6F-5905B39B5FF7}"/>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EFFBA379-95E3-E4FB-C875-51DEAF8E891D}"/>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4608527B-4185-46D7-8728-D6C5630793AD}"/>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D1BA825A-2C20-3F93-5DFE-1EC2259C6B8B}"/>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290049E7-7AC4-0D73-CE2E-6D6694F091C9}"/>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0580F4B2-CFF9-3D23-5685-4FA6694D7A60}"/>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55399B6C-EB0A-DBAD-3CFC-54A2ADC929D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A7B69F45-37D8-DB41-1E93-81AFF3AE1549}"/>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1E4C2E18-D7A5-14CB-61FB-A1F878195808}"/>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0A06462E-CA26-B73B-A707-AC0D68D41583}"/>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0A9C2356-D3DC-A5B8-97DB-AD3DFA79994F}"/>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86EB8628-68F5-0301-C88A-114F2D48ECFE}"/>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A81DD9CC-75C3-291F-CC1E-C752429F0D44}"/>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F6AF4F0A-5164-2204-55DB-2F9C93250C27}"/>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9268AE48-5035-28AA-583E-66E2F22A937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8B43DACB-0F83-38D0-4FDF-46841DA1C106}"/>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036BF297-D3BE-A235-6516-67BF5468A1E2}"/>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BDA2641F-9837-164F-5AD3-5FAB2ACE218B}"/>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6A88833B-CD28-7A07-6BE4-7ACC0C9D1A53}"/>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131DA8AA-D438-1D12-CA16-B8C35027EDF9}"/>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A631E9E4-F3EE-F97D-DF93-2FF05255A6E0}"/>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6FF4BADF-CD36-7344-A596-BC9983E50FCC}"/>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BED42928-BFFA-7110-656B-9ACAA975D9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F554C7E0-5D98-DCBE-E0DE-CDC2EA4CDA1E}"/>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C1423E10-E1E0-B850-7E9C-A12EBBCDCEE0}"/>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58DC66D0-F919-62BE-5382-18F9308E25EA}"/>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C2059A0A-2AF7-6E1D-DE54-37C56BCC1BDE}"/>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0" name="Rechthoek 89">
            <a:extLst>
              <a:ext uri="{FF2B5EF4-FFF2-40B4-BE49-F238E27FC236}">
                <a16:creationId xmlns:a16="http://schemas.microsoft.com/office/drawing/2014/main" id="{D828CE47-F1D8-6010-07FD-603160270632}"/>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91" name="Rounded Rectangle 11">
            <a:extLst>
              <a:ext uri="{FF2B5EF4-FFF2-40B4-BE49-F238E27FC236}">
                <a16:creationId xmlns:a16="http://schemas.microsoft.com/office/drawing/2014/main" id="{6BDD1BBE-CCF4-CE52-DDE6-492EC90F626B}"/>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93" name="Rounded Rectangle 11">
            <a:extLst>
              <a:ext uri="{FF2B5EF4-FFF2-40B4-BE49-F238E27FC236}">
                <a16:creationId xmlns:a16="http://schemas.microsoft.com/office/drawing/2014/main" id="{D551955B-FF8D-5DF4-4611-61502CB0D61C}"/>
              </a:ext>
            </a:extLst>
          </p:cNvPr>
          <p:cNvSpPr/>
          <p:nvPr userDrawn="1"/>
        </p:nvSpPr>
        <p:spPr>
          <a:xfrm>
            <a:off x="154800" y="6255515"/>
            <a:ext cx="3927438" cy="522162"/>
          </a:xfrm>
          <a:prstGeom prst="roundRect">
            <a:avLst>
              <a:gd name="adj" fmla="val 25380"/>
            </a:avLst>
          </a:prstGeom>
          <a:gradFill>
            <a:gsLst>
              <a:gs pos="0">
                <a:srgbClr val="1864FF"/>
              </a:gs>
              <a:gs pos="19000">
                <a:srgbClr val="084ED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94" name="Afbeelding 93">
            <a:extLst>
              <a:ext uri="{FF2B5EF4-FFF2-40B4-BE49-F238E27FC236}">
                <a16:creationId xmlns:a16="http://schemas.microsoft.com/office/drawing/2014/main" id="{A658B505-DE48-2A5A-5473-895B29B38459}"/>
              </a:ext>
            </a:extLst>
          </p:cNvPr>
          <p:cNvPicPr>
            <a:picLocks noChangeAspect="1"/>
          </p:cNvPicPr>
          <p:nvPr userDrawn="1"/>
        </p:nvPicPr>
        <p:blipFill>
          <a:blip r:embed="rId9"/>
          <a:stretch>
            <a:fillRect/>
          </a:stretch>
        </p:blipFill>
        <p:spPr>
          <a:xfrm>
            <a:off x="10413622" y="6420571"/>
            <a:ext cx="1727200" cy="406400"/>
          </a:xfrm>
          <a:prstGeom prst="rect">
            <a:avLst/>
          </a:prstGeom>
        </p:spPr>
      </p:pic>
      <p:sp>
        <p:nvSpPr>
          <p:cNvPr id="95" name="Rechthoek 94">
            <a:extLst>
              <a:ext uri="{FF2B5EF4-FFF2-40B4-BE49-F238E27FC236}">
                <a16:creationId xmlns:a16="http://schemas.microsoft.com/office/drawing/2014/main" id="{ADEDFCA7-8B11-9802-0B75-6FD64D92E7DD}"/>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6" name="Straight Connector 9">
            <a:extLst>
              <a:ext uri="{FF2B5EF4-FFF2-40B4-BE49-F238E27FC236}">
                <a16:creationId xmlns:a16="http://schemas.microsoft.com/office/drawing/2014/main" id="{DE92ED1E-F4C9-B5E0-BCE3-007885376F5E}"/>
              </a:ext>
            </a:extLst>
          </p:cNvPr>
          <p:cNvCxnSpPr>
            <a:cxnSpLocks/>
          </p:cNvCxnSpPr>
          <p:nvPr userDrawn="1"/>
        </p:nvCxnSpPr>
        <p:spPr>
          <a:xfrm>
            <a:off x="144162" y="6395093"/>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97" name="Rectangle 22">
            <a:extLst>
              <a:ext uri="{FF2B5EF4-FFF2-40B4-BE49-F238E27FC236}">
                <a16:creationId xmlns:a16="http://schemas.microsoft.com/office/drawing/2014/main" id="{55C924CA-070D-54EC-7E6A-C43973D09210}"/>
              </a:ext>
            </a:extLst>
          </p:cNvPr>
          <p:cNvSpPr/>
          <p:nvPr userDrawn="1"/>
        </p:nvSpPr>
        <p:spPr>
          <a:xfrm>
            <a:off x="0" y="0"/>
            <a:ext cx="12192000" cy="63347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2">
            <a:extLst>
              <a:ext uri="{FF2B5EF4-FFF2-40B4-BE49-F238E27FC236}">
                <a16:creationId xmlns:a16="http://schemas.microsoft.com/office/drawing/2014/main" id="{D2349CD2-3CC0-56D7-2A13-746534FFA985}"/>
              </a:ext>
            </a:extLst>
          </p:cNvPr>
          <p:cNvSpPr/>
          <p:nvPr userDrawn="1"/>
        </p:nvSpPr>
        <p:spPr>
          <a:xfrm>
            <a:off x="0" y="0"/>
            <a:ext cx="1381059" cy="416209"/>
          </a:xfrm>
          <a:prstGeom prst="rect">
            <a:avLst/>
          </a:prstGeom>
          <a:gradFill>
            <a:gsLst>
              <a:gs pos="0">
                <a:srgbClr val="0A3DB2">
                  <a:alpha val="62745"/>
                </a:srgbClr>
              </a:gs>
              <a:gs pos="18000">
                <a:srgbClr val="0A3DB2">
                  <a:alpha val="38824"/>
                </a:srgbClr>
              </a:gs>
              <a:gs pos="45000">
                <a:srgbClr val="0A3DB2">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99" name="Rounded Rectangle 92">
            <a:extLst>
              <a:ext uri="{FF2B5EF4-FFF2-40B4-BE49-F238E27FC236}">
                <a16:creationId xmlns:a16="http://schemas.microsoft.com/office/drawing/2014/main" id="{ECDF8CCB-19EF-3B0C-C18B-52FF0AB23903}"/>
              </a:ext>
            </a:extLst>
          </p:cNvPr>
          <p:cNvSpPr/>
          <p:nvPr userDrawn="1"/>
        </p:nvSpPr>
        <p:spPr>
          <a:xfrm>
            <a:off x="154800" y="130179"/>
            <a:ext cx="1103615" cy="379911"/>
          </a:xfrm>
          <a:prstGeom prst="roundRect">
            <a:avLst>
              <a:gd name="adj" fmla="val 35079"/>
            </a:avLst>
          </a:prstGeom>
          <a:gradFill>
            <a:gsLst>
              <a:gs pos="2000">
                <a:srgbClr val="1859DF"/>
              </a:gs>
              <a:gs pos="15000">
                <a:srgbClr val="0A3DB2"/>
              </a:gs>
              <a:gs pos="41000">
                <a:srgbClr val="0A3DB2"/>
              </a:gs>
              <a:gs pos="54000">
                <a:srgbClr val="1947B2">
                  <a:alpha val="50000"/>
                </a:srgbClr>
              </a:gs>
              <a:gs pos="70000">
                <a:srgbClr val="1947B2">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solidFill>
                <a:schemeClr val="bg1"/>
              </a:solidFill>
            </a:endParaRPr>
          </a:p>
        </p:txBody>
      </p:sp>
      <p:sp>
        <p:nvSpPr>
          <p:cNvPr id="100" name="Rectangle 3">
            <a:extLst>
              <a:ext uri="{FF2B5EF4-FFF2-40B4-BE49-F238E27FC236}">
                <a16:creationId xmlns:a16="http://schemas.microsoft.com/office/drawing/2014/main" id="{C7A68CA5-6BC3-5E91-9D7E-3236C33AD2D2}"/>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Connector 9">
            <a:extLst>
              <a:ext uri="{FF2B5EF4-FFF2-40B4-BE49-F238E27FC236}">
                <a16:creationId xmlns:a16="http://schemas.microsoft.com/office/drawing/2014/main" id="{37288AAA-366F-3261-CED2-19A57695221F}"/>
              </a:ext>
            </a:extLst>
          </p:cNvPr>
          <p:cNvCxnSpPr>
            <a:cxnSpLocks/>
          </p:cNvCxnSpPr>
          <p:nvPr userDrawn="1"/>
        </p:nvCxnSpPr>
        <p:spPr>
          <a:xfrm>
            <a:off x="154800" y="1254633"/>
            <a:ext cx="11880000"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02" name="Rectangle 22">
            <a:extLst>
              <a:ext uri="{FF2B5EF4-FFF2-40B4-BE49-F238E27FC236}">
                <a16:creationId xmlns:a16="http://schemas.microsoft.com/office/drawing/2014/main" id="{CEBB184B-096A-2C09-B1C2-DC1D4046210E}"/>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400"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sp>
        <p:nvSpPr>
          <p:cNvPr id="103" name="Ovaal 102">
            <a:extLst>
              <a:ext uri="{FF2B5EF4-FFF2-40B4-BE49-F238E27FC236}">
                <a16:creationId xmlns:a16="http://schemas.microsoft.com/office/drawing/2014/main" id="{EB93601F-0BE7-9255-BFA0-D080C9ABE872}"/>
              </a:ext>
            </a:extLst>
          </p:cNvPr>
          <p:cNvSpPr/>
          <p:nvPr userDrawn="1"/>
        </p:nvSpPr>
        <p:spPr>
          <a:xfrm>
            <a:off x="-246928" y="1535802"/>
            <a:ext cx="11598240" cy="5238408"/>
          </a:xfrm>
          <a:prstGeom prst="ellipse">
            <a:avLst/>
          </a:prstGeom>
          <a:solidFill>
            <a:srgbClr val="1864FF">
              <a:alpha val="20000"/>
            </a:srgb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7" name="Oval 20">
            <a:extLst>
              <a:ext uri="{FF2B5EF4-FFF2-40B4-BE49-F238E27FC236}">
                <a16:creationId xmlns:a16="http://schemas.microsoft.com/office/drawing/2014/main" id="{D6B112AB-628F-9C60-D2DA-23246076B6A1}"/>
              </a:ext>
            </a:extLst>
          </p:cNvPr>
          <p:cNvSpPr/>
          <p:nvPr userDrawn="1"/>
        </p:nvSpPr>
        <p:spPr>
          <a:xfrm>
            <a:off x="828676" y="1351138"/>
            <a:ext cx="10769564" cy="4664836"/>
          </a:xfrm>
          <a:prstGeom prst="ellipse">
            <a:avLst/>
          </a:prstGeom>
          <a:gradFill>
            <a:gsLst>
              <a:gs pos="16000">
                <a:srgbClr val="1864FF">
                  <a:alpha val="21961"/>
                </a:srgbClr>
              </a:gs>
              <a:gs pos="67000">
                <a:srgbClr val="E2A3F2">
                  <a:alpha val="12941"/>
                </a:srgbClr>
              </a:gs>
              <a:gs pos="50000">
                <a:srgbClr val="E2A3F2">
                  <a:alpha val="17647"/>
                </a:srgbClr>
              </a:gs>
              <a:gs pos="0">
                <a:srgbClr val="1847B2">
                  <a:alpha val="52549"/>
                </a:srgbClr>
              </a:gs>
              <a:gs pos="100000">
                <a:srgbClr val="E2A3F2">
                  <a:alpha val="0"/>
                </a:srgbClr>
              </a:gs>
            </a:gsLst>
            <a:lin ang="0" scaled="0"/>
          </a:gra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pic>
        <p:nvPicPr>
          <p:cNvPr id="92" name="Graphic 91">
            <a:extLst>
              <a:ext uri="{FF2B5EF4-FFF2-40B4-BE49-F238E27FC236}">
                <a16:creationId xmlns:a16="http://schemas.microsoft.com/office/drawing/2014/main" id="{0A337FDA-F396-A145-305D-AE667B83C7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81663" y="6471870"/>
            <a:ext cx="325232" cy="216821"/>
          </a:xfrm>
          <a:prstGeom prst="rect">
            <a:avLst/>
          </a:prstGeom>
        </p:spPr>
      </p:pic>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grpSp>
        <p:nvGrpSpPr>
          <p:cNvPr id="31" name="Groep 30">
            <a:extLst>
              <a:ext uri="{FF2B5EF4-FFF2-40B4-BE49-F238E27FC236}">
                <a16:creationId xmlns:a16="http://schemas.microsoft.com/office/drawing/2014/main" id="{3229919B-1E8B-7966-DDBE-280F087D3B9C}"/>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A1A644F0-4DF3-637D-548A-FC5C2FCB4039}"/>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BED2595F-339F-2CB9-DFA6-79CC19D2D7FE}"/>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DBFA1470-0B55-E1F1-F58E-29C047C037C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F641EBA6-D6E9-B901-01DA-1FDEF1440107}"/>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8AFDCE28-4DE9-627A-B43E-3AA1E98C49EE}"/>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4F10981-939E-2B0D-EFE1-B653C6768E91}"/>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679A2F99-9EA1-0FBA-9C89-1D20DBFE368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28D67449-E527-4FC9-74CA-194C98FA5A6F}"/>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FF13E2B9-5A1C-39C5-BD8D-6AD1C9D213E2}"/>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20813347-0524-A95E-FA2F-92DA4288F463}"/>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8800190A-4D1F-9363-9C51-FBB26E6DB44C}"/>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D3E94BD2-75DD-828C-367D-1BFF4B87DA03}"/>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C1C5E638-E3C8-DB0B-BF89-F0C3E2CCBDD2}"/>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040EA7AB-6F63-9BB3-D2E2-B1C8B6CE13ED}"/>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6E0D6E1E-F8C5-EE42-15AE-A929BEA9F1F2}"/>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v20250611a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B30718AC-A87D-7376-8E97-6A9EF0B22E8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FC764D82-31A4-12D7-4A64-AC808180C802}"/>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140C7A33-4175-BA51-96B2-24FD01DC9635}"/>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4518AB0F-718C-78B4-0DC7-F54D2B63D5C5}"/>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985A348-1482-F1ED-ED28-DF83CA6C8A5C}"/>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A22FB872-0A34-A723-93F1-4F1B519D4A71}"/>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A8AC9CC2-DE2E-1911-4323-1BD229F4C82D}"/>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F87D1E47-1624-B32C-D279-3BBC1421AE3E}"/>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E6CB7625-4449-2922-DA83-B2C235156438}"/>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4D947F0F-57C4-BCCA-EA44-3C5E31F7C3B2}"/>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B804072A-1CA3-140E-0132-67C349A6B824}"/>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C4D39E4C-195C-C818-B08B-02ED31B7889E}"/>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3AD877B5-5B48-0378-E173-D768A2D3C06D}"/>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F3B34F03-DEF5-B852-23D5-8F2C9EB02A14}"/>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F73FA7C-742C-26CE-1DB3-0CFFB41310E8}"/>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3D00FC1A-2207-4C08-FF47-BDE877AC129F}"/>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03C4701D-B579-3A96-A509-DCDE7F0F56ED}"/>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9321B416-2B89-C834-0BC1-30A4A68DFE86}"/>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D8FBB3F4-755D-D203-EEB1-B7578E353FA2}"/>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F9F132D1-D6A8-1DD0-1B5F-BCF56364808A}"/>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1E2B73E0-549D-3733-4D79-8131831AFB88}"/>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031289CC-9DD7-6E4A-BECE-99AC6D1672B6}"/>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BB5FA545-2637-8E2B-7123-5987338C1FB7}"/>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6B864743-0469-2F02-88B1-262E8209A0D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B6F63AEF-F154-43DD-200A-ACE8BDB1071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75979358-0CDD-ABEB-ED56-146639FB6489}"/>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62762020-6813-F419-7E38-9DA62F48D4E3}"/>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114FD120-C0B3-80A5-F503-7588C92ED7F5}"/>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6B62ABFD-46D0-D378-336C-AE07A40498EC}"/>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091491D-4859-3F75-8127-B7CDA768BCE7}"/>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024EEAFB-0116-1CDA-6D8E-033F89CD1336}"/>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88684FA1-C3FB-A930-BC13-02660D4844C6}"/>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29F1076F-E578-3071-2089-E27391975532}"/>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73A04E46-3453-E820-483A-8DFFB721230A}"/>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A66485C6-D4F6-E485-55D8-77D8AE0C8BFC}"/>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F97C2EA1-62F0-61DD-92C0-3E8BE81B4A81}"/>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91F2AF7D-4AE0-6B42-6941-770886B7E147}"/>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87C99E1B-C351-D410-4524-653454DAA7BB}"/>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5DCE390-3470-60B9-7115-19FA1B71B096}"/>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68C1E09D-3833-CAAB-131F-D358DAA6980B}"/>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69411CC0-F2E9-D74A-E72E-104544893822}"/>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A64CD39D-2FB2-56BB-D82D-3B9A08CC2024}"/>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64AE64C0-3624-171F-D964-44BC4813602A}"/>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1A000064-1609-F577-6415-7091CBEDE533}"/>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F0F1E245-5644-29C8-5D09-4AD28DFE32BC}"/>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9B3ACD05-83E1-B63D-2342-1B96F229A33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EE9FAF28-D693-B4DF-9C93-610F859816D4}"/>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532903AF-05AE-3885-BAA4-322B8995C28C}"/>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23F6E868-1116-1B8A-620B-6BAD1BD6A20A}"/>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F31EA8A8-E086-ACEA-ECF0-522E2C541E96}"/>
                </a:ext>
              </a:extLst>
            </p:cNvPr>
            <p:cNvGrpSpPr/>
            <p:nvPr userDrawn="1"/>
          </p:nvGrpSpPr>
          <p:grpSpPr>
            <a:xfrm>
              <a:off x="12301425" y="3311063"/>
              <a:ext cx="1288114" cy="238539"/>
              <a:chOff x="12298208" y="5356993"/>
              <a:chExt cx="1288114" cy="238539"/>
            </a:xfrm>
          </p:grpSpPr>
          <p:sp>
            <p:nvSpPr>
              <p:cNvPr id="166" name="Rounded Rectangle 192">
                <a:extLst>
                  <a:ext uri="{FF2B5EF4-FFF2-40B4-BE49-F238E27FC236}">
                    <a16:creationId xmlns:a16="http://schemas.microsoft.com/office/drawing/2014/main" id="{B8C17B6C-95F1-DA64-2149-13139F25FCE5}"/>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68" name="Rounded Rectangle 192">
                <a:extLst>
                  <a:ext uri="{FF2B5EF4-FFF2-40B4-BE49-F238E27FC236}">
                    <a16:creationId xmlns:a16="http://schemas.microsoft.com/office/drawing/2014/main" id="{36B12598-ABAB-BB52-5ABC-90E0C03CA2C8}"/>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69" name="Rounded Rectangle 192">
                <a:extLst>
                  <a:ext uri="{FF2B5EF4-FFF2-40B4-BE49-F238E27FC236}">
                    <a16:creationId xmlns:a16="http://schemas.microsoft.com/office/drawing/2014/main" id="{D3E29FEF-87F9-6E63-B456-B04622A98A1D}"/>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70" name="Rounded Rectangle 192">
                <a:extLst>
                  <a:ext uri="{FF2B5EF4-FFF2-40B4-BE49-F238E27FC236}">
                    <a16:creationId xmlns:a16="http://schemas.microsoft.com/office/drawing/2014/main" id="{78978BD5-3C37-8913-DA44-00E9226BE8C1}"/>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71" name="Rounded Rectangle 192">
                <a:extLst>
                  <a:ext uri="{FF2B5EF4-FFF2-40B4-BE49-F238E27FC236}">
                    <a16:creationId xmlns:a16="http://schemas.microsoft.com/office/drawing/2014/main" id="{D7FB2207-3BCF-44D4-7503-1674C19656C1}"/>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72" name="Rounded Rectangle 192">
                <a:extLst>
                  <a:ext uri="{FF2B5EF4-FFF2-40B4-BE49-F238E27FC236}">
                    <a16:creationId xmlns:a16="http://schemas.microsoft.com/office/drawing/2014/main" id="{ECC2367D-52EE-AB50-05C5-5B69A7B1E8BE}"/>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3" name="Rounded Rectangle 192">
                <a:extLst>
                  <a:ext uri="{FF2B5EF4-FFF2-40B4-BE49-F238E27FC236}">
                    <a16:creationId xmlns:a16="http://schemas.microsoft.com/office/drawing/2014/main" id="{37B9DC88-97CF-25EB-6762-0726E9BDC0C1}"/>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C02FBA8A-51FC-469B-7039-7F51C91BA8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5E9E90E0-B2F4-278F-23E6-307016E5080D}"/>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16687647-6478-92CD-986E-D946FC435D7B}"/>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80FE8FE1-791A-9434-4D19-F472500A6CD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1A7CE972-4F3D-F1CD-7387-FB6FF9C29740}"/>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1D432735-A782-ABC3-17B6-FA9E09C3245C}"/>
                </a:ext>
              </a:extLst>
            </p:cNvPr>
            <p:cNvGrpSpPr/>
            <p:nvPr userDrawn="1"/>
          </p:nvGrpSpPr>
          <p:grpSpPr>
            <a:xfrm>
              <a:off x="12301425" y="4952389"/>
              <a:ext cx="238539" cy="238539"/>
              <a:chOff x="12301425" y="4952389"/>
              <a:chExt cx="238539" cy="238539"/>
            </a:xfrm>
          </p:grpSpPr>
          <p:sp>
            <p:nvSpPr>
              <p:cNvPr id="164" name="Vrije vorm 163">
                <a:extLst>
                  <a:ext uri="{FF2B5EF4-FFF2-40B4-BE49-F238E27FC236}">
                    <a16:creationId xmlns:a16="http://schemas.microsoft.com/office/drawing/2014/main" id="{0BCE77C2-A60C-733F-77A8-4C7D8DA88A73}"/>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65" name="Vrije vorm 164">
                <a:extLst>
                  <a:ext uri="{FF2B5EF4-FFF2-40B4-BE49-F238E27FC236}">
                    <a16:creationId xmlns:a16="http://schemas.microsoft.com/office/drawing/2014/main" id="{FB6B2B1C-F6EB-2DF4-5BCB-05F9DC00816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3A878E05-833C-84F1-2722-311B1F56AF37}"/>
                </a:ext>
              </a:extLst>
            </p:cNvPr>
            <p:cNvGrpSpPr/>
            <p:nvPr userDrawn="1"/>
          </p:nvGrpSpPr>
          <p:grpSpPr>
            <a:xfrm>
              <a:off x="12563819" y="4952389"/>
              <a:ext cx="238539" cy="238539"/>
              <a:chOff x="12301425" y="4952389"/>
              <a:chExt cx="238539" cy="238539"/>
            </a:xfrm>
          </p:grpSpPr>
          <p:sp>
            <p:nvSpPr>
              <p:cNvPr id="162" name="Vrije vorm 161">
                <a:extLst>
                  <a:ext uri="{FF2B5EF4-FFF2-40B4-BE49-F238E27FC236}">
                    <a16:creationId xmlns:a16="http://schemas.microsoft.com/office/drawing/2014/main" id="{F94DBF3B-A91F-958A-FE83-3CF6E9BEE744}"/>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63" name="Vrije vorm 162">
                <a:extLst>
                  <a:ext uri="{FF2B5EF4-FFF2-40B4-BE49-F238E27FC236}">
                    <a16:creationId xmlns:a16="http://schemas.microsoft.com/office/drawing/2014/main" id="{7FCC9B00-39DD-AA21-19B0-87024347EEB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D81E6FB5-8C0C-93DB-19BE-6CEAAE9AD2B8}"/>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51459798-B629-5470-40EC-C341AE6A74A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25730F84-A122-0AC6-5038-A39F56E392A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36C419D2-C547-B386-61DE-F0FCBF353C38}"/>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C0637B30-707A-A7AF-302F-314DB6767AA5}"/>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7B8AFFE5-2A23-17D0-7E3B-B323C677148A}"/>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504D5F69-9CE3-DC42-24D5-CEA886340DDC}"/>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AC226D79-8B87-A238-69F1-D4E11903FED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E6B74D41-69E9-7DBE-B53A-F52ABDDE94D8}"/>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91365485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71" r:id="rId5"/>
    <p:sldLayoutId id="2147483759" r:id="rId6"/>
    <p:sldLayoutId id="2147483757" r:id="rId7"/>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FFF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234" userDrawn="1">
          <p15:clr>
            <a:srgbClr val="5ACBF0"/>
          </p15:clr>
        </p15:guide>
        <p15:guide id="4" orient="horz" pos="3941" userDrawn="1">
          <p15:clr>
            <a:srgbClr val="5ACBF0"/>
          </p15:clr>
        </p15:guide>
        <p15:guide id="5" orient="horz" pos="4024" userDrawn="1">
          <p15:clr>
            <a:srgbClr val="F26B43"/>
          </p15:clr>
        </p15:guide>
        <p15:guide id="6" pos="7446" userDrawn="1">
          <p15:clr>
            <a:srgbClr val="5ACBF0"/>
          </p15:clr>
        </p15:guide>
        <p15:guide id="7" pos="758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3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24EB3-8415-68DA-9C0D-364638A72096}"/>
            </a:ext>
          </a:extLst>
        </p:cNvPr>
        <p:cNvGrpSpPr/>
        <p:nvPr/>
      </p:nvGrpSpPr>
      <p:grpSpPr>
        <a:xfrm>
          <a:off x="0" y="0"/>
          <a:ext cx="0" cy="0"/>
          <a:chOff x="0" y="0"/>
          <a:chExt cx="0" cy="0"/>
        </a:xfrm>
      </p:grpSpPr>
      <p:sp>
        <p:nvSpPr>
          <p:cNvPr id="13" name="Rectangle 6">
            <a:extLst>
              <a:ext uri="{FF2B5EF4-FFF2-40B4-BE49-F238E27FC236}">
                <a16:creationId xmlns:a16="http://schemas.microsoft.com/office/drawing/2014/main" id="{D0E90429-1A93-BB50-B6DD-9E8D640B3378}"/>
              </a:ext>
            </a:extLst>
          </p:cNvPr>
          <p:cNvSpPr/>
          <p:nvPr/>
        </p:nvSpPr>
        <p:spPr>
          <a:xfrm>
            <a:off x="0" y="0"/>
            <a:ext cx="12192000" cy="4988966"/>
          </a:xfrm>
          <a:prstGeom prst="rect">
            <a:avLst/>
          </a:prstGeom>
          <a:gradFill>
            <a:gsLst>
              <a:gs pos="0">
                <a:schemeClr val="tx1"/>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hthoek 13">
            <a:extLst>
              <a:ext uri="{FF2B5EF4-FFF2-40B4-BE49-F238E27FC236}">
                <a16:creationId xmlns:a16="http://schemas.microsoft.com/office/drawing/2014/main" id="{B61D6837-5524-7904-145B-C669F906F064}"/>
              </a:ext>
            </a:extLst>
          </p:cNvPr>
          <p:cNvSpPr/>
          <p:nvPr/>
        </p:nvSpPr>
        <p:spPr>
          <a:xfrm>
            <a:off x="0" y="0"/>
            <a:ext cx="12192000" cy="4988966"/>
          </a:xfrm>
          <a:prstGeom prst="rect">
            <a:avLst/>
          </a:prstGeom>
          <a:gradFill>
            <a:gsLst>
              <a:gs pos="0">
                <a:srgbClr val="162353"/>
              </a:gs>
              <a:gs pos="99000">
                <a:srgbClr val="1764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3">
            <a:extLst>
              <a:ext uri="{FF2B5EF4-FFF2-40B4-BE49-F238E27FC236}">
                <a16:creationId xmlns:a16="http://schemas.microsoft.com/office/drawing/2014/main" id="{69A0F461-8A1C-AA8A-97A5-765372439E9B}"/>
              </a:ext>
            </a:extLst>
          </p:cNvPr>
          <p:cNvSpPr/>
          <p:nvPr/>
        </p:nvSpPr>
        <p:spPr>
          <a:xfrm>
            <a:off x="0" y="4988966"/>
            <a:ext cx="3033486" cy="1869034"/>
          </a:xfrm>
          <a:prstGeom prst="rect">
            <a:avLst/>
          </a:prstGeom>
          <a:gradFill>
            <a:gsLst>
              <a:gs pos="0">
                <a:srgbClr val="09204F"/>
              </a:gs>
              <a:gs pos="79000">
                <a:srgbClr val="17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4">
            <a:extLst>
              <a:ext uri="{FF2B5EF4-FFF2-40B4-BE49-F238E27FC236}">
                <a16:creationId xmlns:a16="http://schemas.microsoft.com/office/drawing/2014/main" id="{732B11EA-1D0A-1D4A-9F65-E2365BDA74A8}"/>
              </a:ext>
            </a:extLst>
          </p:cNvPr>
          <p:cNvSpPr/>
          <p:nvPr/>
        </p:nvSpPr>
        <p:spPr>
          <a:xfrm>
            <a:off x="3033486" y="4988966"/>
            <a:ext cx="9158514" cy="1869034"/>
          </a:xfrm>
          <a:prstGeom prst="rect">
            <a:avLst/>
          </a:prstGeom>
          <a:gradFill>
            <a:gsLst>
              <a:gs pos="0">
                <a:srgbClr val="162353"/>
              </a:gs>
              <a:gs pos="99000">
                <a:srgbClr val="17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8" name="Graphic 17">
            <a:extLst>
              <a:ext uri="{FF2B5EF4-FFF2-40B4-BE49-F238E27FC236}">
                <a16:creationId xmlns:a16="http://schemas.microsoft.com/office/drawing/2014/main" id="{8AB6B1D1-7E79-5C73-05FB-E3AE9CB76F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92372" y="5302007"/>
            <a:ext cx="1441556" cy="1282314"/>
          </a:xfrm>
          <a:prstGeom prst="rect">
            <a:avLst/>
          </a:prstGeom>
        </p:spPr>
      </p:pic>
      <p:sp>
        <p:nvSpPr>
          <p:cNvPr id="19" name="Text Placeholder 7">
            <a:extLst>
              <a:ext uri="{FF2B5EF4-FFF2-40B4-BE49-F238E27FC236}">
                <a16:creationId xmlns:a16="http://schemas.microsoft.com/office/drawing/2014/main" id="{89D2E58C-B3F4-E480-3316-6B8EC659B3BB}"/>
              </a:ext>
            </a:extLst>
          </p:cNvPr>
          <p:cNvSpPr txBox="1">
            <a:spLocks/>
          </p:cNvSpPr>
          <p:nvPr/>
        </p:nvSpPr>
        <p:spPr>
          <a:xfrm>
            <a:off x="1002181" y="1916856"/>
            <a:ext cx="10585095" cy="1155253"/>
          </a:xfrm>
          <a:prstGeom prst="rect">
            <a:avLst/>
          </a:prstGeom>
        </p:spPr>
        <p:txBody>
          <a:bodyPr vert="horz" wrap="square" lIns="216000" tIns="0" rIns="0" bIns="46800" rtlCol="0" anchor="ctr">
            <a:spAutoFit/>
          </a:bodyPr>
          <a:lstStyle>
            <a:lvl1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lang="en-US" sz="6000" b="1" i="0" kern="1200">
                <a:solidFill>
                  <a:schemeClr val="bg1"/>
                </a:solidFill>
                <a:latin typeface="Noir Pro Semi Bold" pitchFamily="2" charset="0"/>
                <a:ea typeface="+mn-ea"/>
                <a:cs typeface="Calibri" panose="020F0502020204030204" pitchFamily="34" charset="0"/>
              </a:defRPr>
            </a:lvl1pPr>
            <a:lvl2pPr marL="4572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2pPr>
            <a:lvl3pPr marL="9144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3pPr>
            <a:lvl4pPr marL="13716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4pPr>
            <a:lvl5pPr marL="18288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7200" dirty="0"/>
              <a:t>Portfolio overview</a:t>
            </a:r>
            <a:endParaRPr lang="en-US" sz="7200" noProof="0" dirty="0"/>
          </a:p>
        </p:txBody>
      </p:sp>
      <p:sp>
        <p:nvSpPr>
          <p:cNvPr id="20" name="Rectangle 13">
            <a:extLst>
              <a:ext uri="{FF2B5EF4-FFF2-40B4-BE49-F238E27FC236}">
                <a16:creationId xmlns:a16="http://schemas.microsoft.com/office/drawing/2014/main" id="{25987DA8-4FF2-B4DD-2C13-2E8CF14299D4}"/>
              </a:ext>
            </a:extLst>
          </p:cNvPr>
          <p:cNvSpPr/>
          <p:nvPr/>
        </p:nvSpPr>
        <p:spPr>
          <a:xfrm>
            <a:off x="-1" y="3072109"/>
            <a:ext cx="5803641" cy="1916856"/>
          </a:xfrm>
          <a:prstGeom prst="rect">
            <a:avLst/>
          </a:prstGeom>
          <a:gradFill>
            <a:gsLst>
              <a:gs pos="49000">
                <a:srgbClr val="09204F">
                  <a:alpha val="0"/>
                </a:srgbClr>
              </a:gs>
              <a:gs pos="0">
                <a:srgbClr val="1764FF"/>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hthoek 20">
            <a:extLst>
              <a:ext uri="{FF2B5EF4-FFF2-40B4-BE49-F238E27FC236}">
                <a16:creationId xmlns:a16="http://schemas.microsoft.com/office/drawing/2014/main" id="{4EB29BA0-DB22-A38A-3472-9F830FB71A43}"/>
              </a:ext>
            </a:extLst>
          </p:cNvPr>
          <p:cNvSpPr/>
          <p:nvPr/>
        </p:nvSpPr>
        <p:spPr>
          <a:xfrm>
            <a:off x="0" y="4652467"/>
            <a:ext cx="3033486" cy="336498"/>
          </a:xfrm>
          <a:prstGeom prst="rect">
            <a:avLst/>
          </a:prstGeom>
          <a:gradFill>
            <a:gsLst>
              <a:gs pos="14000">
                <a:srgbClr val="E88C36"/>
              </a:gs>
              <a:gs pos="98000">
                <a:srgbClr val="F9C816"/>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Tree>
    <p:extLst>
      <p:ext uri="{BB962C8B-B14F-4D97-AF65-F5344CB8AC3E}">
        <p14:creationId xmlns:p14="http://schemas.microsoft.com/office/powerpoint/2010/main" val="738328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42B1-79CC-1E21-4639-E7E6701665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FC30FB-D319-2C0A-9F37-22FDBE06E510}"/>
              </a:ext>
            </a:extLst>
          </p:cNvPr>
          <p:cNvSpPr>
            <a:spLocks noGrp="1"/>
          </p:cNvSpPr>
          <p:nvPr>
            <p:ph type="sldNum" sz="quarter" idx="4"/>
          </p:nvPr>
        </p:nvSpPr>
        <p:spPr/>
        <p:txBody>
          <a:bodyPr/>
          <a:lstStyle/>
          <a:p>
            <a:fld id="{E242BD21-9B61-2246-BCB1-4BE5E1BEBE1C}" type="slidenum">
              <a:rPr lang="en-US" smtClean="0"/>
              <a:pPr/>
              <a:t>2</a:t>
            </a:fld>
            <a:endParaRPr lang="en-US"/>
          </a:p>
        </p:txBody>
      </p:sp>
      <p:sp>
        <p:nvSpPr>
          <p:cNvPr id="3" name="Text Placeholder 2">
            <a:extLst>
              <a:ext uri="{FF2B5EF4-FFF2-40B4-BE49-F238E27FC236}">
                <a16:creationId xmlns:a16="http://schemas.microsoft.com/office/drawing/2014/main" id="{52208AD9-F8A2-F7B2-D9F1-70BCDD12FBB8}"/>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5717DAB3-373D-DCEC-7681-4A145CDFE5A3}"/>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DDA4B2A8-B773-91AF-217C-D5EE6ACFCD36}"/>
              </a:ext>
            </a:extLst>
          </p:cNvPr>
          <p:cNvSpPr>
            <a:spLocks noGrp="1"/>
          </p:cNvSpPr>
          <p:nvPr>
            <p:ph sz="quarter" idx="13"/>
          </p:nvPr>
        </p:nvSpPr>
        <p:spPr/>
        <p:txBody>
          <a:bodyPr/>
          <a:lstStyle/>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r>
              <a:rPr lang="en-US" sz="3200" b="1" dirty="0"/>
              <a:t>OBJECTIVES</a:t>
            </a:r>
          </a:p>
        </p:txBody>
      </p:sp>
      <p:sp>
        <p:nvSpPr>
          <p:cNvPr id="6" name="Rectangle 5">
            <a:extLst>
              <a:ext uri="{FF2B5EF4-FFF2-40B4-BE49-F238E27FC236}">
                <a16:creationId xmlns:a16="http://schemas.microsoft.com/office/drawing/2014/main" id="{E01EFB6F-BDEE-5ED9-3CD5-ECFE541AE10E}"/>
              </a:ext>
            </a:extLst>
          </p:cNvPr>
          <p:cNvSpPr/>
          <p:nvPr/>
        </p:nvSpPr>
        <p:spPr>
          <a:xfrm>
            <a:off x="1371600" y="0"/>
            <a:ext cx="10820400" cy="11862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172107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469EBE-D781-BBE7-29B3-57566E620DFE}"/>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3</a:t>
            </a:fld>
            <a:endParaRPr lang="en-US"/>
          </a:p>
        </p:txBody>
      </p:sp>
      <p:sp>
        <p:nvSpPr>
          <p:cNvPr id="3" name="Text Placeholder 2">
            <a:extLst>
              <a:ext uri="{FF2B5EF4-FFF2-40B4-BE49-F238E27FC236}">
                <a16:creationId xmlns:a16="http://schemas.microsoft.com/office/drawing/2014/main" id="{17ECEA32-D081-8FDD-76C5-C241F4387462}"/>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lstStyle/>
          <a:p>
            <a:r>
              <a:rPr lang="en-US"/>
              <a:t>Progress towards objectives between </a:t>
            </a:r>
            <a:r>
              <a:rPr lang="en-US" dirty="0"/>
              <a:t>OBJECTIVES_PERIOD_START and OBJECTIVES_PERIOD_END</a:t>
            </a:r>
            <a:endParaRPr lang="en-US"/>
          </a:p>
        </p:txBody>
      </p:sp>
      <p:graphicFrame>
        <p:nvGraphicFramePr>
          <p:cNvPr id="6" name="Chart 5">
            <a:extLst>
              <a:ext uri="{FF2B5EF4-FFF2-40B4-BE49-F238E27FC236}">
                <a16:creationId xmlns:a16="http://schemas.microsoft.com/office/drawing/2014/main" id="{9A17AFA3-FC96-B65B-0A6A-D4A1754157FE}"/>
              </a:ext>
            </a:extLst>
          </p:cNvPr>
          <p:cNvGraphicFramePr/>
          <p:nvPr/>
        </p:nvGraphicFramePr>
        <p:xfrm>
          <a:off x="478224" y="2116469"/>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1352F2E2-69B9-D866-7D75-24F10BB85A60}"/>
              </a:ext>
            </a:extLst>
          </p:cNvPr>
          <p:cNvSpPr txBox="1"/>
          <p:nvPr/>
        </p:nvSpPr>
        <p:spPr>
          <a:xfrm>
            <a:off x="8958648" y="-525758"/>
            <a:ext cx="2884016" cy="369332"/>
          </a:xfrm>
          <a:prstGeom prst="rect">
            <a:avLst/>
          </a:prstGeom>
          <a:noFill/>
        </p:spPr>
        <p:txBody>
          <a:bodyPr wrap="none" lIns="90000" rtlCol="0" anchor="t">
            <a:spAutoFit/>
          </a:bodyPr>
          <a:lstStyle/>
          <a:p>
            <a:r>
              <a:rPr lang="en-US" b="1"/>
              <a:t>OBJECTIVES_STATUS_CHART</a:t>
            </a:r>
            <a:endParaRPr lang="en-US"/>
          </a:p>
        </p:txBody>
      </p:sp>
      <p:sp>
        <p:nvSpPr>
          <p:cNvPr id="8" name="TextBox 7">
            <a:extLst>
              <a:ext uri="{FF2B5EF4-FFF2-40B4-BE49-F238E27FC236}">
                <a16:creationId xmlns:a16="http://schemas.microsoft.com/office/drawing/2014/main" id="{1CD0E6B1-41C3-CBAF-81A1-5291864E7E21}"/>
              </a:ext>
            </a:extLst>
          </p:cNvPr>
          <p:cNvSpPr txBox="1"/>
          <p:nvPr/>
        </p:nvSpPr>
        <p:spPr>
          <a:xfrm>
            <a:off x="2791143" y="394977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D9A08C5B-250B-FC47-1AD3-3C078984145A}"/>
              </a:ext>
            </a:extLst>
          </p:cNvPr>
          <p:cNvSpPr txBox="1"/>
          <p:nvPr/>
        </p:nvSpPr>
        <p:spPr>
          <a:xfrm>
            <a:off x="681046" y="1888751"/>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510434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257F2-BA89-4390-88ED-8FB60EF167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8348F-B34F-B964-E35D-39DECE3BFDFD}"/>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4</a:t>
            </a:fld>
            <a:endParaRPr lang="en-US"/>
          </a:p>
        </p:txBody>
      </p:sp>
      <p:sp>
        <p:nvSpPr>
          <p:cNvPr id="3" name="Text Placeholder 2">
            <a:extLst>
              <a:ext uri="{FF2B5EF4-FFF2-40B4-BE49-F238E27FC236}">
                <a16:creationId xmlns:a16="http://schemas.microsoft.com/office/drawing/2014/main" id="{99184645-C932-640A-5E4B-F4B967838F24}"/>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EF47F5DA-4282-38F9-1499-DF6018168961}"/>
              </a:ext>
            </a:extLst>
          </p:cNvPr>
          <p:cNvSpPr>
            <a:spLocks noGrp="1"/>
          </p:cNvSpPr>
          <p:nvPr>
            <p:ph type="title"/>
          </p:nvPr>
        </p:nvSpPr>
        <p:spPr/>
        <p:txBody>
          <a:bodyPr/>
          <a:lstStyle/>
          <a:p>
            <a:r>
              <a:rPr lang="en-US" dirty="0"/>
              <a:t>Progress towards objectives per team between OBJECTIVES_PERIOD_START and OBJECTIVES_PERIOD_END</a:t>
            </a:r>
          </a:p>
        </p:txBody>
      </p:sp>
      <p:graphicFrame>
        <p:nvGraphicFramePr>
          <p:cNvPr id="6" name="Chart 5">
            <a:extLst>
              <a:ext uri="{FF2B5EF4-FFF2-40B4-BE49-F238E27FC236}">
                <a16:creationId xmlns:a16="http://schemas.microsoft.com/office/drawing/2014/main" id="{C8EC5A35-9538-D995-065E-528B18F85DED}"/>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80F10C8-8291-84BB-615B-4FE46E9122C0}"/>
              </a:ext>
            </a:extLst>
          </p:cNvPr>
          <p:cNvSpPr txBox="1"/>
          <p:nvPr/>
        </p:nvSpPr>
        <p:spPr>
          <a:xfrm>
            <a:off x="8958648" y="-525758"/>
            <a:ext cx="2751287" cy="369332"/>
          </a:xfrm>
          <a:prstGeom prst="rect">
            <a:avLst/>
          </a:prstGeom>
          <a:noFill/>
        </p:spPr>
        <p:txBody>
          <a:bodyPr wrap="none" lIns="90000" rtlCol="0" anchor="t">
            <a:spAutoFit/>
          </a:bodyPr>
          <a:lstStyle/>
          <a:p>
            <a:r>
              <a:rPr lang="en-US" b="1"/>
              <a:t>OBJECTIVES_TEAM_CHART</a:t>
            </a:r>
            <a:endParaRPr lang="en-US"/>
          </a:p>
        </p:txBody>
      </p:sp>
      <p:sp>
        <p:nvSpPr>
          <p:cNvPr id="8" name="TextBox 7">
            <a:extLst>
              <a:ext uri="{FF2B5EF4-FFF2-40B4-BE49-F238E27FC236}">
                <a16:creationId xmlns:a16="http://schemas.microsoft.com/office/drawing/2014/main" id="{E329A40A-AF83-BB5A-88A1-56A221C73FA2}"/>
              </a:ext>
            </a:extLst>
          </p:cNvPr>
          <p:cNvSpPr txBox="1"/>
          <p:nvPr/>
        </p:nvSpPr>
        <p:spPr>
          <a:xfrm>
            <a:off x="2791143" y="5988637"/>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42AF4431-111B-9E39-96DA-E7355B3BFC0A}"/>
              </a:ext>
            </a:extLst>
          </p:cNvPr>
          <p:cNvSpPr txBox="1"/>
          <p:nvPr/>
        </p:nvSpPr>
        <p:spPr>
          <a:xfrm>
            <a:off x="9508826" y="1325702"/>
            <a:ext cx="2023844"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team’s systems</a:t>
            </a:r>
          </a:p>
        </p:txBody>
      </p:sp>
    </p:spTree>
    <p:extLst>
      <p:ext uri="{BB962C8B-B14F-4D97-AF65-F5344CB8AC3E}">
        <p14:creationId xmlns:p14="http://schemas.microsoft.com/office/powerpoint/2010/main" val="2807704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9429BB-1FAC-98FE-7D71-42B7D87DA3A3}"/>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5</a:t>
            </a:fld>
            <a:endParaRPr lang="en-US"/>
          </a:p>
        </p:txBody>
      </p:sp>
      <p:sp>
        <p:nvSpPr>
          <p:cNvPr id="3" name="Text Placeholder 2">
            <a:extLst>
              <a:ext uri="{FF2B5EF4-FFF2-40B4-BE49-F238E27FC236}">
                <a16:creationId xmlns:a16="http://schemas.microsoft.com/office/drawing/2014/main" id="{DA581411-6610-CAFD-EA1C-81FD4B023805}"/>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lstStyle/>
          <a:p>
            <a:r>
              <a:rPr lang="en-US"/>
              <a:t>Progress towards objectives per capability between </a:t>
            </a:r>
            <a:r>
              <a:rPr lang="en-US" dirty="0"/>
              <a:t>OBJECTIVES_PERIOD_START and OBJECTIVES_PERIOD_END</a:t>
            </a:r>
            <a:endParaRPr lang="en-US"/>
          </a:p>
        </p:txBody>
      </p:sp>
      <p:graphicFrame>
        <p:nvGraphicFramePr>
          <p:cNvPr id="6" name="Chart 5">
            <a:extLst>
              <a:ext uri="{FF2B5EF4-FFF2-40B4-BE49-F238E27FC236}">
                <a16:creationId xmlns:a16="http://schemas.microsoft.com/office/drawing/2014/main" id="{2774041C-71AE-0495-78BB-3253007E9E90}"/>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E75AA9D8-EEB6-8709-C209-D32FF5C291E0}"/>
              </a:ext>
            </a:extLst>
          </p:cNvPr>
          <p:cNvSpPr txBox="1"/>
          <p:nvPr/>
        </p:nvSpPr>
        <p:spPr>
          <a:xfrm>
            <a:off x="8958648" y="-525758"/>
            <a:ext cx="3278675" cy="369332"/>
          </a:xfrm>
          <a:prstGeom prst="rect">
            <a:avLst/>
          </a:prstGeom>
          <a:noFill/>
        </p:spPr>
        <p:txBody>
          <a:bodyPr wrap="none" lIns="90000" rtlCol="0" anchor="t">
            <a:spAutoFit/>
          </a:bodyPr>
          <a:lstStyle/>
          <a:p>
            <a:r>
              <a:rPr lang="en-US" b="1"/>
              <a:t>OBJECTIVES_CAPABILITY_CHART</a:t>
            </a:r>
            <a:endParaRPr lang="en-US"/>
          </a:p>
        </p:txBody>
      </p:sp>
      <p:sp>
        <p:nvSpPr>
          <p:cNvPr id="8" name="TextBox 7">
            <a:extLst>
              <a:ext uri="{FF2B5EF4-FFF2-40B4-BE49-F238E27FC236}">
                <a16:creationId xmlns:a16="http://schemas.microsoft.com/office/drawing/2014/main" id="{E64208DC-0422-1C0A-F36A-3E68057F3E5B}"/>
              </a:ext>
            </a:extLst>
          </p:cNvPr>
          <p:cNvSpPr txBox="1"/>
          <p:nvPr/>
        </p:nvSpPr>
        <p:spPr>
          <a:xfrm>
            <a:off x="2791143" y="5988637"/>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360040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600E-1C52-CB46-5D36-227AF7C7B6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3EDD46-211F-38F5-AB6D-EB17449227EF}"/>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6</a:t>
            </a:fld>
            <a:endParaRPr lang="en-US"/>
          </a:p>
        </p:txBody>
      </p:sp>
      <p:sp>
        <p:nvSpPr>
          <p:cNvPr id="3" name="Text Placeholder 2">
            <a:extLst>
              <a:ext uri="{FF2B5EF4-FFF2-40B4-BE49-F238E27FC236}">
                <a16:creationId xmlns:a16="http://schemas.microsoft.com/office/drawing/2014/main" id="{F3077B15-64A3-766F-A6A8-B3999BFA4163}"/>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039A4AB2-1C46-4914-7434-6FBDA68DDAFA}"/>
              </a:ext>
            </a:extLst>
          </p:cNvPr>
          <p:cNvSpPr>
            <a:spLocks noGrp="1"/>
          </p:cNvSpPr>
          <p:nvPr>
            <p:ph type="title"/>
          </p:nvPr>
        </p:nvSpPr>
        <p:spPr/>
        <p:txBody>
          <a:bodyPr/>
          <a:lstStyle/>
          <a:p>
            <a:r>
              <a:rPr lang="en-US"/>
              <a:t>Progress towards objectives over time</a:t>
            </a:r>
          </a:p>
        </p:txBody>
      </p:sp>
      <p:graphicFrame>
        <p:nvGraphicFramePr>
          <p:cNvPr id="6" name="Chart 5">
            <a:extLst>
              <a:ext uri="{FF2B5EF4-FFF2-40B4-BE49-F238E27FC236}">
                <a16:creationId xmlns:a16="http://schemas.microsoft.com/office/drawing/2014/main" id="{CED42228-B917-5A3E-BB6B-9871F4C489AA}"/>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25FA84B-5F3F-E103-125D-195720E3F1F8}"/>
              </a:ext>
            </a:extLst>
          </p:cNvPr>
          <p:cNvSpPr txBox="1"/>
          <p:nvPr/>
        </p:nvSpPr>
        <p:spPr>
          <a:xfrm>
            <a:off x="8958648" y="-525758"/>
            <a:ext cx="3051498" cy="369332"/>
          </a:xfrm>
          <a:prstGeom prst="rect">
            <a:avLst/>
          </a:prstGeom>
          <a:noFill/>
        </p:spPr>
        <p:txBody>
          <a:bodyPr wrap="none" lIns="90000" rtlCol="0" anchor="t">
            <a:spAutoFit/>
          </a:bodyPr>
          <a:lstStyle/>
          <a:p>
            <a:r>
              <a:rPr lang="en-US" b="1"/>
              <a:t>OBJECTIVES_OVERALL_CHART</a:t>
            </a:r>
            <a:endParaRPr lang="en-US"/>
          </a:p>
        </p:txBody>
      </p:sp>
      <p:sp>
        <p:nvSpPr>
          <p:cNvPr id="8" name="TextBox 7">
            <a:extLst>
              <a:ext uri="{FF2B5EF4-FFF2-40B4-BE49-F238E27FC236}">
                <a16:creationId xmlns:a16="http://schemas.microsoft.com/office/drawing/2014/main" id="{832C182B-21A7-0B3F-FD20-1EAE8DC0298E}"/>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4418F0D0-4FE8-9F07-C0C1-9B71E7D05D3A}"/>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1397517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63A228-91DD-866A-C3BE-29D9BA0B02BB}"/>
              </a:ext>
            </a:extLst>
          </p:cNvPr>
          <p:cNvSpPr>
            <a:spLocks noGrp="1"/>
          </p:cNvSpPr>
          <p:nvPr>
            <p:ph type="sldNum" sz="quarter" idx="4"/>
          </p:nvPr>
        </p:nvSpPr>
        <p:spPr/>
        <p:txBody>
          <a:bodyPr/>
          <a:lstStyle/>
          <a:p>
            <a:fld id="{E242BD21-9B61-2246-BCB1-4BE5E1BEBE1C}" type="slidenum">
              <a:rPr lang="en-US" smtClean="0"/>
              <a:pPr/>
              <a:t>7</a:t>
            </a:fld>
            <a:endParaRPr lang="en-US"/>
          </a:p>
        </p:txBody>
      </p:sp>
      <p:sp>
        <p:nvSpPr>
          <p:cNvPr id="3" name="Text Placeholder 2">
            <a:extLst>
              <a:ext uri="{FF2B5EF4-FFF2-40B4-BE49-F238E27FC236}">
                <a16:creationId xmlns:a16="http://schemas.microsoft.com/office/drawing/2014/main" id="{D37ED074-760A-27AF-25CE-E2511AFEA515}"/>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0D810002-51D8-CFBC-BD3F-963973A8ED7A}"/>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1D534E21-7EB0-8655-1FAF-0FBBAA97919C}"/>
              </a:ext>
            </a:extLst>
          </p:cNvPr>
          <p:cNvSpPr>
            <a:spLocks noGrp="1"/>
          </p:cNvSpPr>
          <p:nvPr>
            <p:ph sz="quarter" idx="13"/>
          </p:nvPr>
        </p:nvSpPr>
        <p:spPr/>
        <p:txBody>
          <a:bodyPr/>
          <a:lstStyle/>
          <a:p>
            <a:pPr marL="0" indent="0" algn="ctr">
              <a:buNone/>
            </a:pPr>
            <a:endParaRPr lang="en-US" sz="3200" b="1"/>
          </a:p>
          <a:p>
            <a:pPr marL="0" indent="0" algn="ctr">
              <a:buNone/>
            </a:pPr>
            <a:endParaRPr lang="en-US" sz="3200" b="1"/>
          </a:p>
          <a:p>
            <a:pPr marL="0" indent="0" algn="ctr">
              <a:buNone/>
            </a:pPr>
            <a:endParaRPr lang="en-US" sz="3200" b="1"/>
          </a:p>
          <a:p>
            <a:pPr marL="0" indent="0" algn="ctr">
              <a:buNone/>
            </a:pPr>
            <a:r>
              <a:rPr lang="en-US" sz="3200" b="1"/>
              <a:t>OBJECTIVES: TREND PER CAPABILITY</a:t>
            </a:r>
          </a:p>
        </p:txBody>
      </p:sp>
      <p:sp>
        <p:nvSpPr>
          <p:cNvPr id="6" name="Rectangle 5">
            <a:extLst>
              <a:ext uri="{FF2B5EF4-FFF2-40B4-BE49-F238E27FC236}">
                <a16:creationId xmlns:a16="http://schemas.microsoft.com/office/drawing/2014/main" id="{F074427A-C727-A25F-00F6-6BA35F10855E}"/>
              </a:ext>
            </a:extLst>
          </p:cNvPr>
          <p:cNvSpPr/>
          <p:nvPr/>
        </p:nvSpPr>
        <p:spPr>
          <a:xfrm>
            <a:off x="1371600" y="0"/>
            <a:ext cx="10820400" cy="11862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2455654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07E0E-1EF7-93CB-AE93-58F5DBBBDC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1CC23F-34A9-CAB4-F1AC-61CD4A137DAD}"/>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8</a:t>
            </a:fld>
            <a:endParaRPr lang="en-US"/>
          </a:p>
        </p:txBody>
      </p:sp>
      <p:sp>
        <p:nvSpPr>
          <p:cNvPr id="3" name="Text Placeholder 2">
            <a:extLst>
              <a:ext uri="{FF2B5EF4-FFF2-40B4-BE49-F238E27FC236}">
                <a16:creationId xmlns:a16="http://schemas.microsoft.com/office/drawing/2014/main" id="{8C971F33-EC6D-15CB-7964-1A1BA3BB36F8}"/>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3CF13107-CDB7-AC85-5C5F-E7555AB75D8E}"/>
              </a:ext>
            </a:extLst>
          </p:cNvPr>
          <p:cNvSpPr>
            <a:spLocks noGrp="1"/>
          </p:cNvSpPr>
          <p:nvPr>
            <p:ph type="title"/>
          </p:nvPr>
        </p:nvSpPr>
        <p:spPr/>
        <p:txBody>
          <a:bodyPr/>
          <a:lstStyle/>
          <a:p>
            <a:r>
              <a:rPr lang="en-US"/>
              <a:t>Progress towards objectives: Security</a:t>
            </a:r>
          </a:p>
        </p:txBody>
      </p:sp>
      <p:graphicFrame>
        <p:nvGraphicFramePr>
          <p:cNvPr id="6" name="Chart 5">
            <a:extLst>
              <a:ext uri="{FF2B5EF4-FFF2-40B4-BE49-F238E27FC236}">
                <a16:creationId xmlns:a16="http://schemas.microsoft.com/office/drawing/2014/main" id="{EA804B61-8F8C-C6D5-94BB-B5CA583E7BE3}"/>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59FCAA8-D0E0-3539-B820-DF6D6318129E}"/>
              </a:ext>
            </a:extLst>
          </p:cNvPr>
          <p:cNvSpPr txBox="1"/>
          <p:nvPr/>
        </p:nvSpPr>
        <p:spPr>
          <a:xfrm>
            <a:off x="8958648" y="-525758"/>
            <a:ext cx="3101768" cy="369332"/>
          </a:xfrm>
          <a:prstGeom prst="rect">
            <a:avLst/>
          </a:prstGeom>
          <a:noFill/>
        </p:spPr>
        <p:txBody>
          <a:bodyPr wrap="none" lIns="90000" rtlCol="0" anchor="t">
            <a:spAutoFit/>
          </a:bodyPr>
          <a:lstStyle/>
          <a:p>
            <a:r>
              <a:rPr lang="en-US" b="1"/>
              <a:t>OBJECTIVES_SECURITY_CHART</a:t>
            </a:r>
            <a:endParaRPr lang="en-US"/>
          </a:p>
        </p:txBody>
      </p:sp>
      <p:sp>
        <p:nvSpPr>
          <p:cNvPr id="8" name="TextBox 7">
            <a:extLst>
              <a:ext uri="{FF2B5EF4-FFF2-40B4-BE49-F238E27FC236}">
                <a16:creationId xmlns:a16="http://schemas.microsoft.com/office/drawing/2014/main" id="{463D52BC-C3E2-2451-161B-F52A7FA9705A}"/>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15BDB332-5B7A-58F8-1634-D547EFC67F5B}"/>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41665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EF245-3442-A171-4B71-8976E674B4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27DFA2-EE79-84D9-93B7-40E7783C22ED}"/>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9</a:t>
            </a:fld>
            <a:endParaRPr lang="en-US"/>
          </a:p>
        </p:txBody>
      </p:sp>
      <p:sp>
        <p:nvSpPr>
          <p:cNvPr id="3" name="Text Placeholder 2">
            <a:extLst>
              <a:ext uri="{FF2B5EF4-FFF2-40B4-BE49-F238E27FC236}">
                <a16:creationId xmlns:a16="http://schemas.microsoft.com/office/drawing/2014/main" id="{348E3577-CF80-4497-779B-F8F9B649832B}"/>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723ACF5B-388E-198E-FD05-ADCFD0748A08}"/>
              </a:ext>
            </a:extLst>
          </p:cNvPr>
          <p:cNvSpPr>
            <a:spLocks noGrp="1"/>
          </p:cNvSpPr>
          <p:nvPr>
            <p:ph type="title"/>
          </p:nvPr>
        </p:nvSpPr>
        <p:spPr/>
        <p:txBody>
          <a:bodyPr/>
          <a:lstStyle/>
          <a:p>
            <a:r>
              <a:rPr lang="en-US"/>
              <a:t>Progress towards objectives: Open Source Health</a:t>
            </a:r>
          </a:p>
        </p:txBody>
      </p:sp>
      <p:graphicFrame>
        <p:nvGraphicFramePr>
          <p:cNvPr id="6" name="Chart 5">
            <a:extLst>
              <a:ext uri="{FF2B5EF4-FFF2-40B4-BE49-F238E27FC236}">
                <a16:creationId xmlns:a16="http://schemas.microsoft.com/office/drawing/2014/main" id="{1551057A-38E3-B1CD-A98D-FA6566BDC6A6}"/>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AAE381E8-8BDC-C11E-0B4E-573D2927E3C8}"/>
              </a:ext>
            </a:extLst>
          </p:cNvPr>
          <p:cNvSpPr txBox="1"/>
          <p:nvPr/>
        </p:nvSpPr>
        <p:spPr>
          <a:xfrm>
            <a:off x="8958648" y="-525758"/>
            <a:ext cx="2597014" cy="369332"/>
          </a:xfrm>
          <a:prstGeom prst="rect">
            <a:avLst/>
          </a:prstGeom>
          <a:noFill/>
        </p:spPr>
        <p:txBody>
          <a:bodyPr wrap="none" lIns="90000" rtlCol="0" anchor="t">
            <a:spAutoFit/>
          </a:bodyPr>
          <a:lstStyle/>
          <a:p>
            <a:r>
              <a:rPr lang="en-US" b="1"/>
              <a:t>OBJECTIVES_OSH_CHART</a:t>
            </a:r>
            <a:endParaRPr lang="en-US"/>
          </a:p>
        </p:txBody>
      </p:sp>
      <p:sp>
        <p:nvSpPr>
          <p:cNvPr id="8" name="TextBox 7">
            <a:extLst>
              <a:ext uri="{FF2B5EF4-FFF2-40B4-BE49-F238E27FC236}">
                <a16:creationId xmlns:a16="http://schemas.microsoft.com/office/drawing/2014/main" id="{B5C2DE49-7433-6CBC-CA29-7C7939288C8E}"/>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F131CF1D-7DAE-FF14-4371-2186B59208F0}"/>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774156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EC71-BF20-1EC9-6B8D-E66363F242A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9F4491-51CB-EEE5-D092-EF2325FC49E6}"/>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10</a:t>
            </a:fld>
            <a:endParaRPr lang="en-US"/>
          </a:p>
        </p:txBody>
      </p:sp>
      <p:sp>
        <p:nvSpPr>
          <p:cNvPr id="3" name="Text Placeholder 2">
            <a:extLst>
              <a:ext uri="{FF2B5EF4-FFF2-40B4-BE49-F238E27FC236}">
                <a16:creationId xmlns:a16="http://schemas.microsoft.com/office/drawing/2014/main" id="{665BB6BA-D3E5-6DBC-BA5D-B53502B31A39}"/>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08BDABA6-F829-DABD-783E-014F92383623}"/>
              </a:ext>
            </a:extLst>
          </p:cNvPr>
          <p:cNvSpPr>
            <a:spLocks noGrp="1"/>
          </p:cNvSpPr>
          <p:nvPr>
            <p:ph type="title"/>
          </p:nvPr>
        </p:nvSpPr>
        <p:spPr/>
        <p:txBody>
          <a:bodyPr/>
          <a:lstStyle/>
          <a:p>
            <a:r>
              <a:rPr lang="en-US"/>
              <a:t>Progress towards objectives: Maintainability</a:t>
            </a:r>
          </a:p>
        </p:txBody>
      </p:sp>
      <p:graphicFrame>
        <p:nvGraphicFramePr>
          <p:cNvPr id="6" name="Chart 5">
            <a:extLst>
              <a:ext uri="{FF2B5EF4-FFF2-40B4-BE49-F238E27FC236}">
                <a16:creationId xmlns:a16="http://schemas.microsoft.com/office/drawing/2014/main" id="{D309D7A3-6D2B-5238-FDCA-89277EA3E24A}"/>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FBB95D9E-971C-257B-3338-71CD7C91C015}"/>
              </a:ext>
            </a:extLst>
          </p:cNvPr>
          <p:cNvSpPr txBox="1"/>
          <p:nvPr/>
        </p:nvSpPr>
        <p:spPr>
          <a:xfrm>
            <a:off x="8958648" y="-525758"/>
            <a:ext cx="3912566" cy="369332"/>
          </a:xfrm>
          <a:prstGeom prst="rect">
            <a:avLst/>
          </a:prstGeom>
          <a:noFill/>
        </p:spPr>
        <p:txBody>
          <a:bodyPr wrap="none" lIns="90000" rtlCol="0" anchor="t">
            <a:spAutoFit/>
          </a:bodyPr>
          <a:lstStyle/>
          <a:p>
            <a:r>
              <a:rPr lang="en-US" b="1"/>
              <a:t>OBJECTIVES_MAINTAINABILITY_CHART</a:t>
            </a:r>
            <a:endParaRPr lang="en-US"/>
          </a:p>
        </p:txBody>
      </p:sp>
      <p:sp>
        <p:nvSpPr>
          <p:cNvPr id="8" name="TextBox 7">
            <a:extLst>
              <a:ext uri="{FF2B5EF4-FFF2-40B4-BE49-F238E27FC236}">
                <a16:creationId xmlns:a16="http://schemas.microsoft.com/office/drawing/2014/main" id="{D644A357-894B-360C-F02D-0E805F440A54}"/>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308BF43F-4B27-019F-F6AA-84146EA48A8B}"/>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1600949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EA77C-7A9E-2604-6B02-6FB6C57A31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830A8F-64E7-1C1D-24C6-C12102806E66}"/>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11</a:t>
            </a:fld>
            <a:endParaRPr lang="en-US"/>
          </a:p>
        </p:txBody>
      </p:sp>
      <p:sp>
        <p:nvSpPr>
          <p:cNvPr id="3" name="Text Placeholder 2">
            <a:extLst>
              <a:ext uri="{FF2B5EF4-FFF2-40B4-BE49-F238E27FC236}">
                <a16:creationId xmlns:a16="http://schemas.microsoft.com/office/drawing/2014/main" id="{66F722AC-8C8A-2B3B-1671-FE6B7573FDE0}"/>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4EFC0CB5-4975-B41B-F265-6AE5A3F2ADFE}"/>
              </a:ext>
            </a:extLst>
          </p:cNvPr>
          <p:cNvSpPr>
            <a:spLocks noGrp="1"/>
          </p:cNvSpPr>
          <p:nvPr>
            <p:ph type="title"/>
          </p:nvPr>
        </p:nvSpPr>
        <p:spPr/>
        <p:txBody>
          <a:bodyPr/>
          <a:lstStyle/>
          <a:p>
            <a:r>
              <a:rPr lang="en-US"/>
              <a:t>Progress towards objectives: Architecture</a:t>
            </a:r>
          </a:p>
        </p:txBody>
      </p:sp>
      <p:graphicFrame>
        <p:nvGraphicFramePr>
          <p:cNvPr id="6" name="Chart 5">
            <a:extLst>
              <a:ext uri="{FF2B5EF4-FFF2-40B4-BE49-F238E27FC236}">
                <a16:creationId xmlns:a16="http://schemas.microsoft.com/office/drawing/2014/main" id="{FBB521E4-96ED-814A-B322-AFBA0633E84C}"/>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41183F90-63B2-0646-9068-7E4E2BCF14D9}"/>
              </a:ext>
            </a:extLst>
          </p:cNvPr>
          <p:cNvSpPr txBox="1"/>
          <p:nvPr/>
        </p:nvSpPr>
        <p:spPr>
          <a:xfrm>
            <a:off x="8958648" y="-525758"/>
            <a:ext cx="3635054" cy="369332"/>
          </a:xfrm>
          <a:prstGeom prst="rect">
            <a:avLst/>
          </a:prstGeom>
          <a:noFill/>
        </p:spPr>
        <p:txBody>
          <a:bodyPr wrap="none" lIns="90000" rtlCol="0" anchor="t">
            <a:spAutoFit/>
          </a:bodyPr>
          <a:lstStyle/>
          <a:p>
            <a:r>
              <a:rPr lang="en-US" b="1"/>
              <a:t>OBJECTIVES_ARCHITECTURE_CHART</a:t>
            </a:r>
            <a:endParaRPr lang="en-US"/>
          </a:p>
        </p:txBody>
      </p:sp>
      <p:sp>
        <p:nvSpPr>
          <p:cNvPr id="8" name="TextBox 7">
            <a:extLst>
              <a:ext uri="{FF2B5EF4-FFF2-40B4-BE49-F238E27FC236}">
                <a16:creationId xmlns:a16="http://schemas.microsoft.com/office/drawing/2014/main" id="{79FE74E7-A4E7-D99A-A30E-92E30405FE49}"/>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A55E5897-263B-F75F-BB48-770410B9BCFB}"/>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26135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3638-E7EA-6540-EB95-71AC99BB18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6550A-82BC-27A9-5BA9-11E0BD7D281C}"/>
              </a:ext>
            </a:extLst>
          </p:cNvPr>
          <p:cNvSpPr>
            <a:spLocks noGrp="1"/>
          </p:cNvSpPr>
          <p:nvPr>
            <p:ph type="sldNum" sz="quarter" idx="4"/>
          </p:nvPr>
        </p:nvSpPr>
        <p:spPr/>
        <p:txBody>
          <a:bodyPr/>
          <a:lstStyle/>
          <a:p>
            <a:fld id="{E242BD21-9B61-2246-BCB1-4BE5E1BEBE1C}" type="slidenum">
              <a:rPr lang="en-US" smtClean="0"/>
              <a:pPr/>
              <a:t>12</a:t>
            </a:fld>
            <a:endParaRPr lang="en-US"/>
          </a:p>
        </p:txBody>
      </p:sp>
      <p:sp>
        <p:nvSpPr>
          <p:cNvPr id="3" name="Text Placeholder 2">
            <a:extLst>
              <a:ext uri="{FF2B5EF4-FFF2-40B4-BE49-F238E27FC236}">
                <a16:creationId xmlns:a16="http://schemas.microsoft.com/office/drawing/2014/main" id="{3805C72F-BC02-E5AC-7875-697FD443A9D3}"/>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89E30962-2823-732A-4055-DA798F204AF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27E713ED-C675-C9A6-C511-46A1453EFEE1}"/>
              </a:ext>
            </a:extLst>
          </p:cNvPr>
          <p:cNvSpPr>
            <a:spLocks noGrp="1"/>
          </p:cNvSpPr>
          <p:nvPr>
            <p:ph sz="quarter" idx="13"/>
          </p:nvPr>
        </p:nvSpPr>
        <p:spPr/>
        <p:txBody>
          <a:bodyPr/>
          <a:lstStyle/>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r>
              <a:rPr lang="en-US" sz="3200" b="1" dirty="0"/>
              <a:t>PORTFOLIO TRENDS</a:t>
            </a:r>
          </a:p>
        </p:txBody>
      </p:sp>
      <p:sp>
        <p:nvSpPr>
          <p:cNvPr id="6" name="Rectangle 5">
            <a:extLst>
              <a:ext uri="{FF2B5EF4-FFF2-40B4-BE49-F238E27FC236}">
                <a16:creationId xmlns:a16="http://schemas.microsoft.com/office/drawing/2014/main" id="{9CAD5F29-E096-9FA6-116C-606DEF54A9DD}"/>
              </a:ext>
            </a:extLst>
          </p:cNvPr>
          <p:cNvSpPr/>
          <p:nvPr/>
        </p:nvSpPr>
        <p:spPr>
          <a:xfrm>
            <a:off x="1371600" y="0"/>
            <a:ext cx="10820400" cy="11862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3921725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244CA5-514A-F2C8-D527-F14A5B9AC569}"/>
              </a:ext>
            </a:extLst>
          </p:cNvPr>
          <p:cNvSpPr>
            <a:spLocks noGrp="1"/>
          </p:cNvSpPr>
          <p:nvPr>
            <p:ph type="sldNum" sz="quarter" idx="4"/>
          </p:nvPr>
        </p:nvSpPr>
        <p:spPr/>
        <p:txBody>
          <a:bodyPr/>
          <a:lstStyle/>
          <a:p>
            <a:fld id="{E242BD21-9B61-2246-BCB1-4BE5E1BEBE1C}" type="slidenum">
              <a:rPr lang="en-US" smtClean="0"/>
              <a:pPr/>
              <a:t>13</a:t>
            </a:fld>
            <a:endParaRPr lang="en-US"/>
          </a:p>
        </p:txBody>
      </p:sp>
      <p:sp>
        <p:nvSpPr>
          <p:cNvPr id="3" name="Text Placeholder 2">
            <a:extLst>
              <a:ext uri="{FF2B5EF4-FFF2-40B4-BE49-F238E27FC236}">
                <a16:creationId xmlns:a16="http://schemas.microsoft.com/office/drawing/2014/main" id="{A1FB216C-5424-3BD3-734F-8940B8F7557A}"/>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0EC6F36A-A551-DDD9-E55E-E2D402E7F6D1}"/>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E58C03D-C2C9-5113-4B51-C48613DCAAAD}"/>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225589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0D57D-D9E0-0D54-99BF-370236A4E77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A88223-8930-1C1E-4588-8175C05FE12A}"/>
              </a:ext>
            </a:extLst>
          </p:cNvPr>
          <p:cNvSpPr>
            <a:spLocks noGrp="1"/>
          </p:cNvSpPr>
          <p:nvPr>
            <p:ph type="body" sz="quarter" idx="12"/>
          </p:nvPr>
        </p:nvSpPr>
        <p:spPr>
          <a:xfrm>
            <a:off x="381600" y="129568"/>
            <a:ext cx="2337673" cy="228209"/>
          </a:xfrm>
        </p:spPr>
        <p:txBody>
          <a:bodyPr/>
          <a:lstStyle/>
          <a:p>
            <a:r>
              <a:rPr lang="en-US" dirty="0"/>
              <a:t>Findings – Maintainability</a:t>
            </a:r>
          </a:p>
        </p:txBody>
      </p:sp>
      <p:sp>
        <p:nvSpPr>
          <p:cNvPr id="5" name="Slide Number Placeholder 4">
            <a:extLst>
              <a:ext uri="{FF2B5EF4-FFF2-40B4-BE49-F238E27FC236}">
                <a16:creationId xmlns:a16="http://schemas.microsoft.com/office/drawing/2014/main" id="{6330CDF8-AD1F-BEA5-A3FB-DC88D9F9F97E}"/>
              </a:ext>
            </a:extLst>
          </p:cNvPr>
          <p:cNvSpPr>
            <a:spLocks noGrp="1"/>
          </p:cNvSpPr>
          <p:nvPr>
            <p:ph type="sldNum" sz="quarter" idx="15"/>
          </p:nvPr>
        </p:nvSpPr>
        <p:spPr/>
        <p:txBody>
          <a:bodyPr/>
          <a:lstStyle/>
          <a:p>
            <a:fld id="{E242BD21-9B61-2246-BCB1-4BE5E1BEBE1C}" type="slidenum">
              <a:rPr lang="nl-NL" smtClean="0"/>
              <a:pPr/>
              <a:t>14</a:t>
            </a:fld>
            <a:endParaRPr lang="nl-NL"/>
          </a:p>
        </p:txBody>
      </p:sp>
      <p:sp>
        <p:nvSpPr>
          <p:cNvPr id="6" name="Title 5">
            <a:extLst>
              <a:ext uri="{FF2B5EF4-FFF2-40B4-BE49-F238E27FC236}">
                <a16:creationId xmlns:a16="http://schemas.microsoft.com/office/drawing/2014/main" id="{E3DBB2B9-0296-180F-567D-D9ECC883CD2E}"/>
              </a:ext>
            </a:extLst>
          </p:cNvPr>
          <p:cNvSpPr>
            <a:spLocks noGrp="1"/>
          </p:cNvSpPr>
          <p:nvPr>
            <p:ph type="title"/>
          </p:nvPr>
        </p:nvSpPr>
        <p:spPr>
          <a:xfrm>
            <a:off x="154800" y="594000"/>
            <a:ext cx="11880000" cy="402291"/>
          </a:xfrm>
        </p:spPr>
        <p:txBody>
          <a:bodyPr/>
          <a:lstStyle/>
          <a:p>
            <a:r>
              <a:rPr lang="en-US" dirty="0" err="1"/>
              <a:t>PORTFOLIO_PERIOD_MAINT_SHORT_SUMMARY</a:t>
            </a:r>
            <a:endParaRPr lang="en-US" dirty="0"/>
          </a:p>
        </p:txBody>
      </p:sp>
      <p:sp>
        <p:nvSpPr>
          <p:cNvPr id="7" name="Rectangle 6">
            <a:extLst>
              <a:ext uri="{FF2B5EF4-FFF2-40B4-BE49-F238E27FC236}">
                <a16:creationId xmlns:a16="http://schemas.microsoft.com/office/drawing/2014/main" id="{83AC353E-E13C-926F-C3E1-D8C14E15D9C3}"/>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96FB33CD-972D-82BA-611A-BDA571B47A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3DDB1696-B9F0-0B8F-6A22-15EB38EA2FA0}"/>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PORTFOLIO_PERIOD_MAINTAINABILITY</a:t>
            </a:r>
            <a:endParaRPr lang="en-US" sz="1600" dirty="0">
              <a:solidFill>
                <a:schemeClr val="bg1"/>
              </a:solidFill>
            </a:endParaRPr>
          </a:p>
        </p:txBody>
      </p:sp>
      <p:sp>
        <p:nvSpPr>
          <p:cNvPr id="24" name="Rectangle 23">
            <a:extLst>
              <a:ext uri="{FF2B5EF4-FFF2-40B4-BE49-F238E27FC236}">
                <a16:creationId xmlns:a16="http://schemas.microsoft.com/office/drawing/2014/main" id="{E322FB50-09CD-BD77-98FB-88BFD11C6F8E}"/>
              </a:ext>
            </a:extLst>
          </p:cNvPr>
          <p:cNvSpPr/>
          <p:nvPr/>
        </p:nvSpPr>
        <p:spPr>
          <a:xfrm>
            <a:off x="1919663" y="7021951"/>
            <a:ext cx="570040" cy="388306"/>
          </a:xfrm>
          <a:prstGeom prst="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5" name="TextBox 24">
            <a:extLst>
              <a:ext uri="{FF2B5EF4-FFF2-40B4-BE49-F238E27FC236}">
                <a16:creationId xmlns:a16="http://schemas.microsoft.com/office/drawing/2014/main" id="{780A2678-3CBE-BE27-FFCC-252C12330A27}"/>
              </a:ext>
            </a:extLst>
          </p:cNvPr>
          <p:cNvSpPr txBox="1"/>
          <p:nvPr/>
        </p:nvSpPr>
        <p:spPr>
          <a:xfrm>
            <a:off x="1760856" y="7410257"/>
            <a:ext cx="800369" cy="355162"/>
          </a:xfrm>
          <a:prstGeom prst="rect">
            <a:avLst/>
          </a:prstGeom>
          <a:noFill/>
        </p:spPr>
        <p:txBody>
          <a:bodyPr wrap="none" lIns="90000" rtlCol="0" anchor="t">
            <a:spAutoFit/>
          </a:bodyPr>
          <a:lstStyle/>
          <a:p>
            <a:pPr algn="ctr">
              <a:lnSpc>
                <a:spcPct val="113000"/>
              </a:lnSpc>
            </a:pPr>
            <a:r>
              <a:rPr lang="en-US" sz="1600" dirty="0"/>
              <a:t>E06C4F</a:t>
            </a:r>
            <a:endParaRPr lang="en-US" sz="1600" dirty="0">
              <a:solidFill>
                <a:schemeClr val="tx1"/>
              </a:solidFill>
            </a:endParaRPr>
          </a:p>
        </p:txBody>
      </p:sp>
      <p:sp>
        <p:nvSpPr>
          <p:cNvPr id="38" name="Rectangle 37">
            <a:extLst>
              <a:ext uri="{FF2B5EF4-FFF2-40B4-BE49-F238E27FC236}">
                <a16:creationId xmlns:a16="http://schemas.microsoft.com/office/drawing/2014/main" id="{EEF7F746-DA53-9BAD-7F22-DD8DE867A079}"/>
              </a:ext>
            </a:extLst>
          </p:cNvPr>
          <p:cNvSpPr/>
          <p:nvPr/>
        </p:nvSpPr>
        <p:spPr>
          <a:xfrm>
            <a:off x="3919926" y="7022443"/>
            <a:ext cx="570040" cy="388306"/>
          </a:xfrm>
          <a:prstGeom prst="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9" name="TextBox 38">
            <a:extLst>
              <a:ext uri="{FF2B5EF4-FFF2-40B4-BE49-F238E27FC236}">
                <a16:creationId xmlns:a16="http://schemas.microsoft.com/office/drawing/2014/main" id="{D022C1EE-B94A-5815-12D2-9F987BDADEAF}"/>
              </a:ext>
            </a:extLst>
          </p:cNvPr>
          <p:cNvSpPr txBox="1"/>
          <p:nvPr/>
        </p:nvSpPr>
        <p:spPr>
          <a:xfrm>
            <a:off x="3758715" y="7410749"/>
            <a:ext cx="805177" cy="355162"/>
          </a:xfrm>
          <a:prstGeom prst="rect">
            <a:avLst/>
          </a:prstGeom>
          <a:noFill/>
        </p:spPr>
        <p:txBody>
          <a:bodyPr wrap="none" lIns="90000" rtlCol="0" anchor="t">
            <a:spAutoFit/>
          </a:bodyPr>
          <a:lstStyle/>
          <a:p>
            <a:pPr algn="ctr">
              <a:lnSpc>
                <a:spcPct val="113000"/>
              </a:lnSpc>
            </a:pPr>
            <a:r>
              <a:rPr lang="en-US" sz="1600" dirty="0"/>
              <a:t>E89936</a:t>
            </a:r>
            <a:endParaRPr lang="en-US" sz="1600" dirty="0">
              <a:solidFill>
                <a:schemeClr val="tx1"/>
              </a:solidFill>
            </a:endParaRPr>
          </a:p>
        </p:txBody>
      </p:sp>
      <p:sp>
        <p:nvSpPr>
          <p:cNvPr id="40" name="Rectangle 39">
            <a:extLst>
              <a:ext uri="{FF2B5EF4-FFF2-40B4-BE49-F238E27FC236}">
                <a16:creationId xmlns:a16="http://schemas.microsoft.com/office/drawing/2014/main" id="{0B07C4D6-B96E-9009-AF09-42DA9499E62C}"/>
              </a:ext>
            </a:extLst>
          </p:cNvPr>
          <p:cNvSpPr/>
          <p:nvPr/>
        </p:nvSpPr>
        <p:spPr>
          <a:xfrm>
            <a:off x="5689483" y="7021951"/>
            <a:ext cx="570040" cy="388306"/>
          </a:xfrm>
          <a:prstGeom prst="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1" name="TextBox 40">
            <a:extLst>
              <a:ext uri="{FF2B5EF4-FFF2-40B4-BE49-F238E27FC236}">
                <a16:creationId xmlns:a16="http://schemas.microsoft.com/office/drawing/2014/main" id="{DE9F4F66-5F03-97F6-AC54-93D03F34543B}"/>
              </a:ext>
            </a:extLst>
          </p:cNvPr>
          <p:cNvSpPr txBox="1"/>
          <p:nvPr/>
        </p:nvSpPr>
        <p:spPr>
          <a:xfrm>
            <a:off x="5525867" y="7410257"/>
            <a:ext cx="809987" cy="355162"/>
          </a:xfrm>
          <a:prstGeom prst="rect">
            <a:avLst/>
          </a:prstGeom>
          <a:noFill/>
        </p:spPr>
        <p:txBody>
          <a:bodyPr wrap="none" lIns="90000" rtlCol="0" anchor="t">
            <a:spAutoFit/>
          </a:bodyPr>
          <a:lstStyle/>
          <a:p>
            <a:pPr algn="ctr">
              <a:lnSpc>
                <a:spcPct val="113000"/>
              </a:lnSpc>
            </a:pPr>
            <a:r>
              <a:rPr lang="en-US" sz="1600" dirty="0"/>
              <a:t>E9C343</a:t>
            </a:r>
            <a:endParaRPr lang="en-US" sz="1600" dirty="0">
              <a:solidFill>
                <a:schemeClr val="tx1"/>
              </a:solidFill>
            </a:endParaRPr>
          </a:p>
        </p:txBody>
      </p:sp>
      <p:sp>
        <p:nvSpPr>
          <p:cNvPr id="42" name="Rectangle 41">
            <a:extLst>
              <a:ext uri="{FF2B5EF4-FFF2-40B4-BE49-F238E27FC236}">
                <a16:creationId xmlns:a16="http://schemas.microsoft.com/office/drawing/2014/main" id="{6D926088-BE6E-E1B8-D4B6-29F680F23BF6}"/>
              </a:ext>
            </a:extLst>
          </p:cNvPr>
          <p:cNvSpPr/>
          <p:nvPr/>
        </p:nvSpPr>
        <p:spPr>
          <a:xfrm>
            <a:off x="7377566" y="7021951"/>
            <a:ext cx="570040" cy="388306"/>
          </a:xfrm>
          <a:prstGeom prst="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3" name="TextBox 42">
            <a:extLst>
              <a:ext uri="{FF2B5EF4-FFF2-40B4-BE49-F238E27FC236}">
                <a16:creationId xmlns:a16="http://schemas.microsoft.com/office/drawing/2014/main" id="{AC86B51F-0231-30EA-27CD-F042DC33BD22}"/>
              </a:ext>
            </a:extLst>
          </p:cNvPr>
          <p:cNvSpPr txBox="1"/>
          <p:nvPr/>
        </p:nvSpPr>
        <p:spPr>
          <a:xfrm>
            <a:off x="7208340" y="7410257"/>
            <a:ext cx="821208" cy="355162"/>
          </a:xfrm>
          <a:prstGeom prst="rect">
            <a:avLst/>
          </a:prstGeom>
          <a:noFill/>
        </p:spPr>
        <p:txBody>
          <a:bodyPr wrap="none" lIns="90000" rtlCol="0" anchor="t">
            <a:spAutoFit/>
          </a:bodyPr>
          <a:lstStyle/>
          <a:p>
            <a:pPr algn="ctr">
              <a:lnSpc>
                <a:spcPct val="113000"/>
              </a:lnSpc>
            </a:pPr>
            <a:r>
              <a:rPr lang="en-US" sz="1600" dirty="0"/>
              <a:t>68C06B</a:t>
            </a:r>
            <a:endParaRPr lang="en-US" sz="1600" dirty="0">
              <a:solidFill>
                <a:schemeClr val="tx1"/>
              </a:solidFill>
            </a:endParaRPr>
          </a:p>
        </p:txBody>
      </p:sp>
      <p:sp>
        <p:nvSpPr>
          <p:cNvPr id="44" name="Rectangle 43">
            <a:extLst>
              <a:ext uri="{FF2B5EF4-FFF2-40B4-BE49-F238E27FC236}">
                <a16:creationId xmlns:a16="http://schemas.microsoft.com/office/drawing/2014/main" id="{BF1FA106-E4B5-6B65-438D-500D4ADAD1FD}"/>
              </a:ext>
            </a:extLst>
          </p:cNvPr>
          <p:cNvSpPr/>
          <p:nvPr/>
        </p:nvSpPr>
        <p:spPr>
          <a:xfrm>
            <a:off x="9119969" y="7021951"/>
            <a:ext cx="570040" cy="388306"/>
          </a:xfrm>
          <a:prstGeom prst="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5" name="TextBox 44">
            <a:extLst>
              <a:ext uri="{FF2B5EF4-FFF2-40B4-BE49-F238E27FC236}">
                <a16:creationId xmlns:a16="http://schemas.microsoft.com/office/drawing/2014/main" id="{1BD9A563-4B14-9853-2FD2-F9B41E875BB3}"/>
              </a:ext>
            </a:extLst>
          </p:cNvPr>
          <p:cNvSpPr txBox="1"/>
          <p:nvPr/>
        </p:nvSpPr>
        <p:spPr>
          <a:xfrm>
            <a:off x="8954750" y="7410257"/>
            <a:ext cx="813193" cy="355162"/>
          </a:xfrm>
          <a:prstGeom prst="rect">
            <a:avLst/>
          </a:prstGeom>
          <a:noFill/>
        </p:spPr>
        <p:txBody>
          <a:bodyPr wrap="none" lIns="90000" rtlCol="0" anchor="t">
            <a:spAutoFit/>
          </a:bodyPr>
          <a:lstStyle/>
          <a:p>
            <a:pPr algn="ctr">
              <a:lnSpc>
                <a:spcPct val="113000"/>
              </a:lnSpc>
            </a:pPr>
            <a:r>
              <a:rPr lang="en-US" sz="1600" dirty="0"/>
              <a:t>3C8842</a:t>
            </a:r>
            <a:endParaRPr lang="en-US" sz="1600" dirty="0">
              <a:solidFill>
                <a:schemeClr val="tx1"/>
              </a:solidFill>
            </a:endParaRPr>
          </a:p>
        </p:txBody>
      </p:sp>
      <p:sp>
        <p:nvSpPr>
          <p:cNvPr id="46" name="Rectangle 45">
            <a:extLst>
              <a:ext uri="{FF2B5EF4-FFF2-40B4-BE49-F238E27FC236}">
                <a16:creationId xmlns:a16="http://schemas.microsoft.com/office/drawing/2014/main" id="{213C9FDF-3EF8-6957-374D-721E1AA86997}"/>
              </a:ext>
            </a:extLst>
          </p:cNvPr>
          <p:cNvSpPr/>
          <p:nvPr/>
        </p:nvSpPr>
        <p:spPr>
          <a:xfrm>
            <a:off x="10655286" y="7021951"/>
            <a:ext cx="570040" cy="388306"/>
          </a:xfrm>
          <a:prstGeom prst="rect">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7" name="TextBox 46">
            <a:extLst>
              <a:ext uri="{FF2B5EF4-FFF2-40B4-BE49-F238E27FC236}">
                <a16:creationId xmlns:a16="http://schemas.microsoft.com/office/drawing/2014/main" id="{343B35ED-110F-A0C6-287A-D0EC71B88528}"/>
              </a:ext>
            </a:extLst>
          </p:cNvPr>
          <p:cNvSpPr txBox="1"/>
          <p:nvPr/>
        </p:nvSpPr>
        <p:spPr>
          <a:xfrm>
            <a:off x="10490067" y="7410257"/>
            <a:ext cx="813193" cy="355162"/>
          </a:xfrm>
          <a:prstGeom prst="rect">
            <a:avLst/>
          </a:prstGeom>
          <a:noFill/>
        </p:spPr>
        <p:txBody>
          <a:bodyPr wrap="none" lIns="90000" rtlCol="0" anchor="t">
            <a:spAutoFit/>
          </a:bodyPr>
          <a:lstStyle/>
          <a:p>
            <a:pPr algn="ctr">
              <a:lnSpc>
                <a:spcPct val="113000"/>
              </a:lnSpc>
            </a:pPr>
            <a:r>
              <a:rPr lang="en-US" sz="1600" dirty="0"/>
              <a:t>919092</a:t>
            </a:r>
            <a:endParaRPr lang="en-US" sz="1600" dirty="0">
              <a:solidFill>
                <a:schemeClr val="tx1"/>
              </a:solidFill>
            </a:endParaRPr>
          </a:p>
        </p:txBody>
      </p:sp>
      <p:sp>
        <p:nvSpPr>
          <p:cNvPr id="48" name="Rectangle 47">
            <a:extLst>
              <a:ext uri="{FF2B5EF4-FFF2-40B4-BE49-F238E27FC236}">
                <a16:creationId xmlns:a16="http://schemas.microsoft.com/office/drawing/2014/main" id="{FB9756AC-A7A2-41B7-CBF4-13703F84D0A3}"/>
              </a:ext>
            </a:extLst>
          </p:cNvPr>
          <p:cNvSpPr/>
          <p:nvPr/>
        </p:nvSpPr>
        <p:spPr>
          <a:xfrm>
            <a:off x="2674053" y="7959080"/>
            <a:ext cx="570040" cy="388306"/>
          </a:xfrm>
          <a:prstGeom prst="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9" name="TextBox 48">
            <a:extLst>
              <a:ext uri="{FF2B5EF4-FFF2-40B4-BE49-F238E27FC236}">
                <a16:creationId xmlns:a16="http://schemas.microsoft.com/office/drawing/2014/main" id="{1AB0FCD2-5905-ADF5-468F-3085BD23147F}"/>
              </a:ext>
            </a:extLst>
          </p:cNvPr>
          <p:cNvSpPr txBox="1"/>
          <p:nvPr/>
        </p:nvSpPr>
        <p:spPr>
          <a:xfrm>
            <a:off x="2512040" y="8347386"/>
            <a:ext cx="806781" cy="355162"/>
          </a:xfrm>
          <a:prstGeom prst="rect">
            <a:avLst/>
          </a:prstGeom>
          <a:noFill/>
        </p:spPr>
        <p:txBody>
          <a:bodyPr wrap="none" lIns="90000" rtlCol="0" anchor="t">
            <a:spAutoFit/>
          </a:bodyPr>
          <a:lstStyle/>
          <a:p>
            <a:pPr algn="ctr">
              <a:lnSpc>
                <a:spcPct val="113000"/>
              </a:lnSpc>
            </a:pPr>
            <a:r>
              <a:rPr lang="en-US" sz="1600" dirty="0"/>
              <a:t>E89936</a:t>
            </a:r>
            <a:endParaRPr lang="en-US" sz="1600" dirty="0">
              <a:solidFill>
                <a:schemeClr val="tx1"/>
              </a:solidFill>
            </a:endParaRPr>
          </a:p>
        </p:txBody>
      </p:sp>
      <p:sp>
        <p:nvSpPr>
          <p:cNvPr id="50" name="Rectangle 49">
            <a:extLst>
              <a:ext uri="{FF2B5EF4-FFF2-40B4-BE49-F238E27FC236}">
                <a16:creationId xmlns:a16="http://schemas.microsoft.com/office/drawing/2014/main" id="{C2E7807A-F112-FFA9-4069-E3F590F914ED}"/>
              </a:ext>
            </a:extLst>
          </p:cNvPr>
          <p:cNvSpPr/>
          <p:nvPr/>
        </p:nvSpPr>
        <p:spPr>
          <a:xfrm>
            <a:off x="4674316" y="7959572"/>
            <a:ext cx="570040" cy="388306"/>
          </a:xfrm>
          <a:prstGeom prst="rect">
            <a:avLst/>
          </a:prstGeom>
          <a:solidFill>
            <a:srgbClr val="FAF1E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1" name="TextBox 50">
            <a:extLst>
              <a:ext uri="{FF2B5EF4-FFF2-40B4-BE49-F238E27FC236}">
                <a16:creationId xmlns:a16="http://schemas.microsoft.com/office/drawing/2014/main" id="{A14A63CB-5A02-CFDA-C0BA-8F53CF147FF9}"/>
              </a:ext>
            </a:extLst>
          </p:cNvPr>
          <p:cNvSpPr txBox="1"/>
          <p:nvPr/>
        </p:nvSpPr>
        <p:spPr>
          <a:xfrm>
            <a:off x="4521281" y="8347878"/>
            <a:ext cx="788826" cy="355162"/>
          </a:xfrm>
          <a:prstGeom prst="rect">
            <a:avLst/>
          </a:prstGeom>
          <a:noFill/>
        </p:spPr>
        <p:txBody>
          <a:bodyPr wrap="none" lIns="90000" rtlCol="0" anchor="t">
            <a:spAutoFit/>
          </a:bodyPr>
          <a:lstStyle/>
          <a:p>
            <a:pPr algn="ctr">
              <a:lnSpc>
                <a:spcPct val="113000"/>
              </a:lnSpc>
            </a:pPr>
            <a:r>
              <a:rPr lang="en-US" sz="1600" dirty="0"/>
              <a:t>FAF1E1</a:t>
            </a:r>
            <a:endParaRPr lang="en-US" sz="1600" dirty="0">
              <a:solidFill>
                <a:schemeClr val="tx1"/>
              </a:solidFill>
            </a:endParaRPr>
          </a:p>
        </p:txBody>
      </p:sp>
      <p:sp>
        <p:nvSpPr>
          <p:cNvPr id="52" name="Rectangle 51">
            <a:extLst>
              <a:ext uri="{FF2B5EF4-FFF2-40B4-BE49-F238E27FC236}">
                <a16:creationId xmlns:a16="http://schemas.microsoft.com/office/drawing/2014/main" id="{3FB71E1E-516C-3B8D-BA1B-13A2B95A85D1}"/>
              </a:ext>
            </a:extLst>
          </p:cNvPr>
          <p:cNvSpPr/>
          <p:nvPr/>
        </p:nvSpPr>
        <p:spPr>
          <a:xfrm>
            <a:off x="6443873" y="7959080"/>
            <a:ext cx="570040" cy="388306"/>
          </a:xfrm>
          <a:prstGeom prst="rect">
            <a:avLst/>
          </a:prstGeom>
          <a:solidFill>
            <a:srgbClr val="DFE3E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3" name="TextBox 52">
            <a:extLst>
              <a:ext uri="{FF2B5EF4-FFF2-40B4-BE49-F238E27FC236}">
                <a16:creationId xmlns:a16="http://schemas.microsoft.com/office/drawing/2014/main" id="{87803B5C-CEC5-E338-34DF-8FC1C190811D}"/>
              </a:ext>
            </a:extLst>
          </p:cNvPr>
          <p:cNvSpPr txBox="1"/>
          <p:nvPr/>
        </p:nvSpPr>
        <p:spPr>
          <a:xfrm>
            <a:off x="6288272" y="8347386"/>
            <a:ext cx="793956" cy="355162"/>
          </a:xfrm>
          <a:prstGeom prst="rect">
            <a:avLst/>
          </a:prstGeom>
          <a:noFill/>
        </p:spPr>
        <p:txBody>
          <a:bodyPr wrap="none" lIns="90000" rtlCol="0" anchor="t">
            <a:spAutoFit/>
          </a:bodyPr>
          <a:lstStyle/>
          <a:p>
            <a:pPr algn="ctr">
              <a:lnSpc>
                <a:spcPct val="113000"/>
              </a:lnSpc>
            </a:pPr>
            <a:r>
              <a:rPr lang="en-US" sz="1600" dirty="0"/>
              <a:t>EBF3F5</a:t>
            </a:r>
            <a:endParaRPr lang="en-US" sz="1600" dirty="0">
              <a:solidFill>
                <a:schemeClr val="tx1"/>
              </a:solidFill>
            </a:endParaRPr>
          </a:p>
        </p:txBody>
      </p:sp>
      <p:sp>
        <p:nvSpPr>
          <p:cNvPr id="54" name="Rectangle 53">
            <a:extLst>
              <a:ext uri="{FF2B5EF4-FFF2-40B4-BE49-F238E27FC236}">
                <a16:creationId xmlns:a16="http://schemas.microsoft.com/office/drawing/2014/main" id="{DD9036C8-DA8F-6F59-E1EB-95E868BF0CC0}"/>
              </a:ext>
            </a:extLst>
          </p:cNvPr>
          <p:cNvSpPr/>
          <p:nvPr/>
        </p:nvSpPr>
        <p:spPr>
          <a:xfrm>
            <a:off x="8131956" y="7959080"/>
            <a:ext cx="570040" cy="388306"/>
          </a:xfrm>
          <a:prstGeom prst="rect">
            <a:avLst/>
          </a:prstGeom>
          <a:solidFill>
            <a:srgbClr val="58B8C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5" name="TextBox 54">
            <a:extLst>
              <a:ext uri="{FF2B5EF4-FFF2-40B4-BE49-F238E27FC236}">
                <a16:creationId xmlns:a16="http://schemas.microsoft.com/office/drawing/2014/main" id="{EC7C3E1B-1562-F46A-508B-B9E3814A3D1F}"/>
              </a:ext>
            </a:extLst>
          </p:cNvPr>
          <p:cNvSpPr txBox="1"/>
          <p:nvPr/>
        </p:nvSpPr>
        <p:spPr>
          <a:xfrm>
            <a:off x="7962731" y="8347386"/>
            <a:ext cx="821208" cy="355162"/>
          </a:xfrm>
          <a:prstGeom prst="rect">
            <a:avLst/>
          </a:prstGeom>
          <a:noFill/>
        </p:spPr>
        <p:txBody>
          <a:bodyPr wrap="none" lIns="90000" rtlCol="0" anchor="t">
            <a:spAutoFit/>
          </a:bodyPr>
          <a:lstStyle/>
          <a:p>
            <a:pPr algn="ctr">
              <a:lnSpc>
                <a:spcPct val="113000"/>
              </a:lnSpc>
            </a:pPr>
            <a:r>
              <a:rPr lang="en-US" sz="1600" dirty="0"/>
              <a:t>71B6C9</a:t>
            </a:r>
            <a:endParaRPr lang="en-US" sz="1600" dirty="0">
              <a:solidFill>
                <a:schemeClr val="tx1"/>
              </a:solidFill>
            </a:endParaRPr>
          </a:p>
        </p:txBody>
      </p:sp>
      <p:sp>
        <p:nvSpPr>
          <p:cNvPr id="58" name="TextBox 57">
            <a:extLst>
              <a:ext uri="{FF2B5EF4-FFF2-40B4-BE49-F238E27FC236}">
                <a16:creationId xmlns:a16="http://schemas.microsoft.com/office/drawing/2014/main" id="{DE4CE2D8-AF36-1619-C271-9C435288998E}"/>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59" name="Group 58">
            <a:extLst>
              <a:ext uri="{FF2B5EF4-FFF2-40B4-BE49-F238E27FC236}">
                <a16:creationId xmlns:a16="http://schemas.microsoft.com/office/drawing/2014/main" id="{18111897-7224-E345-11E7-8002B34665CA}"/>
              </a:ext>
            </a:extLst>
          </p:cNvPr>
          <p:cNvGrpSpPr/>
          <p:nvPr/>
        </p:nvGrpSpPr>
        <p:grpSpPr>
          <a:xfrm>
            <a:off x="516802" y="6117354"/>
            <a:ext cx="300732" cy="98617"/>
            <a:chOff x="586253" y="6116391"/>
            <a:chExt cx="300732" cy="98617"/>
          </a:xfrm>
        </p:grpSpPr>
        <p:sp>
          <p:nvSpPr>
            <p:cNvPr id="60" name="TextBox 59">
              <a:extLst>
                <a:ext uri="{FF2B5EF4-FFF2-40B4-BE49-F238E27FC236}">
                  <a16:creationId xmlns:a16="http://schemas.microsoft.com/office/drawing/2014/main" id="{E67F5082-8E3E-9CEB-C965-361879865B49}"/>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61" name="Rounded Rectangle 60">
              <a:extLst>
                <a:ext uri="{FF2B5EF4-FFF2-40B4-BE49-F238E27FC236}">
                  <a16:creationId xmlns:a16="http://schemas.microsoft.com/office/drawing/2014/main" id="{7652D42D-90F6-85F9-FCD4-2DD65F491A4E}"/>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2" name="Group 61">
            <a:extLst>
              <a:ext uri="{FF2B5EF4-FFF2-40B4-BE49-F238E27FC236}">
                <a16:creationId xmlns:a16="http://schemas.microsoft.com/office/drawing/2014/main" id="{D27C6D0F-6AF5-D3CE-BBC9-7F26FA8F0628}"/>
              </a:ext>
            </a:extLst>
          </p:cNvPr>
          <p:cNvGrpSpPr/>
          <p:nvPr/>
        </p:nvGrpSpPr>
        <p:grpSpPr>
          <a:xfrm>
            <a:off x="934179" y="6117354"/>
            <a:ext cx="331190" cy="98617"/>
            <a:chOff x="961765" y="6117353"/>
            <a:chExt cx="331190" cy="98617"/>
          </a:xfrm>
        </p:grpSpPr>
        <p:sp>
          <p:nvSpPr>
            <p:cNvPr id="63" name="TextBox 62">
              <a:extLst>
                <a:ext uri="{FF2B5EF4-FFF2-40B4-BE49-F238E27FC236}">
                  <a16:creationId xmlns:a16="http://schemas.microsoft.com/office/drawing/2014/main" id="{C18D4CD3-AF18-2126-5C33-FCED9824413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64" name="Rounded Rectangle 63">
              <a:extLst>
                <a:ext uri="{FF2B5EF4-FFF2-40B4-BE49-F238E27FC236}">
                  <a16:creationId xmlns:a16="http://schemas.microsoft.com/office/drawing/2014/main" id="{6D59D4FF-397B-D59F-BB96-933FBC0EC31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5" name="Group 64">
            <a:extLst>
              <a:ext uri="{FF2B5EF4-FFF2-40B4-BE49-F238E27FC236}">
                <a16:creationId xmlns:a16="http://schemas.microsoft.com/office/drawing/2014/main" id="{B581278C-6E6C-659E-220E-2B07B65B204B}"/>
              </a:ext>
            </a:extLst>
          </p:cNvPr>
          <p:cNvGrpSpPr/>
          <p:nvPr/>
        </p:nvGrpSpPr>
        <p:grpSpPr>
          <a:xfrm>
            <a:off x="1382015" y="6117354"/>
            <a:ext cx="331190" cy="98617"/>
            <a:chOff x="1114165" y="6269753"/>
            <a:chExt cx="331190" cy="98617"/>
          </a:xfrm>
        </p:grpSpPr>
        <p:sp>
          <p:nvSpPr>
            <p:cNvPr id="66" name="TextBox 65">
              <a:extLst>
                <a:ext uri="{FF2B5EF4-FFF2-40B4-BE49-F238E27FC236}">
                  <a16:creationId xmlns:a16="http://schemas.microsoft.com/office/drawing/2014/main" id="{99A582B4-FE1C-8CB4-8D4D-8F52881C5DC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67" name="Rounded Rectangle 66">
              <a:extLst>
                <a:ext uri="{FF2B5EF4-FFF2-40B4-BE49-F238E27FC236}">
                  <a16:creationId xmlns:a16="http://schemas.microsoft.com/office/drawing/2014/main" id="{C8C408CA-DC9F-CBF6-3A69-A361C644E35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8" name="Group 67">
            <a:extLst>
              <a:ext uri="{FF2B5EF4-FFF2-40B4-BE49-F238E27FC236}">
                <a16:creationId xmlns:a16="http://schemas.microsoft.com/office/drawing/2014/main" id="{1C9D8453-6A78-2467-4740-DA4482730943}"/>
              </a:ext>
            </a:extLst>
          </p:cNvPr>
          <p:cNvGrpSpPr/>
          <p:nvPr/>
        </p:nvGrpSpPr>
        <p:grpSpPr>
          <a:xfrm>
            <a:off x="1829851" y="6117354"/>
            <a:ext cx="331190" cy="98617"/>
            <a:chOff x="1114165" y="6269753"/>
            <a:chExt cx="331190" cy="98617"/>
          </a:xfrm>
        </p:grpSpPr>
        <p:sp>
          <p:nvSpPr>
            <p:cNvPr id="69" name="TextBox 68">
              <a:extLst>
                <a:ext uri="{FF2B5EF4-FFF2-40B4-BE49-F238E27FC236}">
                  <a16:creationId xmlns:a16="http://schemas.microsoft.com/office/drawing/2014/main" id="{B95BF954-10CE-7360-6EAA-4F815EA5189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70" name="Rounded Rectangle 69">
              <a:extLst>
                <a:ext uri="{FF2B5EF4-FFF2-40B4-BE49-F238E27FC236}">
                  <a16:creationId xmlns:a16="http://schemas.microsoft.com/office/drawing/2014/main" id="{31383F2C-7A4B-9383-1735-CDB5649DB3E2}"/>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71" name="Group 70">
            <a:extLst>
              <a:ext uri="{FF2B5EF4-FFF2-40B4-BE49-F238E27FC236}">
                <a16:creationId xmlns:a16="http://schemas.microsoft.com/office/drawing/2014/main" id="{7D87164E-9BC4-E615-13C4-744FA6CD5AFA}"/>
              </a:ext>
            </a:extLst>
          </p:cNvPr>
          <p:cNvGrpSpPr/>
          <p:nvPr/>
        </p:nvGrpSpPr>
        <p:grpSpPr>
          <a:xfrm>
            <a:off x="2277686" y="6117354"/>
            <a:ext cx="331190" cy="98617"/>
            <a:chOff x="1114165" y="6269753"/>
            <a:chExt cx="331190" cy="98617"/>
          </a:xfrm>
        </p:grpSpPr>
        <p:sp>
          <p:nvSpPr>
            <p:cNvPr id="72" name="TextBox 71">
              <a:extLst>
                <a:ext uri="{FF2B5EF4-FFF2-40B4-BE49-F238E27FC236}">
                  <a16:creationId xmlns:a16="http://schemas.microsoft.com/office/drawing/2014/main" id="{A7FD47B3-E88D-A7C7-BC1A-4E7179A989D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73" name="Rounded Rectangle 72">
              <a:extLst>
                <a:ext uri="{FF2B5EF4-FFF2-40B4-BE49-F238E27FC236}">
                  <a16:creationId xmlns:a16="http://schemas.microsoft.com/office/drawing/2014/main" id="{C6D2AA28-6B9E-E433-FED0-0152B03BBEA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Tree>
    <p:extLst>
      <p:ext uri="{BB962C8B-B14F-4D97-AF65-F5344CB8AC3E}">
        <p14:creationId xmlns:p14="http://schemas.microsoft.com/office/powerpoint/2010/main" val="184651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A092B-3A98-114F-C2A0-DD62E3F46DC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89642B-CB21-06E5-CC3F-582B9074727B}"/>
              </a:ext>
            </a:extLst>
          </p:cNvPr>
          <p:cNvSpPr>
            <a:spLocks noGrp="1"/>
          </p:cNvSpPr>
          <p:nvPr>
            <p:ph type="body" sz="quarter" idx="12"/>
          </p:nvPr>
        </p:nvSpPr>
        <p:spPr>
          <a:xfrm>
            <a:off x="381600" y="129568"/>
            <a:ext cx="2927899" cy="228209"/>
          </a:xfrm>
        </p:spPr>
        <p:txBody>
          <a:bodyPr/>
          <a:lstStyle/>
          <a:p>
            <a:r>
              <a:rPr lang="en-US" dirty="0"/>
              <a:t>Findings – Maintainability Change</a:t>
            </a:r>
          </a:p>
        </p:txBody>
      </p:sp>
      <p:sp>
        <p:nvSpPr>
          <p:cNvPr id="5" name="Slide Number Placeholder 4">
            <a:extLst>
              <a:ext uri="{FF2B5EF4-FFF2-40B4-BE49-F238E27FC236}">
                <a16:creationId xmlns:a16="http://schemas.microsoft.com/office/drawing/2014/main" id="{C7057243-FAB8-E039-D9A3-D54EC6EA8F75}"/>
              </a:ext>
            </a:extLst>
          </p:cNvPr>
          <p:cNvSpPr>
            <a:spLocks noGrp="1"/>
          </p:cNvSpPr>
          <p:nvPr>
            <p:ph type="sldNum" sz="quarter" idx="15"/>
          </p:nvPr>
        </p:nvSpPr>
        <p:spPr/>
        <p:txBody>
          <a:bodyPr/>
          <a:lstStyle/>
          <a:p>
            <a:fld id="{E242BD21-9B61-2246-BCB1-4BE5E1BEBE1C}" type="slidenum">
              <a:rPr lang="nl-NL" smtClean="0"/>
              <a:pPr/>
              <a:t>15</a:t>
            </a:fld>
            <a:endParaRPr lang="nl-NL"/>
          </a:p>
        </p:txBody>
      </p:sp>
      <p:sp>
        <p:nvSpPr>
          <p:cNvPr id="6" name="Title 5">
            <a:extLst>
              <a:ext uri="{FF2B5EF4-FFF2-40B4-BE49-F238E27FC236}">
                <a16:creationId xmlns:a16="http://schemas.microsoft.com/office/drawing/2014/main" id="{3684D56A-257C-C7BE-6375-A44CB8A5A446}"/>
              </a:ext>
            </a:extLst>
          </p:cNvPr>
          <p:cNvSpPr>
            <a:spLocks noGrp="1"/>
          </p:cNvSpPr>
          <p:nvPr>
            <p:ph type="title"/>
          </p:nvPr>
        </p:nvSpPr>
        <p:spPr>
          <a:xfrm>
            <a:off x="154800" y="594000"/>
            <a:ext cx="11880000" cy="402291"/>
          </a:xfrm>
        </p:spPr>
        <p:txBody>
          <a:bodyPr/>
          <a:lstStyle/>
          <a:p>
            <a:r>
              <a:rPr lang="en-US"/>
              <a:t>PORTFOLIO_PERIOD_MAINT_CHANGE_SHORT_SUMMARY</a:t>
            </a:r>
            <a:endParaRPr lang="en-US" dirty="0"/>
          </a:p>
        </p:txBody>
      </p:sp>
      <p:sp>
        <p:nvSpPr>
          <p:cNvPr id="7" name="Rectangle 6">
            <a:extLst>
              <a:ext uri="{FF2B5EF4-FFF2-40B4-BE49-F238E27FC236}">
                <a16:creationId xmlns:a16="http://schemas.microsoft.com/office/drawing/2014/main" id="{4CECF270-F885-64B6-46BF-241F241374B9}"/>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9DAD7929-7B61-72A6-AA9F-B6798F4387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678E4D6A-55EC-93BF-6A33-FA9208ECBED5}"/>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PORTFOLIO_PERIOD_MAINTAINABILITY_CHANGE</a:t>
            </a:r>
            <a:endParaRPr lang="en-US" sz="1600" dirty="0">
              <a:solidFill>
                <a:schemeClr val="bg1"/>
              </a:solidFill>
            </a:endParaRPr>
          </a:p>
        </p:txBody>
      </p:sp>
      <p:sp>
        <p:nvSpPr>
          <p:cNvPr id="11" name="TextBox 10">
            <a:extLst>
              <a:ext uri="{FF2B5EF4-FFF2-40B4-BE49-F238E27FC236}">
                <a16:creationId xmlns:a16="http://schemas.microsoft.com/office/drawing/2014/main" id="{4BAC6AA5-168E-F727-F6B3-8078A8F19EFB}"/>
              </a:ext>
            </a:extLst>
          </p:cNvPr>
          <p:cNvSpPr txBox="1"/>
          <p:nvPr/>
        </p:nvSpPr>
        <p:spPr>
          <a:xfrm>
            <a:off x="1996335"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sp>
        <p:nvSpPr>
          <p:cNvPr id="12" name="Rounded Rectangle 11">
            <a:extLst>
              <a:ext uri="{FF2B5EF4-FFF2-40B4-BE49-F238E27FC236}">
                <a16:creationId xmlns:a16="http://schemas.microsoft.com/office/drawing/2014/main" id="{F8D49E38-6B3A-90E7-57E3-B03E0C49D5E3}"/>
              </a:ext>
            </a:extLst>
          </p:cNvPr>
          <p:cNvSpPr>
            <a:spLocks noChangeAspect="1"/>
          </p:cNvSpPr>
          <p:nvPr/>
        </p:nvSpPr>
        <p:spPr>
          <a:xfrm>
            <a:off x="879122" y="6118505"/>
            <a:ext cx="91440"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3" name="Rounded Rectangle 12">
            <a:extLst>
              <a:ext uri="{FF2B5EF4-FFF2-40B4-BE49-F238E27FC236}">
                <a16:creationId xmlns:a16="http://schemas.microsoft.com/office/drawing/2014/main" id="{95261DDD-E528-238B-3F1F-FDA7B2453D0A}"/>
              </a:ext>
            </a:extLst>
          </p:cNvPr>
          <p:cNvSpPr>
            <a:spLocks noChangeAspect="1"/>
          </p:cNvSpPr>
          <p:nvPr/>
        </p:nvSpPr>
        <p:spPr>
          <a:xfrm>
            <a:off x="1038992" y="6118505"/>
            <a:ext cx="91440" cy="91440"/>
          </a:xfrm>
          <a:prstGeom prst="roundRect">
            <a:avLst/>
          </a:prstGeom>
          <a:solidFill>
            <a:srgbClr val="F8DCD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4" name="Rounded Rectangle 13">
            <a:extLst>
              <a:ext uri="{FF2B5EF4-FFF2-40B4-BE49-F238E27FC236}">
                <a16:creationId xmlns:a16="http://schemas.microsoft.com/office/drawing/2014/main" id="{23B9A086-BD80-D521-433C-9FBA23A0C6D5}"/>
              </a:ext>
            </a:extLst>
          </p:cNvPr>
          <p:cNvSpPr>
            <a:spLocks noChangeAspect="1"/>
          </p:cNvSpPr>
          <p:nvPr/>
        </p:nvSpPr>
        <p:spPr>
          <a:xfrm>
            <a:off x="1198862" y="61185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 name="Rounded Rectangle 14">
            <a:extLst>
              <a:ext uri="{FF2B5EF4-FFF2-40B4-BE49-F238E27FC236}">
                <a16:creationId xmlns:a16="http://schemas.microsoft.com/office/drawing/2014/main" id="{BC1AEF0F-6590-B59B-788E-2855B27060D4}"/>
              </a:ext>
            </a:extLst>
          </p:cNvPr>
          <p:cNvSpPr>
            <a:spLocks noChangeAspect="1"/>
          </p:cNvSpPr>
          <p:nvPr/>
        </p:nvSpPr>
        <p:spPr>
          <a:xfrm>
            <a:off x="1358732" y="6118505"/>
            <a:ext cx="91440" cy="91440"/>
          </a:xfrm>
          <a:prstGeom prst="roundRect">
            <a:avLst/>
          </a:prstGeom>
          <a:solidFill>
            <a:srgbClr val="D4EF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6" name="Rounded Rectangle 15">
            <a:extLst>
              <a:ext uri="{FF2B5EF4-FFF2-40B4-BE49-F238E27FC236}">
                <a16:creationId xmlns:a16="http://schemas.microsoft.com/office/drawing/2014/main" id="{075AAB98-B44C-90C2-26A8-D1BFC5D4393E}"/>
              </a:ext>
            </a:extLst>
          </p:cNvPr>
          <p:cNvSpPr>
            <a:spLocks noChangeAspect="1"/>
          </p:cNvSpPr>
          <p:nvPr/>
        </p:nvSpPr>
        <p:spPr>
          <a:xfrm>
            <a:off x="1518602" y="6118505"/>
            <a:ext cx="91440"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7" name="TextBox 16">
            <a:extLst>
              <a:ext uri="{FF2B5EF4-FFF2-40B4-BE49-F238E27FC236}">
                <a16:creationId xmlns:a16="http://schemas.microsoft.com/office/drawing/2014/main" id="{49444EC0-D1F0-547F-4728-0516F25DCF5B}"/>
              </a:ext>
            </a:extLst>
          </p:cNvPr>
          <p:cNvSpPr txBox="1"/>
          <p:nvPr/>
        </p:nvSpPr>
        <p:spPr>
          <a:xfrm>
            <a:off x="1678471" y="6054740"/>
            <a:ext cx="317864" cy="218971"/>
          </a:xfrm>
          <a:prstGeom prst="rect">
            <a:avLst/>
          </a:prstGeom>
          <a:noFill/>
        </p:spPr>
        <p:txBody>
          <a:bodyPr wrap="none" lIns="90000" rtlCol="0" anchor="t">
            <a:spAutoFit/>
          </a:bodyPr>
          <a:lstStyle/>
          <a:p>
            <a:pPr algn="l">
              <a:lnSpc>
                <a:spcPct val="113000"/>
              </a:lnSpc>
            </a:pPr>
            <a:r>
              <a:rPr lang="en-US" sz="800" b="1" dirty="0">
                <a:solidFill>
                  <a:schemeClr val="tx2"/>
                </a:solidFill>
              </a:rPr>
              <a:t>+</a:t>
            </a:r>
            <a:r>
              <a:rPr lang="en-US" sz="800" b="1" dirty="0">
                <a:solidFill>
                  <a:schemeClr val="tx2"/>
                </a:solidFill>
                <a:latin typeface="Sigsterren" pitchFamily="2" charset="0"/>
              </a:rPr>
              <a:t>H</a:t>
            </a:r>
          </a:p>
        </p:txBody>
      </p:sp>
      <p:sp>
        <p:nvSpPr>
          <p:cNvPr id="18" name="TextBox 17">
            <a:extLst>
              <a:ext uri="{FF2B5EF4-FFF2-40B4-BE49-F238E27FC236}">
                <a16:creationId xmlns:a16="http://schemas.microsoft.com/office/drawing/2014/main" id="{F96B688A-DD6B-5AFB-AC4D-56D97DE08695}"/>
              </a:ext>
            </a:extLst>
          </p:cNvPr>
          <p:cNvSpPr txBox="1"/>
          <p:nvPr/>
        </p:nvSpPr>
        <p:spPr>
          <a:xfrm>
            <a:off x="512064" y="6054740"/>
            <a:ext cx="298628" cy="218971"/>
          </a:xfrm>
          <a:prstGeom prst="rect">
            <a:avLst/>
          </a:prstGeom>
          <a:noFill/>
        </p:spPr>
        <p:txBody>
          <a:bodyPr wrap="none" lIns="90000" rtlCol="0" anchor="t">
            <a:spAutoFit/>
          </a:bodyPr>
          <a:lstStyle/>
          <a:p>
            <a:pPr algn="l">
              <a:lnSpc>
                <a:spcPct val="113000"/>
              </a:lnSpc>
            </a:pPr>
            <a:r>
              <a:rPr lang="en-US" sz="800" b="1" dirty="0">
                <a:solidFill>
                  <a:schemeClr val="tx2"/>
                </a:solidFill>
              </a:rPr>
              <a:t>-</a:t>
            </a:r>
            <a:r>
              <a:rPr lang="en-US" sz="800" b="1" dirty="0">
                <a:solidFill>
                  <a:schemeClr val="tx2"/>
                </a:solidFill>
                <a:latin typeface="Sigsterren" pitchFamily="2" charset="0"/>
              </a:rPr>
              <a:t>H</a:t>
            </a:r>
          </a:p>
        </p:txBody>
      </p:sp>
    </p:spTree>
    <p:extLst>
      <p:ext uri="{BB962C8B-B14F-4D97-AF65-F5344CB8AC3E}">
        <p14:creationId xmlns:p14="http://schemas.microsoft.com/office/powerpoint/2010/main" val="2350893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BC13B-F586-F5BD-7A43-AC9714B78B8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3F7A11-D8C8-6097-FBBC-267921B50E43}"/>
              </a:ext>
            </a:extLst>
          </p:cNvPr>
          <p:cNvSpPr>
            <a:spLocks noGrp="1"/>
          </p:cNvSpPr>
          <p:nvPr>
            <p:ph type="body" sz="quarter" idx="12"/>
          </p:nvPr>
        </p:nvSpPr>
        <p:spPr>
          <a:xfrm>
            <a:off x="381600" y="129568"/>
            <a:ext cx="2169037" cy="228209"/>
          </a:xfrm>
        </p:spPr>
        <p:txBody>
          <a:bodyPr/>
          <a:lstStyle/>
          <a:p>
            <a:r>
              <a:rPr lang="en-US" dirty="0"/>
              <a:t>Findings – Volume Change</a:t>
            </a:r>
          </a:p>
        </p:txBody>
      </p:sp>
      <p:sp>
        <p:nvSpPr>
          <p:cNvPr id="5" name="Slide Number Placeholder 4">
            <a:extLst>
              <a:ext uri="{FF2B5EF4-FFF2-40B4-BE49-F238E27FC236}">
                <a16:creationId xmlns:a16="http://schemas.microsoft.com/office/drawing/2014/main" id="{E5C659FF-CBDC-CC70-F631-D315ACF47644}"/>
              </a:ext>
            </a:extLst>
          </p:cNvPr>
          <p:cNvSpPr>
            <a:spLocks noGrp="1"/>
          </p:cNvSpPr>
          <p:nvPr>
            <p:ph type="sldNum" sz="quarter" idx="15"/>
          </p:nvPr>
        </p:nvSpPr>
        <p:spPr/>
        <p:txBody>
          <a:bodyPr/>
          <a:lstStyle/>
          <a:p>
            <a:fld id="{E242BD21-9B61-2246-BCB1-4BE5E1BEBE1C}" type="slidenum">
              <a:rPr lang="nl-NL" smtClean="0"/>
              <a:pPr/>
              <a:t>16</a:t>
            </a:fld>
            <a:endParaRPr lang="nl-NL"/>
          </a:p>
        </p:txBody>
      </p:sp>
      <p:sp>
        <p:nvSpPr>
          <p:cNvPr id="6" name="Title 5">
            <a:extLst>
              <a:ext uri="{FF2B5EF4-FFF2-40B4-BE49-F238E27FC236}">
                <a16:creationId xmlns:a16="http://schemas.microsoft.com/office/drawing/2014/main" id="{D4AEBA7B-EC1B-0579-C38D-F8A91A0EEF4C}"/>
              </a:ext>
            </a:extLst>
          </p:cNvPr>
          <p:cNvSpPr>
            <a:spLocks noGrp="1"/>
          </p:cNvSpPr>
          <p:nvPr>
            <p:ph type="title"/>
          </p:nvPr>
        </p:nvSpPr>
        <p:spPr>
          <a:xfrm>
            <a:off x="154800" y="440112"/>
            <a:ext cx="11880000" cy="710067"/>
          </a:xfrm>
        </p:spPr>
        <p:txBody>
          <a:bodyPr/>
          <a:lstStyle/>
          <a:p>
            <a:r>
              <a:rPr lang="en-US" dirty="0"/>
              <a:t>Change in volume (effort) of the portfolio between </a:t>
            </a:r>
            <a:r>
              <a:rPr lang="en-US" dirty="0" err="1"/>
              <a:t>PORTFOLIO_PERIOD_START_DATE</a:t>
            </a:r>
            <a:r>
              <a:rPr lang="en-US" dirty="0"/>
              <a:t> and </a:t>
            </a:r>
            <a:r>
              <a:rPr lang="en-US" dirty="0" err="1"/>
              <a:t>PORTFOLIO_PERIOD_END_DATE</a:t>
            </a:r>
            <a:endParaRPr lang="en-US" dirty="0"/>
          </a:p>
        </p:txBody>
      </p:sp>
      <p:sp>
        <p:nvSpPr>
          <p:cNvPr id="7" name="Rectangle 6">
            <a:extLst>
              <a:ext uri="{FF2B5EF4-FFF2-40B4-BE49-F238E27FC236}">
                <a16:creationId xmlns:a16="http://schemas.microsoft.com/office/drawing/2014/main" id="{241B5BA4-D487-BD86-4517-7C629B3F6BB1}"/>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24D27AA7-4FE9-C5A8-680C-7651241AD7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C81F50C4-34B3-1CC9-202C-0F250C8A2B69}"/>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PORTFOLIO_PERIOD_VOLUME_CHANGE</a:t>
            </a:r>
            <a:endParaRPr lang="en-US" sz="1600" dirty="0">
              <a:solidFill>
                <a:schemeClr val="bg1"/>
              </a:solidFill>
            </a:endParaRPr>
          </a:p>
        </p:txBody>
      </p:sp>
      <p:sp>
        <p:nvSpPr>
          <p:cNvPr id="36" name="TextBox 35">
            <a:extLst>
              <a:ext uri="{FF2B5EF4-FFF2-40B4-BE49-F238E27FC236}">
                <a16:creationId xmlns:a16="http://schemas.microsoft.com/office/drawing/2014/main" id="{D26AC4F8-A612-A2C5-60EE-46C8EEB067C0}"/>
              </a:ext>
            </a:extLst>
          </p:cNvPr>
          <p:cNvSpPr txBox="1"/>
          <p:nvPr/>
        </p:nvSpPr>
        <p:spPr>
          <a:xfrm>
            <a:off x="1996335"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sp>
        <p:nvSpPr>
          <p:cNvPr id="37" name="Rounded Rectangle 36">
            <a:extLst>
              <a:ext uri="{FF2B5EF4-FFF2-40B4-BE49-F238E27FC236}">
                <a16:creationId xmlns:a16="http://schemas.microsoft.com/office/drawing/2014/main" id="{BA22223E-D563-C733-7EB6-E554F9A409DC}"/>
              </a:ext>
            </a:extLst>
          </p:cNvPr>
          <p:cNvSpPr>
            <a:spLocks noChangeAspect="1"/>
          </p:cNvSpPr>
          <p:nvPr/>
        </p:nvSpPr>
        <p:spPr>
          <a:xfrm>
            <a:off x="879122" y="6118505"/>
            <a:ext cx="91440"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8" name="Rounded Rectangle 37">
            <a:extLst>
              <a:ext uri="{FF2B5EF4-FFF2-40B4-BE49-F238E27FC236}">
                <a16:creationId xmlns:a16="http://schemas.microsoft.com/office/drawing/2014/main" id="{A5FD4E83-3A51-8CEB-F1E7-B9AE6CF35E46}"/>
              </a:ext>
            </a:extLst>
          </p:cNvPr>
          <p:cNvSpPr>
            <a:spLocks noChangeAspect="1"/>
          </p:cNvSpPr>
          <p:nvPr/>
        </p:nvSpPr>
        <p:spPr>
          <a:xfrm>
            <a:off x="1038992" y="6118505"/>
            <a:ext cx="91440" cy="91440"/>
          </a:xfrm>
          <a:prstGeom prst="roundRect">
            <a:avLst/>
          </a:prstGeom>
          <a:solidFill>
            <a:srgbClr val="EFE6D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9" name="Rounded Rectangle 38">
            <a:extLst>
              <a:ext uri="{FF2B5EF4-FFF2-40B4-BE49-F238E27FC236}">
                <a16:creationId xmlns:a16="http://schemas.microsoft.com/office/drawing/2014/main" id="{87B5994A-70B5-BDCF-5682-883A04BCCE42}"/>
              </a:ext>
            </a:extLst>
          </p:cNvPr>
          <p:cNvSpPr>
            <a:spLocks noChangeAspect="1"/>
          </p:cNvSpPr>
          <p:nvPr/>
        </p:nvSpPr>
        <p:spPr>
          <a:xfrm>
            <a:off x="1198862" y="61185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0" name="Rounded Rectangle 39">
            <a:extLst>
              <a:ext uri="{FF2B5EF4-FFF2-40B4-BE49-F238E27FC236}">
                <a16:creationId xmlns:a16="http://schemas.microsoft.com/office/drawing/2014/main" id="{0BDB81E5-9879-BE81-8051-08CA6EF45B3E}"/>
              </a:ext>
            </a:extLst>
          </p:cNvPr>
          <p:cNvSpPr>
            <a:spLocks noChangeAspect="1"/>
          </p:cNvSpPr>
          <p:nvPr/>
        </p:nvSpPr>
        <p:spPr>
          <a:xfrm>
            <a:off x="1358732" y="6118505"/>
            <a:ext cx="91440" cy="91440"/>
          </a:xfrm>
          <a:prstGeom prst="roundRect">
            <a:avLst/>
          </a:prstGeom>
          <a:solidFill>
            <a:srgbClr val="D8E9E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1" name="Rounded Rectangle 40">
            <a:extLst>
              <a:ext uri="{FF2B5EF4-FFF2-40B4-BE49-F238E27FC236}">
                <a16:creationId xmlns:a16="http://schemas.microsoft.com/office/drawing/2014/main" id="{0D82FEF4-F9F5-6891-BDCC-7C48A7133F72}"/>
              </a:ext>
            </a:extLst>
          </p:cNvPr>
          <p:cNvSpPr>
            <a:spLocks noChangeAspect="1"/>
          </p:cNvSpPr>
          <p:nvPr/>
        </p:nvSpPr>
        <p:spPr>
          <a:xfrm>
            <a:off x="1518602" y="6118505"/>
            <a:ext cx="91440" cy="91440"/>
          </a:xfrm>
          <a:prstGeom prst="roundRect">
            <a:avLst/>
          </a:prstGeom>
          <a:solidFill>
            <a:srgbClr val="58B8C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2" name="TextBox 41">
            <a:extLst>
              <a:ext uri="{FF2B5EF4-FFF2-40B4-BE49-F238E27FC236}">
                <a16:creationId xmlns:a16="http://schemas.microsoft.com/office/drawing/2014/main" id="{6B6D5220-3415-91B8-276B-76F572C63818}"/>
              </a:ext>
            </a:extLst>
          </p:cNvPr>
          <p:cNvSpPr txBox="1"/>
          <p:nvPr/>
        </p:nvSpPr>
        <p:spPr>
          <a:xfrm>
            <a:off x="1678471" y="6054740"/>
            <a:ext cx="341910" cy="223844"/>
          </a:xfrm>
          <a:prstGeom prst="rect">
            <a:avLst/>
          </a:prstGeom>
          <a:noFill/>
        </p:spPr>
        <p:txBody>
          <a:bodyPr wrap="none" lIns="90000" rtlCol="0" anchor="t">
            <a:spAutoFit/>
          </a:bodyPr>
          <a:lstStyle/>
          <a:p>
            <a:pPr algn="l">
              <a:lnSpc>
                <a:spcPct val="113000"/>
              </a:lnSpc>
            </a:pPr>
            <a:r>
              <a:rPr lang="en-US" sz="800" b="1" dirty="0">
                <a:solidFill>
                  <a:schemeClr val="tx2"/>
                </a:solidFill>
                <a:latin typeface="Calibri" panose="020F0502020204030204" pitchFamily="34" charset="0"/>
                <a:cs typeface="Calibri" panose="020F0502020204030204" pitchFamily="34" charset="0"/>
              </a:rPr>
              <a:t>+PY</a:t>
            </a:r>
          </a:p>
        </p:txBody>
      </p:sp>
      <p:sp>
        <p:nvSpPr>
          <p:cNvPr id="43" name="TextBox 42">
            <a:extLst>
              <a:ext uri="{FF2B5EF4-FFF2-40B4-BE49-F238E27FC236}">
                <a16:creationId xmlns:a16="http://schemas.microsoft.com/office/drawing/2014/main" id="{1B157733-65A2-2CA1-C3A1-6033C85CAB1E}"/>
              </a:ext>
            </a:extLst>
          </p:cNvPr>
          <p:cNvSpPr txBox="1"/>
          <p:nvPr/>
        </p:nvSpPr>
        <p:spPr>
          <a:xfrm>
            <a:off x="512064" y="6054740"/>
            <a:ext cx="322674" cy="223844"/>
          </a:xfrm>
          <a:prstGeom prst="rect">
            <a:avLst/>
          </a:prstGeom>
          <a:noFill/>
        </p:spPr>
        <p:txBody>
          <a:bodyPr wrap="none" lIns="90000" rtlCol="0" anchor="t">
            <a:spAutoFit/>
          </a:bodyPr>
          <a:lstStyle/>
          <a:p>
            <a:pPr algn="l">
              <a:lnSpc>
                <a:spcPct val="113000"/>
              </a:lnSpc>
            </a:pPr>
            <a:r>
              <a:rPr lang="en-US" sz="800" b="1" dirty="0">
                <a:solidFill>
                  <a:schemeClr val="tx2"/>
                </a:solidFill>
                <a:latin typeface="Calibri" panose="020F0502020204030204" pitchFamily="34" charset="0"/>
                <a:cs typeface="Calibri" panose="020F0502020204030204" pitchFamily="34" charset="0"/>
              </a:rPr>
              <a:t>-PY</a:t>
            </a:r>
          </a:p>
        </p:txBody>
      </p:sp>
    </p:spTree>
    <p:extLst>
      <p:ext uri="{BB962C8B-B14F-4D97-AF65-F5344CB8AC3E}">
        <p14:creationId xmlns:p14="http://schemas.microsoft.com/office/powerpoint/2010/main" val="3998348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98B94-159B-948F-0AFF-57D21882A6D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3A11CB-38D3-24E4-D3F6-A323DBEF31F5}"/>
              </a:ext>
            </a:extLst>
          </p:cNvPr>
          <p:cNvSpPr>
            <a:spLocks noGrp="1"/>
          </p:cNvSpPr>
          <p:nvPr>
            <p:ph type="body" sz="quarter" idx="12"/>
          </p:nvPr>
        </p:nvSpPr>
        <p:spPr>
          <a:xfrm>
            <a:off x="381600" y="129568"/>
            <a:ext cx="2084720" cy="228209"/>
          </a:xfrm>
        </p:spPr>
        <p:txBody>
          <a:bodyPr/>
          <a:lstStyle/>
          <a:p>
            <a:r>
              <a:rPr lang="en-US" dirty="0"/>
              <a:t>Findings – Architecture</a:t>
            </a:r>
          </a:p>
        </p:txBody>
      </p:sp>
      <p:sp>
        <p:nvSpPr>
          <p:cNvPr id="5" name="Slide Number Placeholder 4">
            <a:extLst>
              <a:ext uri="{FF2B5EF4-FFF2-40B4-BE49-F238E27FC236}">
                <a16:creationId xmlns:a16="http://schemas.microsoft.com/office/drawing/2014/main" id="{05985621-2D28-9AB1-179A-D9D8366A58E7}"/>
              </a:ext>
            </a:extLst>
          </p:cNvPr>
          <p:cNvSpPr>
            <a:spLocks noGrp="1"/>
          </p:cNvSpPr>
          <p:nvPr>
            <p:ph type="sldNum" sz="quarter" idx="15"/>
          </p:nvPr>
        </p:nvSpPr>
        <p:spPr/>
        <p:txBody>
          <a:bodyPr/>
          <a:lstStyle/>
          <a:p>
            <a:fld id="{E242BD21-9B61-2246-BCB1-4BE5E1BEBE1C}" type="slidenum">
              <a:rPr lang="nl-NL" smtClean="0"/>
              <a:pPr/>
              <a:t>17</a:t>
            </a:fld>
            <a:endParaRPr lang="nl-NL"/>
          </a:p>
        </p:txBody>
      </p:sp>
      <p:sp>
        <p:nvSpPr>
          <p:cNvPr id="6" name="Title 5">
            <a:extLst>
              <a:ext uri="{FF2B5EF4-FFF2-40B4-BE49-F238E27FC236}">
                <a16:creationId xmlns:a16="http://schemas.microsoft.com/office/drawing/2014/main" id="{8074F167-668D-210C-5C93-4EB801EF7CAE}"/>
              </a:ext>
            </a:extLst>
          </p:cNvPr>
          <p:cNvSpPr>
            <a:spLocks noGrp="1"/>
          </p:cNvSpPr>
          <p:nvPr>
            <p:ph type="title"/>
          </p:nvPr>
        </p:nvSpPr>
        <p:spPr>
          <a:xfrm>
            <a:off x="154800" y="440112"/>
            <a:ext cx="11880000" cy="710067"/>
          </a:xfrm>
        </p:spPr>
        <p:txBody>
          <a:bodyPr/>
          <a:lstStyle/>
          <a:p>
            <a:r>
              <a:rPr lang="en-US" dirty="0"/>
              <a:t>Architecture ratings of the portfolio between </a:t>
            </a:r>
            <a:r>
              <a:rPr lang="en-US" dirty="0" err="1"/>
              <a:t>PORTFOLIO_PERIOD_START_DATE</a:t>
            </a:r>
            <a:r>
              <a:rPr lang="en-US" dirty="0"/>
              <a:t> and </a:t>
            </a:r>
            <a:r>
              <a:rPr lang="en-US" dirty="0" err="1"/>
              <a:t>PORTFOLIO_PERIOD_END_DATE</a:t>
            </a:r>
            <a:endParaRPr lang="en-US" dirty="0"/>
          </a:p>
        </p:txBody>
      </p:sp>
      <p:sp>
        <p:nvSpPr>
          <p:cNvPr id="7" name="Rectangle 6">
            <a:extLst>
              <a:ext uri="{FF2B5EF4-FFF2-40B4-BE49-F238E27FC236}">
                <a16:creationId xmlns:a16="http://schemas.microsoft.com/office/drawing/2014/main" id="{093017EF-A386-CAA2-6A07-96E4B2D997B5}"/>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E58A3327-6118-370B-8363-D7ADF8B574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3E210451-B7EA-B10B-FF58-699350452E4D}"/>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PORTFOLIO_PERIOD_ARCHITECTURE</a:t>
            </a:r>
            <a:endParaRPr lang="en-US" sz="1600" dirty="0">
              <a:solidFill>
                <a:schemeClr val="bg1"/>
              </a:solidFill>
            </a:endParaRPr>
          </a:p>
        </p:txBody>
      </p:sp>
      <p:sp>
        <p:nvSpPr>
          <p:cNvPr id="26" name="TextBox 25">
            <a:extLst>
              <a:ext uri="{FF2B5EF4-FFF2-40B4-BE49-F238E27FC236}">
                <a16:creationId xmlns:a16="http://schemas.microsoft.com/office/drawing/2014/main" id="{06E37FC2-777A-0F60-ABC7-4621AE884476}"/>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27" name="Group 26">
            <a:extLst>
              <a:ext uri="{FF2B5EF4-FFF2-40B4-BE49-F238E27FC236}">
                <a16:creationId xmlns:a16="http://schemas.microsoft.com/office/drawing/2014/main" id="{A0A16E73-A1E0-4BC8-B4E4-7864C43FD26A}"/>
              </a:ext>
            </a:extLst>
          </p:cNvPr>
          <p:cNvGrpSpPr/>
          <p:nvPr/>
        </p:nvGrpSpPr>
        <p:grpSpPr>
          <a:xfrm>
            <a:off x="516802" y="6117354"/>
            <a:ext cx="300732" cy="98617"/>
            <a:chOff x="586253" y="6116391"/>
            <a:chExt cx="300732" cy="98617"/>
          </a:xfrm>
        </p:grpSpPr>
        <p:sp>
          <p:nvSpPr>
            <p:cNvPr id="28" name="TextBox 27">
              <a:extLst>
                <a:ext uri="{FF2B5EF4-FFF2-40B4-BE49-F238E27FC236}">
                  <a16:creationId xmlns:a16="http://schemas.microsoft.com/office/drawing/2014/main" id="{8708D778-329C-D174-F5F1-CB9998DB4354}"/>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29" name="Rounded Rectangle 28">
              <a:extLst>
                <a:ext uri="{FF2B5EF4-FFF2-40B4-BE49-F238E27FC236}">
                  <a16:creationId xmlns:a16="http://schemas.microsoft.com/office/drawing/2014/main" id="{F23B0641-C51A-1164-1488-2D8351F2FD1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6" name="Group 35">
            <a:extLst>
              <a:ext uri="{FF2B5EF4-FFF2-40B4-BE49-F238E27FC236}">
                <a16:creationId xmlns:a16="http://schemas.microsoft.com/office/drawing/2014/main" id="{7C6732EA-3CF8-4098-6A71-A4BE2C78F410}"/>
              </a:ext>
            </a:extLst>
          </p:cNvPr>
          <p:cNvGrpSpPr/>
          <p:nvPr/>
        </p:nvGrpSpPr>
        <p:grpSpPr>
          <a:xfrm>
            <a:off x="934179" y="6117354"/>
            <a:ext cx="331190" cy="98617"/>
            <a:chOff x="961765" y="6117353"/>
            <a:chExt cx="331190" cy="98617"/>
          </a:xfrm>
        </p:grpSpPr>
        <p:sp>
          <p:nvSpPr>
            <p:cNvPr id="37" name="TextBox 36">
              <a:extLst>
                <a:ext uri="{FF2B5EF4-FFF2-40B4-BE49-F238E27FC236}">
                  <a16:creationId xmlns:a16="http://schemas.microsoft.com/office/drawing/2014/main" id="{2789F270-100E-1C90-D75E-ED070FC0D248}"/>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38" name="Rounded Rectangle 37">
              <a:extLst>
                <a:ext uri="{FF2B5EF4-FFF2-40B4-BE49-F238E27FC236}">
                  <a16:creationId xmlns:a16="http://schemas.microsoft.com/office/drawing/2014/main" id="{4B199232-2C7B-CE6C-8619-A4F13C650451}"/>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9" name="Group 38">
            <a:extLst>
              <a:ext uri="{FF2B5EF4-FFF2-40B4-BE49-F238E27FC236}">
                <a16:creationId xmlns:a16="http://schemas.microsoft.com/office/drawing/2014/main" id="{3F7B50A9-89F5-38A6-090B-1A0D014ACC31}"/>
              </a:ext>
            </a:extLst>
          </p:cNvPr>
          <p:cNvGrpSpPr/>
          <p:nvPr/>
        </p:nvGrpSpPr>
        <p:grpSpPr>
          <a:xfrm>
            <a:off x="1382015" y="6117354"/>
            <a:ext cx="331190" cy="98617"/>
            <a:chOff x="1114165" y="6269753"/>
            <a:chExt cx="331190" cy="98617"/>
          </a:xfrm>
        </p:grpSpPr>
        <p:sp>
          <p:nvSpPr>
            <p:cNvPr id="40" name="TextBox 39">
              <a:extLst>
                <a:ext uri="{FF2B5EF4-FFF2-40B4-BE49-F238E27FC236}">
                  <a16:creationId xmlns:a16="http://schemas.microsoft.com/office/drawing/2014/main" id="{CEBA535C-1218-320D-9DCA-E6AF1E198496}"/>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41" name="Rounded Rectangle 40">
              <a:extLst>
                <a:ext uri="{FF2B5EF4-FFF2-40B4-BE49-F238E27FC236}">
                  <a16:creationId xmlns:a16="http://schemas.microsoft.com/office/drawing/2014/main" id="{A1EE2939-67E0-7787-8275-C65C782E8793}"/>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42" name="Group 41">
            <a:extLst>
              <a:ext uri="{FF2B5EF4-FFF2-40B4-BE49-F238E27FC236}">
                <a16:creationId xmlns:a16="http://schemas.microsoft.com/office/drawing/2014/main" id="{996BC872-D9CD-D7FC-CCB7-ACF73B3F05D4}"/>
              </a:ext>
            </a:extLst>
          </p:cNvPr>
          <p:cNvGrpSpPr/>
          <p:nvPr/>
        </p:nvGrpSpPr>
        <p:grpSpPr>
          <a:xfrm>
            <a:off x="1829851" y="6117354"/>
            <a:ext cx="331190" cy="98617"/>
            <a:chOff x="1114165" y="6269753"/>
            <a:chExt cx="331190" cy="98617"/>
          </a:xfrm>
        </p:grpSpPr>
        <p:sp>
          <p:nvSpPr>
            <p:cNvPr id="43" name="TextBox 42">
              <a:extLst>
                <a:ext uri="{FF2B5EF4-FFF2-40B4-BE49-F238E27FC236}">
                  <a16:creationId xmlns:a16="http://schemas.microsoft.com/office/drawing/2014/main" id="{4DB8CD9F-B8FA-0FB6-53F6-2D39B0364E1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44" name="Rounded Rectangle 43">
              <a:extLst>
                <a:ext uri="{FF2B5EF4-FFF2-40B4-BE49-F238E27FC236}">
                  <a16:creationId xmlns:a16="http://schemas.microsoft.com/office/drawing/2014/main" id="{186358DD-6C1D-C01B-4945-B1559CD65B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45" name="Group 44">
            <a:extLst>
              <a:ext uri="{FF2B5EF4-FFF2-40B4-BE49-F238E27FC236}">
                <a16:creationId xmlns:a16="http://schemas.microsoft.com/office/drawing/2014/main" id="{51D44E56-CC8C-DF72-8571-551DB39EFAD1}"/>
              </a:ext>
            </a:extLst>
          </p:cNvPr>
          <p:cNvGrpSpPr/>
          <p:nvPr/>
        </p:nvGrpSpPr>
        <p:grpSpPr>
          <a:xfrm>
            <a:off x="2277686" y="6117354"/>
            <a:ext cx="331190" cy="98617"/>
            <a:chOff x="1114165" y="6269753"/>
            <a:chExt cx="331190" cy="98617"/>
          </a:xfrm>
        </p:grpSpPr>
        <p:sp>
          <p:nvSpPr>
            <p:cNvPr id="46" name="TextBox 45">
              <a:extLst>
                <a:ext uri="{FF2B5EF4-FFF2-40B4-BE49-F238E27FC236}">
                  <a16:creationId xmlns:a16="http://schemas.microsoft.com/office/drawing/2014/main" id="{AE7CB3B9-DDE3-51DD-022A-D5103A71AD10}"/>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47" name="Rounded Rectangle 46">
              <a:extLst>
                <a:ext uri="{FF2B5EF4-FFF2-40B4-BE49-F238E27FC236}">
                  <a16:creationId xmlns:a16="http://schemas.microsoft.com/office/drawing/2014/main" id="{30004702-6D14-9BA1-7C29-10C5B9CA635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Tree>
    <p:extLst>
      <p:ext uri="{BB962C8B-B14F-4D97-AF65-F5344CB8AC3E}">
        <p14:creationId xmlns:p14="http://schemas.microsoft.com/office/powerpoint/2010/main" val="3692359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54897-76F9-AAFA-689E-859A0501684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D74B583-87A1-F395-5E39-CA781D65A7F9}"/>
              </a:ext>
            </a:extLst>
          </p:cNvPr>
          <p:cNvSpPr>
            <a:spLocks noGrp="1"/>
          </p:cNvSpPr>
          <p:nvPr>
            <p:ph type="body" sz="quarter" idx="12"/>
          </p:nvPr>
        </p:nvSpPr>
        <p:spPr>
          <a:xfrm>
            <a:off x="381600" y="129568"/>
            <a:ext cx="1747448" cy="228209"/>
          </a:xfrm>
        </p:spPr>
        <p:txBody>
          <a:bodyPr/>
          <a:lstStyle/>
          <a:p>
            <a:r>
              <a:rPr lang="en-US" dirty="0"/>
              <a:t>Findings – Security</a:t>
            </a:r>
          </a:p>
        </p:txBody>
      </p:sp>
      <p:sp>
        <p:nvSpPr>
          <p:cNvPr id="5" name="Slide Number Placeholder 4">
            <a:extLst>
              <a:ext uri="{FF2B5EF4-FFF2-40B4-BE49-F238E27FC236}">
                <a16:creationId xmlns:a16="http://schemas.microsoft.com/office/drawing/2014/main" id="{9E3DA84B-A8FF-561D-5BE5-472D23F83529}"/>
              </a:ext>
            </a:extLst>
          </p:cNvPr>
          <p:cNvSpPr>
            <a:spLocks noGrp="1"/>
          </p:cNvSpPr>
          <p:nvPr>
            <p:ph type="sldNum" sz="quarter" idx="15"/>
          </p:nvPr>
        </p:nvSpPr>
        <p:spPr/>
        <p:txBody>
          <a:bodyPr/>
          <a:lstStyle/>
          <a:p>
            <a:fld id="{E242BD21-9B61-2246-BCB1-4BE5E1BEBE1C}" type="slidenum">
              <a:rPr lang="nl-NL" smtClean="0"/>
              <a:pPr/>
              <a:t>18</a:t>
            </a:fld>
            <a:endParaRPr lang="nl-NL"/>
          </a:p>
        </p:txBody>
      </p:sp>
      <p:sp>
        <p:nvSpPr>
          <p:cNvPr id="6" name="Title 5">
            <a:extLst>
              <a:ext uri="{FF2B5EF4-FFF2-40B4-BE49-F238E27FC236}">
                <a16:creationId xmlns:a16="http://schemas.microsoft.com/office/drawing/2014/main" id="{EFB5966A-E6AD-D0AA-719E-91AAA596443A}"/>
              </a:ext>
            </a:extLst>
          </p:cNvPr>
          <p:cNvSpPr>
            <a:spLocks noGrp="1"/>
          </p:cNvSpPr>
          <p:nvPr>
            <p:ph type="title"/>
          </p:nvPr>
        </p:nvSpPr>
        <p:spPr>
          <a:xfrm>
            <a:off x="154800" y="440112"/>
            <a:ext cx="11880000" cy="710067"/>
          </a:xfrm>
        </p:spPr>
        <p:txBody>
          <a:bodyPr/>
          <a:lstStyle/>
          <a:p>
            <a:r>
              <a:rPr lang="en-US" dirty="0"/>
              <a:t>Security ratings of the portfolio between </a:t>
            </a:r>
            <a:r>
              <a:rPr lang="en-US" dirty="0" err="1"/>
              <a:t>PORTFOLIO_PERIOD_START_DATE</a:t>
            </a:r>
            <a:r>
              <a:rPr lang="en-US" dirty="0"/>
              <a:t> and </a:t>
            </a:r>
            <a:r>
              <a:rPr lang="en-US" dirty="0" err="1"/>
              <a:t>PORTFOLIO_PERIOD_END_DATE</a:t>
            </a:r>
            <a:endParaRPr lang="en-US" dirty="0"/>
          </a:p>
        </p:txBody>
      </p:sp>
      <p:sp>
        <p:nvSpPr>
          <p:cNvPr id="7" name="Rectangle 6">
            <a:extLst>
              <a:ext uri="{FF2B5EF4-FFF2-40B4-BE49-F238E27FC236}">
                <a16:creationId xmlns:a16="http://schemas.microsoft.com/office/drawing/2014/main" id="{4B23437B-9103-F910-DA88-E786F4F1AC56}"/>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BE2BFF46-8C29-AB4B-F2B1-08C35741FF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8DD8AE50-C257-163F-FEA3-9EDD7F987503}"/>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PORTFOLIO_PERIOD_SECURITY_RATINGS</a:t>
            </a:r>
            <a:endParaRPr lang="en-US" sz="1600" dirty="0">
              <a:solidFill>
                <a:schemeClr val="bg1"/>
              </a:solidFill>
            </a:endParaRPr>
          </a:p>
        </p:txBody>
      </p:sp>
      <p:sp>
        <p:nvSpPr>
          <p:cNvPr id="24" name="TextBox 23">
            <a:extLst>
              <a:ext uri="{FF2B5EF4-FFF2-40B4-BE49-F238E27FC236}">
                <a16:creationId xmlns:a16="http://schemas.microsoft.com/office/drawing/2014/main" id="{9D58A50D-967C-17A9-8826-8E857C0D09F7}"/>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25" name="Group 24">
            <a:extLst>
              <a:ext uri="{FF2B5EF4-FFF2-40B4-BE49-F238E27FC236}">
                <a16:creationId xmlns:a16="http://schemas.microsoft.com/office/drawing/2014/main" id="{1FCE37CD-D789-C9CC-B3F1-D822D13D9CB3}"/>
              </a:ext>
            </a:extLst>
          </p:cNvPr>
          <p:cNvGrpSpPr/>
          <p:nvPr/>
        </p:nvGrpSpPr>
        <p:grpSpPr>
          <a:xfrm>
            <a:off x="516802" y="6117354"/>
            <a:ext cx="300732" cy="98617"/>
            <a:chOff x="586253" y="6116391"/>
            <a:chExt cx="300732" cy="98617"/>
          </a:xfrm>
        </p:grpSpPr>
        <p:sp>
          <p:nvSpPr>
            <p:cNvPr id="26" name="TextBox 25">
              <a:extLst>
                <a:ext uri="{FF2B5EF4-FFF2-40B4-BE49-F238E27FC236}">
                  <a16:creationId xmlns:a16="http://schemas.microsoft.com/office/drawing/2014/main" id="{50AC2ED9-ED5D-C0F0-7FAC-89E92FE7A73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27" name="Rounded Rectangle 26">
              <a:extLst>
                <a:ext uri="{FF2B5EF4-FFF2-40B4-BE49-F238E27FC236}">
                  <a16:creationId xmlns:a16="http://schemas.microsoft.com/office/drawing/2014/main" id="{3CC167F9-6790-48E2-A6D5-ACA7AD8416F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8" name="Group 27">
            <a:extLst>
              <a:ext uri="{FF2B5EF4-FFF2-40B4-BE49-F238E27FC236}">
                <a16:creationId xmlns:a16="http://schemas.microsoft.com/office/drawing/2014/main" id="{3FC8B29D-F4DD-50C9-9017-75E022A12052}"/>
              </a:ext>
            </a:extLst>
          </p:cNvPr>
          <p:cNvGrpSpPr/>
          <p:nvPr/>
        </p:nvGrpSpPr>
        <p:grpSpPr>
          <a:xfrm>
            <a:off x="934179" y="6117354"/>
            <a:ext cx="331190" cy="98617"/>
            <a:chOff x="961765" y="6117353"/>
            <a:chExt cx="331190" cy="98617"/>
          </a:xfrm>
        </p:grpSpPr>
        <p:sp>
          <p:nvSpPr>
            <p:cNvPr id="29" name="TextBox 28">
              <a:extLst>
                <a:ext uri="{FF2B5EF4-FFF2-40B4-BE49-F238E27FC236}">
                  <a16:creationId xmlns:a16="http://schemas.microsoft.com/office/drawing/2014/main" id="{C21E54D5-F91E-6B58-1C95-5A67CE07D6B2}"/>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30" name="Rounded Rectangle 29">
              <a:extLst>
                <a:ext uri="{FF2B5EF4-FFF2-40B4-BE49-F238E27FC236}">
                  <a16:creationId xmlns:a16="http://schemas.microsoft.com/office/drawing/2014/main" id="{A56CDE96-1671-BB45-8B37-A88B31C70E59}"/>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1" name="Group 30">
            <a:extLst>
              <a:ext uri="{FF2B5EF4-FFF2-40B4-BE49-F238E27FC236}">
                <a16:creationId xmlns:a16="http://schemas.microsoft.com/office/drawing/2014/main" id="{6359F7FC-54D0-2949-EE42-C602D24930BA}"/>
              </a:ext>
            </a:extLst>
          </p:cNvPr>
          <p:cNvGrpSpPr/>
          <p:nvPr/>
        </p:nvGrpSpPr>
        <p:grpSpPr>
          <a:xfrm>
            <a:off x="1382015" y="6117354"/>
            <a:ext cx="331190" cy="98617"/>
            <a:chOff x="1114165" y="6269753"/>
            <a:chExt cx="331190" cy="98617"/>
          </a:xfrm>
        </p:grpSpPr>
        <p:sp>
          <p:nvSpPr>
            <p:cNvPr id="32" name="TextBox 31">
              <a:extLst>
                <a:ext uri="{FF2B5EF4-FFF2-40B4-BE49-F238E27FC236}">
                  <a16:creationId xmlns:a16="http://schemas.microsoft.com/office/drawing/2014/main" id="{AE0DAA19-B5AD-7680-2494-B8BD9F03DED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33" name="Rounded Rectangle 32">
              <a:extLst>
                <a:ext uri="{FF2B5EF4-FFF2-40B4-BE49-F238E27FC236}">
                  <a16:creationId xmlns:a16="http://schemas.microsoft.com/office/drawing/2014/main" id="{33E84355-AB6A-ED2E-EEDE-3A1F583F77F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4" name="Group 33">
            <a:extLst>
              <a:ext uri="{FF2B5EF4-FFF2-40B4-BE49-F238E27FC236}">
                <a16:creationId xmlns:a16="http://schemas.microsoft.com/office/drawing/2014/main" id="{6659599C-679E-FE7D-111C-F951BA2325C9}"/>
              </a:ext>
            </a:extLst>
          </p:cNvPr>
          <p:cNvGrpSpPr/>
          <p:nvPr/>
        </p:nvGrpSpPr>
        <p:grpSpPr>
          <a:xfrm>
            <a:off x="1829851" y="6117354"/>
            <a:ext cx="331190" cy="98617"/>
            <a:chOff x="1114165" y="6269753"/>
            <a:chExt cx="331190" cy="98617"/>
          </a:xfrm>
        </p:grpSpPr>
        <p:sp>
          <p:nvSpPr>
            <p:cNvPr id="35" name="TextBox 34">
              <a:extLst>
                <a:ext uri="{FF2B5EF4-FFF2-40B4-BE49-F238E27FC236}">
                  <a16:creationId xmlns:a16="http://schemas.microsoft.com/office/drawing/2014/main" id="{87359069-73BD-1F86-2C2F-B6B4992F1CBE}"/>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36" name="Rounded Rectangle 35">
              <a:extLst>
                <a:ext uri="{FF2B5EF4-FFF2-40B4-BE49-F238E27FC236}">
                  <a16:creationId xmlns:a16="http://schemas.microsoft.com/office/drawing/2014/main" id="{EB9775F2-5461-C552-F938-B09422878B8A}"/>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7" name="Group 36">
            <a:extLst>
              <a:ext uri="{FF2B5EF4-FFF2-40B4-BE49-F238E27FC236}">
                <a16:creationId xmlns:a16="http://schemas.microsoft.com/office/drawing/2014/main" id="{0FC952A4-81F7-5DB7-BC4A-7E7855D878E5}"/>
              </a:ext>
            </a:extLst>
          </p:cNvPr>
          <p:cNvGrpSpPr/>
          <p:nvPr/>
        </p:nvGrpSpPr>
        <p:grpSpPr>
          <a:xfrm>
            <a:off x="2277686" y="6117354"/>
            <a:ext cx="331190" cy="98617"/>
            <a:chOff x="1114165" y="6269753"/>
            <a:chExt cx="331190" cy="98617"/>
          </a:xfrm>
        </p:grpSpPr>
        <p:sp>
          <p:nvSpPr>
            <p:cNvPr id="38" name="TextBox 37">
              <a:extLst>
                <a:ext uri="{FF2B5EF4-FFF2-40B4-BE49-F238E27FC236}">
                  <a16:creationId xmlns:a16="http://schemas.microsoft.com/office/drawing/2014/main" id="{67A5F101-5D92-FA2B-F494-AFF1D0EB332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39" name="Rounded Rectangle 38">
              <a:extLst>
                <a:ext uri="{FF2B5EF4-FFF2-40B4-BE49-F238E27FC236}">
                  <a16:creationId xmlns:a16="http://schemas.microsoft.com/office/drawing/2014/main" id="{7EE8E326-D841-00CB-CDD0-5005C2C4CBCD}"/>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Tree>
    <p:extLst>
      <p:ext uri="{BB962C8B-B14F-4D97-AF65-F5344CB8AC3E}">
        <p14:creationId xmlns:p14="http://schemas.microsoft.com/office/powerpoint/2010/main" val="3854966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3F93-7952-EE6F-AB83-36D7C31DFF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FA2272-F184-6F86-8D91-E34D7F820AED}"/>
              </a:ext>
            </a:extLst>
          </p:cNvPr>
          <p:cNvSpPr>
            <a:spLocks noGrp="1"/>
          </p:cNvSpPr>
          <p:nvPr>
            <p:ph type="body" sz="quarter" idx="12"/>
          </p:nvPr>
        </p:nvSpPr>
        <p:spPr>
          <a:xfrm>
            <a:off x="381600" y="129568"/>
            <a:ext cx="3180853" cy="228209"/>
          </a:xfrm>
        </p:spPr>
        <p:txBody>
          <a:bodyPr/>
          <a:lstStyle/>
          <a:p>
            <a:r>
              <a:rPr lang="en-US" dirty="0"/>
              <a:t>Findings – Security – Findings Trend</a:t>
            </a:r>
          </a:p>
        </p:txBody>
      </p:sp>
      <p:sp>
        <p:nvSpPr>
          <p:cNvPr id="5" name="Slide Number Placeholder 4">
            <a:extLst>
              <a:ext uri="{FF2B5EF4-FFF2-40B4-BE49-F238E27FC236}">
                <a16:creationId xmlns:a16="http://schemas.microsoft.com/office/drawing/2014/main" id="{897F46F4-FE2B-5585-3E4E-45ED2341A45C}"/>
              </a:ext>
            </a:extLst>
          </p:cNvPr>
          <p:cNvSpPr>
            <a:spLocks noGrp="1"/>
          </p:cNvSpPr>
          <p:nvPr>
            <p:ph type="sldNum" sz="quarter" idx="15"/>
          </p:nvPr>
        </p:nvSpPr>
        <p:spPr/>
        <p:txBody>
          <a:bodyPr/>
          <a:lstStyle/>
          <a:p>
            <a:fld id="{E242BD21-9B61-2246-BCB1-4BE5E1BEBE1C}" type="slidenum">
              <a:rPr lang="nl-NL" smtClean="0"/>
              <a:pPr/>
              <a:t>19</a:t>
            </a:fld>
            <a:endParaRPr lang="nl-NL"/>
          </a:p>
        </p:txBody>
      </p:sp>
      <p:sp>
        <p:nvSpPr>
          <p:cNvPr id="6" name="Title 5">
            <a:extLst>
              <a:ext uri="{FF2B5EF4-FFF2-40B4-BE49-F238E27FC236}">
                <a16:creationId xmlns:a16="http://schemas.microsoft.com/office/drawing/2014/main" id="{A33EE222-E5BC-4470-AF2E-B90F56B77007}"/>
              </a:ext>
            </a:extLst>
          </p:cNvPr>
          <p:cNvSpPr>
            <a:spLocks noGrp="1"/>
          </p:cNvSpPr>
          <p:nvPr>
            <p:ph type="title"/>
          </p:nvPr>
        </p:nvSpPr>
        <p:spPr>
          <a:xfrm>
            <a:off x="154800" y="440112"/>
            <a:ext cx="11880000" cy="710067"/>
          </a:xfrm>
        </p:spPr>
        <p:txBody>
          <a:bodyPr/>
          <a:lstStyle/>
          <a:p>
            <a:r>
              <a:rPr lang="en-US" dirty="0"/>
              <a:t>Security findings of the portfolio of the last 12 months (ending at </a:t>
            </a:r>
            <a:r>
              <a:rPr lang="en-US" dirty="0" err="1"/>
              <a:t>PORTFOLIO_PERIOD_END_DATE</a:t>
            </a:r>
            <a:r>
              <a:rPr lang="en-US" dirty="0"/>
              <a:t>) </a:t>
            </a:r>
          </a:p>
        </p:txBody>
      </p:sp>
      <p:sp>
        <p:nvSpPr>
          <p:cNvPr id="31" name="Rounded Rectangle 30">
            <a:extLst>
              <a:ext uri="{FF2B5EF4-FFF2-40B4-BE49-F238E27FC236}">
                <a16:creationId xmlns:a16="http://schemas.microsoft.com/office/drawing/2014/main" id="{A159BC40-5B4C-795C-6FCB-FCA563A5AE0F}"/>
              </a:ext>
            </a:extLst>
          </p:cNvPr>
          <p:cNvSpPr/>
          <p:nvPr/>
        </p:nvSpPr>
        <p:spPr>
          <a:xfrm>
            <a:off x="525101" y="1411200"/>
            <a:ext cx="11141800" cy="4852800"/>
          </a:xfrm>
          <a:prstGeom prst="roundRect">
            <a:avLst>
              <a:gd name="adj" fmla="val 706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73152" rIns="0" bIns="73152" rtlCol="0" anchor="t"/>
          <a:lstStyle/>
          <a:p>
            <a:pPr algn="ctr"/>
            <a:r>
              <a:rPr lang="en-US" sz="1200" b="1" noProof="0" dirty="0">
                <a:solidFill>
                  <a:schemeClr val="tx1"/>
                </a:solidFill>
              </a:rPr>
              <a:t>Security findings</a:t>
            </a:r>
          </a:p>
        </p:txBody>
      </p:sp>
      <p:pic>
        <p:nvPicPr>
          <p:cNvPr id="32" name="Graphic 31">
            <a:extLst>
              <a:ext uri="{FF2B5EF4-FFF2-40B4-BE49-F238E27FC236}">
                <a16:creationId xmlns:a16="http://schemas.microsoft.com/office/drawing/2014/main" id="{284C6DD6-8200-16D2-9609-569E042945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98373" y="5911956"/>
            <a:ext cx="371130" cy="206558"/>
          </a:xfrm>
          <a:prstGeom prst="rect">
            <a:avLst/>
          </a:prstGeom>
        </p:spPr>
      </p:pic>
      <p:sp>
        <p:nvSpPr>
          <p:cNvPr id="33" name="Rounded Rectangle 32">
            <a:extLst>
              <a:ext uri="{FF2B5EF4-FFF2-40B4-BE49-F238E27FC236}">
                <a16:creationId xmlns:a16="http://schemas.microsoft.com/office/drawing/2014/main" id="{5FC185B0-6CA0-A445-999A-8C89A24E3665}"/>
              </a:ext>
            </a:extLst>
          </p:cNvPr>
          <p:cNvSpPr/>
          <p:nvPr/>
        </p:nvSpPr>
        <p:spPr>
          <a:xfrm flipH="1">
            <a:off x="955163" y="1562933"/>
            <a:ext cx="5073966" cy="2305534"/>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910714"/>
                </a:solidFill>
              </a:rPr>
              <a:t>Critical</a:t>
            </a:r>
          </a:p>
        </p:txBody>
      </p:sp>
      <p:sp>
        <p:nvSpPr>
          <p:cNvPr id="36" name="Rectangle 35">
            <a:extLst>
              <a:ext uri="{FF2B5EF4-FFF2-40B4-BE49-F238E27FC236}">
                <a16:creationId xmlns:a16="http://schemas.microsoft.com/office/drawing/2014/main" id="{141D01DB-A890-7402-1ACF-609E980DE1A7}"/>
              </a:ext>
            </a:extLst>
          </p:cNvPr>
          <p:cNvSpPr/>
          <p:nvPr/>
        </p:nvSpPr>
        <p:spPr>
          <a:xfrm>
            <a:off x="1076007" y="1798326"/>
            <a:ext cx="4832278" cy="203462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PORTFOLIO_PERIOD_SECURITY_DASHBOARD_CRITICAL_FINDINGS</a:t>
            </a:r>
            <a:endParaRPr lang="en-US" sz="1600" dirty="0">
              <a:solidFill>
                <a:schemeClr val="bg1"/>
              </a:solidFill>
            </a:endParaRPr>
          </a:p>
        </p:txBody>
      </p:sp>
      <p:sp>
        <p:nvSpPr>
          <p:cNvPr id="34" name="Rounded Rectangle 33">
            <a:extLst>
              <a:ext uri="{FF2B5EF4-FFF2-40B4-BE49-F238E27FC236}">
                <a16:creationId xmlns:a16="http://schemas.microsoft.com/office/drawing/2014/main" id="{4C37EC38-873F-C0A8-F818-24FB209E2B8E}"/>
              </a:ext>
            </a:extLst>
          </p:cNvPr>
          <p:cNvSpPr/>
          <p:nvPr/>
        </p:nvSpPr>
        <p:spPr>
          <a:xfrm flipH="1">
            <a:off x="6165410" y="1562933"/>
            <a:ext cx="5070948" cy="2305534"/>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DB4A3D"/>
                </a:solidFill>
              </a:rPr>
              <a:t>High</a:t>
            </a:r>
          </a:p>
        </p:txBody>
      </p:sp>
      <p:sp>
        <p:nvSpPr>
          <p:cNvPr id="37" name="Rectangle 36">
            <a:extLst>
              <a:ext uri="{FF2B5EF4-FFF2-40B4-BE49-F238E27FC236}">
                <a16:creationId xmlns:a16="http://schemas.microsoft.com/office/drawing/2014/main" id="{EE87E057-DD66-1619-C712-B52301C92830}"/>
              </a:ext>
            </a:extLst>
          </p:cNvPr>
          <p:cNvSpPr/>
          <p:nvPr/>
        </p:nvSpPr>
        <p:spPr>
          <a:xfrm>
            <a:off x="6284745" y="1798326"/>
            <a:ext cx="4832278" cy="203462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PORTFOLIO_PERIOD_SECURITY_DASHBOARD_HIGH_FINDINGS</a:t>
            </a:r>
            <a:endParaRPr lang="en-US" sz="1600" dirty="0">
              <a:solidFill>
                <a:schemeClr val="bg1"/>
              </a:solidFill>
            </a:endParaRPr>
          </a:p>
        </p:txBody>
      </p:sp>
      <p:sp>
        <p:nvSpPr>
          <p:cNvPr id="35" name="Rounded Rectangle 34">
            <a:extLst>
              <a:ext uri="{FF2B5EF4-FFF2-40B4-BE49-F238E27FC236}">
                <a16:creationId xmlns:a16="http://schemas.microsoft.com/office/drawing/2014/main" id="{E329652B-628D-7B3F-5C6F-43469FA826A5}"/>
              </a:ext>
            </a:extLst>
          </p:cNvPr>
          <p:cNvSpPr/>
          <p:nvPr/>
        </p:nvSpPr>
        <p:spPr>
          <a:xfrm flipH="1">
            <a:off x="3560526" y="3939319"/>
            <a:ext cx="5070948" cy="2305534"/>
          </a:xfrm>
          <a:prstGeom prst="roundRect">
            <a:avLst>
              <a:gd name="adj" fmla="val 383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F09819"/>
                </a:solidFill>
              </a:rPr>
              <a:t>Medium</a:t>
            </a:r>
          </a:p>
        </p:txBody>
      </p:sp>
      <p:sp>
        <p:nvSpPr>
          <p:cNvPr id="38" name="Rectangle 37">
            <a:extLst>
              <a:ext uri="{FF2B5EF4-FFF2-40B4-BE49-F238E27FC236}">
                <a16:creationId xmlns:a16="http://schemas.microsoft.com/office/drawing/2014/main" id="{1DF8B184-8E8F-4F34-A553-3AE963C2CB0F}"/>
              </a:ext>
            </a:extLst>
          </p:cNvPr>
          <p:cNvSpPr/>
          <p:nvPr/>
        </p:nvSpPr>
        <p:spPr>
          <a:xfrm>
            <a:off x="3679861" y="4174712"/>
            <a:ext cx="4832278" cy="203462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PORTFOLIO_PERIOD_SECURITY_DASHBOARD_MEDIUM_FINDINGS</a:t>
            </a:r>
            <a:endParaRPr lang="en-US" sz="1600" dirty="0">
              <a:solidFill>
                <a:schemeClr val="bg1"/>
              </a:solidFill>
            </a:endParaRPr>
          </a:p>
        </p:txBody>
      </p:sp>
    </p:spTree>
    <p:extLst>
      <p:ext uri="{BB962C8B-B14F-4D97-AF65-F5344CB8AC3E}">
        <p14:creationId xmlns:p14="http://schemas.microsoft.com/office/powerpoint/2010/main" val="70740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FC9EA-B8A7-1749-9437-CD803D33C9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504551E-A594-C4F6-DB10-BFA55B3E5764}"/>
              </a:ext>
            </a:extLst>
          </p:cNvPr>
          <p:cNvSpPr>
            <a:spLocks noGrp="1"/>
          </p:cNvSpPr>
          <p:nvPr>
            <p:ph type="body" sz="quarter" idx="12"/>
          </p:nvPr>
        </p:nvSpPr>
        <p:spPr>
          <a:xfrm>
            <a:off x="381600" y="129568"/>
            <a:ext cx="3349489" cy="228209"/>
          </a:xfrm>
        </p:spPr>
        <p:txBody>
          <a:bodyPr/>
          <a:lstStyle/>
          <a:p>
            <a:r>
              <a:rPr lang="en-US" dirty="0"/>
              <a:t>Findings – Security – Resolution Times</a:t>
            </a:r>
          </a:p>
        </p:txBody>
      </p:sp>
      <p:sp>
        <p:nvSpPr>
          <p:cNvPr id="5" name="Slide Number Placeholder 4">
            <a:extLst>
              <a:ext uri="{FF2B5EF4-FFF2-40B4-BE49-F238E27FC236}">
                <a16:creationId xmlns:a16="http://schemas.microsoft.com/office/drawing/2014/main" id="{8772D615-A071-5226-44B4-91F63CC82702}"/>
              </a:ext>
            </a:extLst>
          </p:cNvPr>
          <p:cNvSpPr>
            <a:spLocks noGrp="1"/>
          </p:cNvSpPr>
          <p:nvPr>
            <p:ph type="sldNum" sz="quarter" idx="15"/>
          </p:nvPr>
        </p:nvSpPr>
        <p:spPr/>
        <p:txBody>
          <a:bodyPr/>
          <a:lstStyle/>
          <a:p>
            <a:fld id="{E242BD21-9B61-2246-BCB1-4BE5E1BEBE1C}" type="slidenum">
              <a:rPr lang="nl-NL" smtClean="0"/>
              <a:pPr/>
              <a:t>20</a:t>
            </a:fld>
            <a:endParaRPr lang="nl-NL"/>
          </a:p>
        </p:txBody>
      </p:sp>
      <p:sp>
        <p:nvSpPr>
          <p:cNvPr id="6" name="Title 5">
            <a:extLst>
              <a:ext uri="{FF2B5EF4-FFF2-40B4-BE49-F238E27FC236}">
                <a16:creationId xmlns:a16="http://schemas.microsoft.com/office/drawing/2014/main" id="{627BE383-7689-A77A-D28C-E114CEA9FE97}"/>
              </a:ext>
            </a:extLst>
          </p:cNvPr>
          <p:cNvSpPr>
            <a:spLocks noGrp="1"/>
          </p:cNvSpPr>
          <p:nvPr>
            <p:ph type="title"/>
          </p:nvPr>
        </p:nvSpPr>
        <p:spPr>
          <a:xfrm>
            <a:off x="154800" y="440112"/>
            <a:ext cx="11880000" cy="710067"/>
          </a:xfrm>
        </p:spPr>
        <p:txBody>
          <a:bodyPr/>
          <a:lstStyle/>
          <a:p>
            <a:r>
              <a:rPr lang="en-US" dirty="0"/>
              <a:t>Security resolution times of the portfolio of the last 12 months (ending at </a:t>
            </a:r>
            <a:r>
              <a:rPr lang="en-US" dirty="0" err="1"/>
              <a:t>PORTFOLIO_PERIOD_END_DATE</a:t>
            </a:r>
            <a:r>
              <a:rPr lang="en-US" dirty="0"/>
              <a:t>) </a:t>
            </a:r>
          </a:p>
        </p:txBody>
      </p:sp>
      <p:sp>
        <p:nvSpPr>
          <p:cNvPr id="31" name="Rounded Rectangle 30">
            <a:extLst>
              <a:ext uri="{FF2B5EF4-FFF2-40B4-BE49-F238E27FC236}">
                <a16:creationId xmlns:a16="http://schemas.microsoft.com/office/drawing/2014/main" id="{F5326C2D-C268-C6FA-1AC2-B751F98C3035}"/>
              </a:ext>
            </a:extLst>
          </p:cNvPr>
          <p:cNvSpPr/>
          <p:nvPr/>
        </p:nvSpPr>
        <p:spPr>
          <a:xfrm>
            <a:off x="525101" y="1411200"/>
            <a:ext cx="11141800" cy="4852800"/>
          </a:xfrm>
          <a:prstGeom prst="roundRect">
            <a:avLst>
              <a:gd name="adj" fmla="val 706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73152" rIns="0" bIns="73152" rtlCol="0" anchor="t"/>
          <a:lstStyle/>
          <a:p>
            <a:pPr algn="ctr"/>
            <a:r>
              <a:rPr lang="en-US" sz="1200" b="1" noProof="0" dirty="0">
                <a:solidFill>
                  <a:schemeClr val="tx1"/>
                </a:solidFill>
              </a:rPr>
              <a:t>Security resolution times</a:t>
            </a:r>
          </a:p>
        </p:txBody>
      </p:sp>
      <p:pic>
        <p:nvPicPr>
          <p:cNvPr id="32" name="Graphic 31">
            <a:extLst>
              <a:ext uri="{FF2B5EF4-FFF2-40B4-BE49-F238E27FC236}">
                <a16:creationId xmlns:a16="http://schemas.microsoft.com/office/drawing/2014/main" id="{23359F52-1E48-C168-CBD3-43791F34DD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98373" y="5911956"/>
            <a:ext cx="371130" cy="206558"/>
          </a:xfrm>
          <a:prstGeom prst="rect">
            <a:avLst/>
          </a:prstGeom>
        </p:spPr>
      </p:pic>
      <p:sp>
        <p:nvSpPr>
          <p:cNvPr id="33" name="Rounded Rectangle 32">
            <a:extLst>
              <a:ext uri="{FF2B5EF4-FFF2-40B4-BE49-F238E27FC236}">
                <a16:creationId xmlns:a16="http://schemas.microsoft.com/office/drawing/2014/main" id="{E80C53A6-E87C-E89A-78B8-8F9537AA5D75}"/>
              </a:ext>
            </a:extLst>
          </p:cNvPr>
          <p:cNvSpPr/>
          <p:nvPr/>
        </p:nvSpPr>
        <p:spPr>
          <a:xfrm flipH="1">
            <a:off x="955163" y="1562933"/>
            <a:ext cx="5073966" cy="2305534"/>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910714"/>
                </a:solidFill>
              </a:rPr>
              <a:t>Critical</a:t>
            </a:r>
          </a:p>
        </p:txBody>
      </p:sp>
      <p:sp>
        <p:nvSpPr>
          <p:cNvPr id="36" name="Rectangle 35">
            <a:extLst>
              <a:ext uri="{FF2B5EF4-FFF2-40B4-BE49-F238E27FC236}">
                <a16:creationId xmlns:a16="http://schemas.microsoft.com/office/drawing/2014/main" id="{AC7B792B-0FEE-748C-3523-B0A3EF1213DD}"/>
              </a:ext>
            </a:extLst>
          </p:cNvPr>
          <p:cNvSpPr/>
          <p:nvPr/>
        </p:nvSpPr>
        <p:spPr>
          <a:xfrm>
            <a:off x="1076007" y="1798326"/>
            <a:ext cx="4832278" cy="203462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PORTFOLIO_PERIOD_SECURITY_DASHBOARD_CRITICAL_RESOLUTION_TIMES</a:t>
            </a:r>
            <a:endParaRPr lang="en-US" sz="1600" dirty="0">
              <a:solidFill>
                <a:schemeClr val="bg1"/>
              </a:solidFill>
            </a:endParaRPr>
          </a:p>
        </p:txBody>
      </p:sp>
      <p:sp>
        <p:nvSpPr>
          <p:cNvPr id="34" name="Rounded Rectangle 33">
            <a:extLst>
              <a:ext uri="{FF2B5EF4-FFF2-40B4-BE49-F238E27FC236}">
                <a16:creationId xmlns:a16="http://schemas.microsoft.com/office/drawing/2014/main" id="{6F046E34-2126-0CA7-96AA-936FDE050854}"/>
              </a:ext>
            </a:extLst>
          </p:cNvPr>
          <p:cNvSpPr/>
          <p:nvPr/>
        </p:nvSpPr>
        <p:spPr>
          <a:xfrm flipH="1">
            <a:off x="6165410" y="1562933"/>
            <a:ext cx="5070948" cy="2305534"/>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DB4A3D"/>
                </a:solidFill>
              </a:rPr>
              <a:t>High</a:t>
            </a:r>
          </a:p>
        </p:txBody>
      </p:sp>
      <p:sp>
        <p:nvSpPr>
          <p:cNvPr id="37" name="Rectangle 36">
            <a:extLst>
              <a:ext uri="{FF2B5EF4-FFF2-40B4-BE49-F238E27FC236}">
                <a16:creationId xmlns:a16="http://schemas.microsoft.com/office/drawing/2014/main" id="{7C81AC3D-2C22-AD77-0DEF-DD67B1166FDD}"/>
              </a:ext>
            </a:extLst>
          </p:cNvPr>
          <p:cNvSpPr/>
          <p:nvPr/>
        </p:nvSpPr>
        <p:spPr>
          <a:xfrm>
            <a:off x="6284745" y="1798326"/>
            <a:ext cx="4832278" cy="203462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PORTFOLIO_PERIOD_SECURITY_DASHBOARD_MEDIUM_RESOLUTION_TIMES</a:t>
            </a:r>
            <a:endParaRPr lang="en-US" sz="1600" dirty="0">
              <a:solidFill>
                <a:schemeClr val="bg1"/>
              </a:solidFill>
            </a:endParaRPr>
          </a:p>
        </p:txBody>
      </p:sp>
      <p:sp>
        <p:nvSpPr>
          <p:cNvPr id="35" name="Rounded Rectangle 34">
            <a:extLst>
              <a:ext uri="{FF2B5EF4-FFF2-40B4-BE49-F238E27FC236}">
                <a16:creationId xmlns:a16="http://schemas.microsoft.com/office/drawing/2014/main" id="{374C7591-8B12-75FA-079B-AC6778FE65D8}"/>
              </a:ext>
            </a:extLst>
          </p:cNvPr>
          <p:cNvSpPr/>
          <p:nvPr/>
        </p:nvSpPr>
        <p:spPr>
          <a:xfrm flipH="1">
            <a:off x="3560526" y="3939319"/>
            <a:ext cx="5070948" cy="2305534"/>
          </a:xfrm>
          <a:prstGeom prst="roundRect">
            <a:avLst>
              <a:gd name="adj" fmla="val 383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F09819"/>
                </a:solidFill>
              </a:rPr>
              <a:t>Medium</a:t>
            </a:r>
          </a:p>
        </p:txBody>
      </p:sp>
      <p:sp>
        <p:nvSpPr>
          <p:cNvPr id="38" name="Rectangle 37">
            <a:extLst>
              <a:ext uri="{FF2B5EF4-FFF2-40B4-BE49-F238E27FC236}">
                <a16:creationId xmlns:a16="http://schemas.microsoft.com/office/drawing/2014/main" id="{E65FFAB9-2ABB-D037-43F4-74D73F180A55}"/>
              </a:ext>
            </a:extLst>
          </p:cNvPr>
          <p:cNvSpPr/>
          <p:nvPr/>
        </p:nvSpPr>
        <p:spPr>
          <a:xfrm>
            <a:off x="3679861" y="4174712"/>
            <a:ext cx="4832278" cy="203462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PORTFOLIO_PERIOD_SECURITY_DASHBOARD_MEDIUM_RESOLUTION_TIMES</a:t>
            </a:r>
            <a:endParaRPr lang="en-US" sz="1600" dirty="0">
              <a:solidFill>
                <a:schemeClr val="bg1"/>
              </a:solidFill>
            </a:endParaRPr>
          </a:p>
        </p:txBody>
      </p:sp>
    </p:spTree>
    <p:extLst>
      <p:ext uri="{BB962C8B-B14F-4D97-AF65-F5344CB8AC3E}">
        <p14:creationId xmlns:p14="http://schemas.microsoft.com/office/powerpoint/2010/main" val="1643109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0F067-408F-718E-A79E-387537F672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D1568B-2E12-75F9-B897-0410688AA05F}"/>
              </a:ext>
            </a:extLst>
          </p:cNvPr>
          <p:cNvSpPr>
            <a:spLocks noGrp="1"/>
          </p:cNvSpPr>
          <p:nvPr>
            <p:ph type="body" sz="quarter" idx="12"/>
          </p:nvPr>
        </p:nvSpPr>
        <p:spPr>
          <a:xfrm>
            <a:off x="381600" y="129568"/>
            <a:ext cx="3518124" cy="228209"/>
          </a:xfrm>
        </p:spPr>
        <p:txBody>
          <a:bodyPr/>
          <a:lstStyle/>
          <a:p>
            <a:r>
              <a:rPr lang="en-US" dirty="0"/>
              <a:t>Findings – Test-to-Production Code Ratio</a:t>
            </a:r>
          </a:p>
        </p:txBody>
      </p:sp>
      <p:sp>
        <p:nvSpPr>
          <p:cNvPr id="5" name="Slide Number Placeholder 4">
            <a:extLst>
              <a:ext uri="{FF2B5EF4-FFF2-40B4-BE49-F238E27FC236}">
                <a16:creationId xmlns:a16="http://schemas.microsoft.com/office/drawing/2014/main" id="{3C6BD092-52B6-8544-4B23-9394383367CF}"/>
              </a:ext>
            </a:extLst>
          </p:cNvPr>
          <p:cNvSpPr>
            <a:spLocks noGrp="1"/>
          </p:cNvSpPr>
          <p:nvPr>
            <p:ph type="sldNum" sz="quarter" idx="15"/>
          </p:nvPr>
        </p:nvSpPr>
        <p:spPr/>
        <p:txBody>
          <a:bodyPr/>
          <a:lstStyle/>
          <a:p>
            <a:fld id="{E242BD21-9B61-2246-BCB1-4BE5E1BEBE1C}" type="slidenum">
              <a:rPr lang="nl-NL" smtClean="0"/>
              <a:pPr/>
              <a:t>21</a:t>
            </a:fld>
            <a:endParaRPr lang="nl-NL"/>
          </a:p>
        </p:txBody>
      </p:sp>
      <p:sp>
        <p:nvSpPr>
          <p:cNvPr id="6" name="Title 5">
            <a:extLst>
              <a:ext uri="{FF2B5EF4-FFF2-40B4-BE49-F238E27FC236}">
                <a16:creationId xmlns:a16="http://schemas.microsoft.com/office/drawing/2014/main" id="{7D659551-4F5A-10B8-7A41-CD926AF657DB}"/>
              </a:ext>
            </a:extLst>
          </p:cNvPr>
          <p:cNvSpPr>
            <a:spLocks noGrp="1"/>
          </p:cNvSpPr>
          <p:nvPr>
            <p:ph type="title"/>
          </p:nvPr>
        </p:nvSpPr>
        <p:spPr>
          <a:xfrm>
            <a:off x="154800" y="440112"/>
            <a:ext cx="11880000" cy="710067"/>
          </a:xfrm>
        </p:spPr>
        <p:txBody>
          <a:bodyPr/>
          <a:lstStyle/>
          <a:p>
            <a:r>
              <a:rPr lang="en-US" dirty="0"/>
              <a:t>Test-to-production code ratios of the portfolio between </a:t>
            </a:r>
            <a:r>
              <a:rPr lang="en-US" dirty="0" err="1"/>
              <a:t>PORTFOLIO_PERIOD_START_DATE</a:t>
            </a:r>
            <a:r>
              <a:rPr lang="en-US" dirty="0"/>
              <a:t> and </a:t>
            </a:r>
            <a:r>
              <a:rPr lang="en-US" dirty="0" err="1"/>
              <a:t>PORTFOLIO_PERIOD_END_DATE</a:t>
            </a:r>
            <a:endParaRPr lang="en-US" dirty="0"/>
          </a:p>
        </p:txBody>
      </p:sp>
      <p:sp>
        <p:nvSpPr>
          <p:cNvPr id="7" name="Rectangle 6">
            <a:extLst>
              <a:ext uri="{FF2B5EF4-FFF2-40B4-BE49-F238E27FC236}">
                <a16:creationId xmlns:a16="http://schemas.microsoft.com/office/drawing/2014/main" id="{518BAA02-82E9-62FD-74CB-ED28CAAD4867}"/>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75A3EC73-629A-7947-7394-8587B21625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5C32FF67-1E75-AAEA-1B80-9207B20289E2}"/>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PORTFOLIO_PERIOD_TEST_CODE</a:t>
            </a:r>
            <a:endParaRPr lang="en-US" sz="1600" dirty="0">
              <a:solidFill>
                <a:schemeClr val="bg1"/>
              </a:solidFill>
            </a:endParaRPr>
          </a:p>
        </p:txBody>
      </p:sp>
      <p:sp>
        <p:nvSpPr>
          <p:cNvPr id="40" name="TextBox 39">
            <a:extLst>
              <a:ext uri="{FF2B5EF4-FFF2-40B4-BE49-F238E27FC236}">
                <a16:creationId xmlns:a16="http://schemas.microsoft.com/office/drawing/2014/main" id="{3C1A2112-78E6-8DCF-8E0E-78EEEF639D5D}"/>
              </a:ext>
            </a:extLst>
          </p:cNvPr>
          <p:cNvSpPr txBox="1"/>
          <p:nvPr/>
        </p:nvSpPr>
        <p:spPr>
          <a:xfrm>
            <a:off x="2899580"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41" name="Group 40">
            <a:extLst>
              <a:ext uri="{FF2B5EF4-FFF2-40B4-BE49-F238E27FC236}">
                <a16:creationId xmlns:a16="http://schemas.microsoft.com/office/drawing/2014/main" id="{49C15F92-A072-4C90-549B-96EFABFB6B39}"/>
              </a:ext>
            </a:extLst>
          </p:cNvPr>
          <p:cNvGrpSpPr/>
          <p:nvPr/>
        </p:nvGrpSpPr>
        <p:grpSpPr>
          <a:xfrm>
            <a:off x="512064" y="6117354"/>
            <a:ext cx="273482" cy="98617"/>
            <a:chOff x="586253" y="6116391"/>
            <a:chExt cx="273482" cy="98617"/>
          </a:xfrm>
        </p:grpSpPr>
        <p:sp>
          <p:nvSpPr>
            <p:cNvPr id="42" name="TextBox 41">
              <a:extLst>
                <a:ext uri="{FF2B5EF4-FFF2-40B4-BE49-F238E27FC236}">
                  <a16:creationId xmlns:a16="http://schemas.microsoft.com/office/drawing/2014/main" id="{53ED3970-91BA-7822-A0F7-EAB5D6D13CB6}"/>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 1%</a:t>
              </a:r>
            </a:p>
          </p:txBody>
        </p:sp>
        <p:sp>
          <p:nvSpPr>
            <p:cNvPr id="43" name="Rounded Rectangle 42">
              <a:extLst>
                <a:ext uri="{FF2B5EF4-FFF2-40B4-BE49-F238E27FC236}">
                  <a16:creationId xmlns:a16="http://schemas.microsoft.com/office/drawing/2014/main" id="{08113C03-CCC7-B779-788F-F5D6D85EFC02}"/>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44" name="Group 43">
            <a:extLst>
              <a:ext uri="{FF2B5EF4-FFF2-40B4-BE49-F238E27FC236}">
                <a16:creationId xmlns:a16="http://schemas.microsoft.com/office/drawing/2014/main" id="{C6CC743E-8F63-AC63-3A18-265A1EB5F6BF}"/>
              </a:ext>
            </a:extLst>
          </p:cNvPr>
          <p:cNvGrpSpPr/>
          <p:nvPr/>
        </p:nvGrpSpPr>
        <p:grpSpPr>
          <a:xfrm>
            <a:off x="877767" y="6117354"/>
            <a:ext cx="408134" cy="98617"/>
            <a:chOff x="961765" y="6117353"/>
            <a:chExt cx="408134" cy="98617"/>
          </a:xfrm>
        </p:grpSpPr>
        <p:sp>
          <p:nvSpPr>
            <p:cNvPr id="45" name="TextBox 44">
              <a:extLst>
                <a:ext uri="{FF2B5EF4-FFF2-40B4-BE49-F238E27FC236}">
                  <a16:creationId xmlns:a16="http://schemas.microsoft.com/office/drawing/2014/main" id="{68D27BD3-6C63-DE79-BD7D-8FE61B9CB439}"/>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- 15%</a:t>
              </a:r>
            </a:p>
          </p:txBody>
        </p:sp>
        <p:sp>
          <p:nvSpPr>
            <p:cNvPr id="46" name="Rounded Rectangle 45">
              <a:extLst>
                <a:ext uri="{FF2B5EF4-FFF2-40B4-BE49-F238E27FC236}">
                  <a16:creationId xmlns:a16="http://schemas.microsoft.com/office/drawing/2014/main" id="{0E3F1D99-704B-7152-AB1F-CE5AC667B4C4}"/>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47" name="Group 46">
            <a:extLst>
              <a:ext uri="{FF2B5EF4-FFF2-40B4-BE49-F238E27FC236}">
                <a16:creationId xmlns:a16="http://schemas.microsoft.com/office/drawing/2014/main" id="{8420E8A5-1463-6855-50FB-B5D9D8F4F76D}"/>
              </a:ext>
            </a:extLst>
          </p:cNvPr>
          <p:cNvGrpSpPr/>
          <p:nvPr/>
        </p:nvGrpSpPr>
        <p:grpSpPr>
          <a:xfrm>
            <a:off x="1378122" y="6117354"/>
            <a:ext cx="446606" cy="98617"/>
            <a:chOff x="1114165" y="6269753"/>
            <a:chExt cx="446606" cy="98617"/>
          </a:xfrm>
        </p:grpSpPr>
        <p:sp>
          <p:nvSpPr>
            <p:cNvPr id="48" name="TextBox 47">
              <a:extLst>
                <a:ext uri="{FF2B5EF4-FFF2-40B4-BE49-F238E27FC236}">
                  <a16:creationId xmlns:a16="http://schemas.microsoft.com/office/drawing/2014/main" id="{8245A470-51DB-3A5C-8E03-2E85B80C9DCE}"/>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15% - 50%</a:t>
              </a:r>
            </a:p>
          </p:txBody>
        </p:sp>
        <p:sp>
          <p:nvSpPr>
            <p:cNvPr id="49" name="Rounded Rectangle 48">
              <a:extLst>
                <a:ext uri="{FF2B5EF4-FFF2-40B4-BE49-F238E27FC236}">
                  <a16:creationId xmlns:a16="http://schemas.microsoft.com/office/drawing/2014/main" id="{59331E72-3E06-2B97-C3E1-E67B3DAE6BAE}"/>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50" name="Group 49">
            <a:extLst>
              <a:ext uri="{FF2B5EF4-FFF2-40B4-BE49-F238E27FC236}">
                <a16:creationId xmlns:a16="http://schemas.microsoft.com/office/drawing/2014/main" id="{F72D6356-4497-C5BE-E201-E65B37114D79}"/>
              </a:ext>
            </a:extLst>
          </p:cNvPr>
          <p:cNvGrpSpPr/>
          <p:nvPr/>
        </p:nvGrpSpPr>
        <p:grpSpPr>
          <a:xfrm>
            <a:off x="1916949" y="6117354"/>
            <a:ext cx="485078" cy="98617"/>
            <a:chOff x="1114165" y="6269753"/>
            <a:chExt cx="485078" cy="98617"/>
          </a:xfrm>
        </p:grpSpPr>
        <p:sp>
          <p:nvSpPr>
            <p:cNvPr id="51" name="TextBox 50">
              <a:extLst>
                <a:ext uri="{FF2B5EF4-FFF2-40B4-BE49-F238E27FC236}">
                  <a16:creationId xmlns:a16="http://schemas.microsoft.com/office/drawing/2014/main" id="{BEC41104-3E63-7945-22F3-89A98EE94100}"/>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50% - 150%</a:t>
              </a:r>
            </a:p>
          </p:txBody>
        </p:sp>
        <p:sp>
          <p:nvSpPr>
            <p:cNvPr id="52" name="Rounded Rectangle 51">
              <a:extLst>
                <a:ext uri="{FF2B5EF4-FFF2-40B4-BE49-F238E27FC236}">
                  <a16:creationId xmlns:a16="http://schemas.microsoft.com/office/drawing/2014/main" id="{E6E16E22-F267-DC04-3A35-55E6FA5769B0}"/>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53" name="Group 52">
            <a:extLst>
              <a:ext uri="{FF2B5EF4-FFF2-40B4-BE49-F238E27FC236}">
                <a16:creationId xmlns:a16="http://schemas.microsoft.com/office/drawing/2014/main" id="{93B5D263-83A1-D811-9B9F-30FF462DE916}"/>
              </a:ext>
            </a:extLst>
          </p:cNvPr>
          <p:cNvGrpSpPr/>
          <p:nvPr/>
        </p:nvGrpSpPr>
        <p:grpSpPr>
          <a:xfrm>
            <a:off x="2494246" y="6117354"/>
            <a:ext cx="350426" cy="98617"/>
            <a:chOff x="1114165" y="6269753"/>
            <a:chExt cx="350426" cy="98617"/>
          </a:xfrm>
        </p:grpSpPr>
        <p:sp>
          <p:nvSpPr>
            <p:cNvPr id="54" name="TextBox 53">
              <a:extLst>
                <a:ext uri="{FF2B5EF4-FFF2-40B4-BE49-F238E27FC236}">
                  <a16:creationId xmlns:a16="http://schemas.microsoft.com/office/drawing/2014/main" id="{B21FB978-C82B-26CB-4C25-A74F8B4D4EA8}"/>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&gt; 150%</a:t>
              </a:r>
            </a:p>
          </p:txBody>
        </p:sp>
        <p:sp>
          <p:nvSpPr>
            <p:cNvPr id="55" name="Rounded Rectangle 54">
              <a:extLst>
                <a:ext uri="{FF2B5EF4-FFF2-40B4-BE49-F238E27FC236}">
                  <a16:creationId xmlns:a16="http://schemas.microsoft.com/office/drawing/2014/main" id="{A1A004E2-7DE9-C71A-5B23-87B428D5957D}"/>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Tree>
    <p:extLst>
      <p:ext uri="{BB962C8B-B14F-4D97-AF65-F5344CB8AC3E}">
        <p14:creationId xmlns:p14="http://schemas.microsoft.com/office/powerpoint/2010/main" val="4127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61A8B-9CE3-C528-149D-E8A7ADE12E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AAD995E-71DA-32A6-FEEC-6A89D0BB1ED1}"/>
              </a:ext>
            </a:extLst>
          </p:cNvPr>
          <p:cNvSpPr>
            <a:spLocks noGrp="1"/>
          </p:cNvSpPr>
          <p:nvPr>
            <p:ph type="body" sz="quarter" idx="12"/>
          </p:nvPr>
        </p:nvSpPr>
        <p:spPr>
          <a:xfrm>
            <a:off x="381600" y="129568"/>
            <a:ext cx="3518124" cy="228209"/>
          </a:xfrm>
        </p:spPr>
        <p:txBody>
          <a:bodyPr/>
          <a:lstStyle/>
          <a:p>
            <a:r>
              <a:rPr lang="en-US" dirty="0"/>
              <a:t>Findings – Test-to-Production Code Ratio</a:t>
            </a:r>
          </a:p>
        </p:txBody>
      </p:sp>
      <p:sp>
        <p:nvSpPr>
          <p:cNvPr id="5" name="Slide Number Placeholder 4">
            <a:extLst>
              <a:ext uri="{FF2B5EF4-FFF2-40B4-BE49-F238E27FC236}">
                <a16:creationId xmlns:a16="http://schemas.microsoft.com/office/drawing/2014/main" id="{6B67D1BF-6269-CBC3-8EDA-84642A435E50}"/>
              </a:ext>
            </a:extLst>
          </p:cNvPr>
          <p:cNvSpPr>
            <a:spLocks noGrp="1"/>
          </p:cNvSpPr>
          <p:nvPr>
            <p:ph type="sldNum" sz="quarter" idx="15"/>
          </p:nvPr>
        </p:nvSpPr>
        <p:spPr/>
        <p:txBody>
          <a:bodyPr/>
          <a:lstStyle/>
          <a:p>
            <a:fld id="{E242BD21-9B61-2246-BCB1-4BE5E1BEBE1C}" type="slidenum">
              <a:rPr lang="nl-NL" smtClean="0"/>
              <a:pPr/>
              <a:t>22</a:t>
            </a:fld>
            <a:endParaRPr lang="nl-NL"/>
          </a:p>
        </p:txBody>
      </p:sp>
      <p:sp>
        <p:nvSpPr>
          <p:cNvPr id="6" name="Title 5">
            <a:extLst>
              <a:ext uri="{FF2B5EF4-FFF2-40B4-BE49-F238E27FC236}">
                <a16:creationId xmlns:a16="http://schemas.microsoft.com/office/drawing/2014/main" id="{87832091-13CF-5084-EBA4-864AADBF7267}"/>
              </a:ext>
            </a:extLst>
          </p:cNvPr>
          <p:cNvSpPr>
            <a:spLocks noGrp="1"/>
          </p:cNvSpPr>
          <p:nvPr>
            <p:ph type="title"/>
          </p:nvPr>
        </p:nvSpPr>
        <p:spPr>
          <a:xfrm>
            <a:off x="154800" y="440112"/>
            <a:ext cx="11880000" cy="710067"/>
          </a:xfrm>
        </p:spPr>
        <p:txBody>
          <a:bodyPr/>
          <a:lstStyle/>
          <a:p>
            <a:r>
              <a:rPr lang="en-US" dirty="0"/>
              <a:t>Change in test-to-production code ratios of the portfolio between </a:t>
            </a:r>
            <a:r>
              <a:rPr lang="en-US" dirty="0" err="1"/>
              <a:t>PORTFOLIO_PERIOD_START_DATE</a:t>
            </a:r>
            <a:r>
              <a:rPr lang="en-US" dirty="0"/>
              <a:t> and </a:t>
            </a:r>
            <a:r>
              <a:rPr lang="en-US" dirty="0" err="1"/>
              <a:t>PORTFOLIO_PERIOD_END_DATE</a:t>
            </a:r>
            <a:endParaRPr lang="en-US" dirty="0"/>
          </a:p>
        </p:txBody>
      </p:sp>
      <p:sp>
        <p:nvSpPr>
          <p:cNvPr id="7" name="Rectangle 6">
            <a:extLst>
              <a:ext uri="{FF2B5EF4-FFF2-40B4-BE49-F238E27FC236}">
                <a16:creationId xmlns:a16="http://schemas.microsoft.com/office/drawing/2014/main" id="{A3F64E4A-782F-9ABB-D130-CD4267F278DD}"/>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B7349151-E545-23EA-2E4E-CC16B29D1B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DE6E38EA-5B17-C666-9ECF-540201246D30}"/>
              </a:ext>
            </a:extLst>
          </p:cNvPr>
          <p:cNvSpPr/>
          <p:nvPr/>
        </p:nvSpPr>
        <p:spPr>
          <a:xfrm>
            <a:off x="512063" y="1472195"/>
            <a:ext cx="11233603" cy="4571989"/>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PORTFOLIO_PERIOD_TEST_CODE_CHANGE</a:t>
            </a:r>
            <a:endParaRPr lang="en-US" sz="1600" dirty="0">
              <a:solidFill>
                <a:schemeClr val="bg1"/>
              </a:solidFill>
            </a:endParaRPr>
          </a:p>
        </p:txBody>
      </p:sp>
      <p:sp>
        <p:nvSpPr>
          <p:cNvPr id="16" name="TextBox 15">
            <a:extLst>
              <a:ext uri="{FF2B5EF4-FFF2-40B4-BE49-F238E27FC236}">
                <a16:creationId xmlns:a16="http://schemas.microsoft.com/office/drawing/2014/main" id="{0B2695A3-7892-CBCD-CCC1-ED9F42D91537}"/>
              </a:ext>
            </a:extLst>
          </p:cNvPr>
          <p:cNvSpPr txBox="1"/>
          <p:nvPr/>
        </p:nvSpPr>
        <p:spPr>
          <a:xfrm>
            <a:off x="1996335"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sp>
        <p:nvSpPr>
          <p:cNvPr id="17" name="TextBox 16">
            <a:extLst>
              <a:ext uri="{FF2B5EF4-FFF2-40B4-BE49-F238E27FC236}">
                <a16:creationId xmlns:a16="http://schemas.microsoft.com/office/drawing/2014/main" id="{9DAF1842-9F61-0CAE-02D3-77634C06083C}"/>
              </a:ext>
            </a:extLst>
          </p:cNvPr>
          <p:cNvSpPr txBox="1"/>
          <p:nvPr/>
        </p:nvSpPr>
        <p:spPr>
          <a:xfrm>
            <a:off x="1678471" y="6054740"/>
            <a:ext cx="309850" cy="223779"/>
          </a:xfrm>
          <a:prstGeom prst="rect">
            <a:avLst/>
          </a:prstGeom>
          <a:noFill/>
        </p:spPr>
        <p:txBody>
          <a:bodyPr wrap="none" lIns="90000" rtlCol="0" anchor="t">
            <a:spAutoFit/>
          </a:bodyPr>
          <a:lstStyle/>
          <a:p>
            <a:pPr algn="l">
              <a:lnSpc>
                <a:spcPct val="113000"/>
              </a:lnSpc>
            </a:pPr>
            <a:r>
              <a:rPr lang="en-US" sz="800" b="1" dirty="0">
                <a:solidFill>
                  <a:schemeClr val="tx2"/>
                </a:solidFill>
              </a:rPr>
              <a:t>+%</a:t>
            </a:r>
          </a:p>
        </p:txBody>
      </p:sp>
      <p:sp>
        <p:nvSpPr>
          <p:cNvPr id="18" name="TextBox 17">
            <a:extLst>
              <a:ext uri="{FF2B5EF4-FFF2-40B4-BE49-F238E27FC236}">
                <a16:creationId xmlns:a16="http://schemas.microsoft.com/office/drawing/2014/main" id="{910AE08C-5EA5-5C8C-2F1A-CBF2E0771A04}"/>
              </a:ext>
            </a:extLst>
          </p:cNvPr>
          <p:cNvSpPr txBox="1"/>
          <p:nvPr/>
        </p:nvSpPr>
        <p:spPr>
          <a:xfrm>
            <a:off x="512064" y="6054740"/>
            <a:ext cx="290614" cy="223779"/>
          </a:xfrm>
          <a:prstGeom prst="rect">
            <a:avLst/>
          </a:prstGeom>
          <a:noFill/>
        </p:spPr>
        <p:txBody>
          <a:bodyPr wrap="none" lIns="90000" rtlCol="0" anchor="t">
            <a:spAutoFit/>
          </a:bodyPr>
          <a:lstStyle/>
          <a:p>
            <a:pPr algn="l">
              <a:lnSpc>
                <a:spcPct val="113000"/>
              </a:lnSpc>
            </a:pPr>
            <a:r>
              <a:rPr lang="en-US" sz="800" b="1" dirty="0">
                <a:solidFill>
                  <a:schemeClr val="tx2"/>
                </a:solidFill>
              </a:rPr>
              <a:t>-%</a:t>
            </a:r>
          </a:p>
        </p:txBody>
      </p:sp>
      <p:sp>
        <p:nvSpPr>
          <p:cNvPr id="19" name="Rounded Rectangle 18">
            <a:extLst>
              <a:ext uri="{FF2B5EF4-FFF2-40B4-BE49-F238E27FC236}">
                <a16:creationId xmlns:a16="http://schemas.microsoft.com/office/drawing/2014/main" id="{6E4FECE0-E33A-23A4-4934-65269E0185D8}"/>
              </a:ext>
            </a:extLst>
          </p:cNvPr>
          <p:cNvSpPr>
            <a:spLocks noChangeAspect="1"/>
          </p:cNvSpPr>
          <p:nvPr/>
        </p:nvSpPr>
        <p:spPr>
          <a:xfrm>
            <a:off x="879122" y="6118505"/>
            <a:ext cx="91440"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0" name="Rounded Rectangle 19">
            <a:extLst>
              <a:ext uri="{FF2B5EF4-FFF2-40B4-BE49-F238E27FC236}">
                <a16:creationId xmlns:a16="http://schemas.microsoft.com/office/drawing/2014/main" id="{9D641D25-FDBA-3ED6-8617-19EB8666B393}"/>
              </a:ext>
            </a:extLst>
          </p:cNvPr>
          <p:cNvSpPr>
            <a:spLocks noChangeAspect="1"/>
          </p:cNvSpPr>
          <p:nvPr/>
        </p:nvSpPr>
        <p:spPr>
          <a:xfrm>
            <a:off x="1038992" y="6118505"/>
            <a:ext cx="91440" cy="91440"/>
          </a:xfrm>
          <a:prstGeom prst="roundRect">
            <a:avLst/>
          </a:prstGeom>
          <a:solidFill>
            <a:srgbClr val="F8DCD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1" name="Rounded Rectangle 20">
            <a:extLst>
              <a:ext uri="{FF2B5EF4-FFF2-40B4-BE49-F238E27FC236}">
                <a16:creationId xmlns:a16="http://schemas.microsoft.com/office/drawing/2014/main" id="{8A41F6AF-8B56-B10D-E81C-5CCEDFB25F3F}"/>
              </a:ext>
            </a:extLst>
          </p:cNvPr>
          <p:cNvSpPr>
            <a:spLocks noChangeAspect="1"/>
          </p:cNvSpPr>
          <p:nvPr/>
        </p:nvSpPr>
        <p:spPr>
          <a:xfrm>
            <a:off x="1198862" y="61185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2" name="Rounded Rectangle 21">
            <a:extLst>
              <a:ext uri="{FF2B5EF4-FFF2-40B4-BE49-F238E27FC236}">
                <a16:creationId xmlns:a16="http://schemas.microsoft.com/office/drawing/2014/main" id="{A773BFA5-4876-A7AF-1F5D-E3F4609F4980}"/>
              </a:ext>
            </a:extLst>
          </p:cNvPr>
          <p:cNvSpPr>
            <a:spLocks noChangeAspect="1"/>
          </p:cNvSpPr>
          <p:nvPr/>
        </p:nvSpPr>
        <p:spPr>
          <a:xfrm>
            <a:off x="1358732" y="6118505"/>
            <a:ext cx="91440" cy="91440"/>
          </a:xfrm>
          <a:prstGeom prst="roundRect">
            <a:avLst/>
          </a:prstGeom>
          <a:solidFill>
            <a:srgbClr val="D4EF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3" name="Rounded Rectangle 22">
            <a:extLst>
              <a:ext uri="{FF2B5EF4-FFF2-40B4-BE49-F238E27FC236}">
                <a16:creationId xmlns:a16="http://schemas.microsoft.com/office/drawing/2014/main" id="{A31B2BBA-FA9A-5ACB-B596-BD2F8F7F13F2}"/>
              </a:ext>
            </a:extLst>
          </p:cNvPr>
          <p:cNvSpPr>
            <a:spLocks noChangeAspect="1"/>
          </p:cNvSpPr>
          <p:nvPr/>
        </p:nvSpPr>
        <p:spPr>
          <a:xfrm>
            <a:off x="1518602" y="6118505"/>
            <a:ext cx="91440"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672734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55503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Advice report template" id="{B9735D86-A7FC-B44C-820D-CAAC3A46EEE4}" vid="{7A49DE66-428D-5244-9D2C-B563C92B9C08}"/>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Advice report template" id="{B9735D86-A7FC-B44C-820D-CAAC3A46EEE4}" vid="{7B6E741B-5C94-5C4F-9A76-2A4BEAA81662}"/>
    </a:ext>
  </a:extLst>
</a:theme>
</file>

<file path=ppt/theme/theme3.xml><?xml version="1.0" encoding="utf-8"?>
<a:theme xmlns:a="http://schemas.openxmlformats.org/drawingml/2006/main" name="Dark focused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Advice report template" id="{B9735D86-A7FC-B44C-820D-CAAC3A46EEE4}" vid="{E79A8137-B063-A04A-ABF6-C6139332B8A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134</TotalTime>
  <Words>730</Words>
  <Application>Microsoft Macintosh PowerPoint</Application>
  <PresentationFormat>Widescreen</PresentationFormat>
  <Paragraphs>166</Paragraphs>
  <Slides>23</Slides>
  <Notes>10</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23</vt:i4>
      </vt:variant>
    </vt:vector>
  </HeadingPairs>
  <TitlesOfParts>
    <vt:vector size="40" baseType="lpstr">
      <vt:lpstr>Arial</vt:lpstr>
      <vt:lpstr>Azeret Mono</vt:lpstr>
      <vt:lpstr>Azeret Mono Medium</vt:lpstr>
      <vt:lpstr>Calibri</vt:lpstr>
      <vt:lpstr>Calibri Bold</vt:lpstr>
      <vt:lpstr>Calibri Regular</vt:lpstr>
      <vt:lpstr>Helvetica</vt:lpstr>
      <vt:lpstr>Helvetica Neue Bold</vt:lpstr>
      <vt:lpstr>Noir Pro</vt:lpstr>
      <vt:lpstr>Noir Pro Medium</vt:lpstr>
      <vt:lpstr>Noir Pro Semi Bold</vt:lpstr>
      <vt:lpstr>Sigsterren</vt:lpstr>
      <vt:lpstr>TheSansMono M5</vt:lpstr>
      <vt:lpstr>Wingdings</vt:lpstr>
      <vt:lpstr>Light theme (default)</vt:lpstr>
      <vt:lpstr>Dark theme</vt:lpstr>
      <vt:lpstr>Dark focused theme</vt:lpstr>
      <vt:lpstr>PowerPoint Presentation</vt:lpstr>
      <vt:lpstr>PowerPoint Presentation</vt:lpstr>
      <vt:lpstr>Progress towards objectives between OBJECTIVES_PERIOD_START and OBJECTIVES_PERIOD_END</vt:lpstr>
      <vt:lpstr>Progress towards objectives per team between OBJECTIVES_PERIOD_START and OBJECTIVES_PERIOD_END</vt:lpstr>
      <vt:lpstr>Progress towards objectives per capability between OBJECTIVES_PERIOD_START and OBJECTIVES_PERIOD_END</vt:lpstr>
      <vt:lpstr>Progress towards objectives over time</vt:lpstr>
      <vt:lpstr>PowerPoint Presentation</vt:lpstr>
      <vt:lpstr>Progress towards objectives: Security</vt:lpstr>
      <vt:lpstr>Progress towards objectives: Open Source Health</vt:lpstr>
      <vt:lpstr>Progress towards objectives: Maintainability</vt:lpstr>
      <vt:lpstr>Progress towards objectives: Architecture</vt:lpstr>
      <vt:lpstr>PowerPoint Presentation</vt:lpstr>
      <vt:lpstr>PowerPoint Presentation</vt:lpstr>
      <vt:lpstr>PORTFOLIO_PERIOD_MAINT_SHORT_SUMMARY</vt:lpstr>
      <vt:lpstr>PORTFOLIO_PERIOD_MAINT_CHANGE_SHORT_SUMMARY</vt:lpstr>
      <vt:lpstr>Change in volume (effort) of the portfolio between PORTFOLIO_PERIOD_START_DATE and PORTFOLIO_PERIOD_END_DATE</vt:lpstr>
      <vt:lpstr>Architecture ratings of the portfolio between PORTFOLIO_PERIOD_START_DATE and PORTFOLIO_PERIOD_END_DATE</vt:lpstr>
      <vt:lpstr>Security ratings of the portfolio between PORTFOLIO_PERIOD_START_DATE and PORTFOLIO_PERIOD_END_DATE</vt:lpstr>
      <vt:lpstr>Security findings of the portfolio of the last 12 months (ending at PORTFOLIO_PERIOD_END_DATE) </vt:lpstr>
      <vt:lpstr>Security resolution times of the portfolio of the last 12 months (ending at PORTFOLIO_PERIOD_END_DATE) </vt:lpstr>
      <vt:lpstr>Test-to-production code ratios of the portfolio between PORTFOLIO_PERIOD_START_DATE and PORTFOLIO_PERIOD_END_DATE</vt:lpstr>
      <vt:lpstr>Change in test-to-production code ratios of the portfolio between PORTFOLIO_PERIOD_START_DATE and PORTFOLIO_PERIOD_END_DATE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Thomas Kovac</cp:lastModifiedBy>
  <cp:revision>13</cp:revision>
  <cp:lastPrinted>2020-04-20T09:37:43Z</cp:lastPrinted>
  <dcterms:created xsi:type="dcterms:W3CDTF">2025-08-26T12:49:52Z</dcterms:created>
  <dcterms:modified xsi:type="dcterms:W3CDTF">2025-10-16T12:44:01Z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